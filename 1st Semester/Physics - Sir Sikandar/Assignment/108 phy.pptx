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12/18/2025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microsoft.com/office/2007/relationships/hdphoto" Target="../media/hdphoto1.wdp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4045-683D-7A35-01AF-026ACE63A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Assignment #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384E6-BBED-1B1B-8418-0715393B8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Noor Fatima </a:t>
            </a:r>
          </a:p>
          <a:p>
            <a:r>
              <a:rPr lang="en-US" dirty="0"/>
              <a:t>25F-CY-108</a:t>
            </a:r>
          </a:p>
        </p:txBody>
      </p:sp>
    </p:spTree>
    <p:extLst>
      <p:ext uri="{BB962C8B-B14F-4D97-AF65-F5344CB8AC3E}">
        <p14:creationId xmlns:p14="http://schemas.microsoft.com/office/powerpoint/2010/main" val="118038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8E05-0021-22C6-FAA1-B8EA5EC7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Basic atomic theory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764D2-49F3-33F8-5834-E23CD8870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55" y="2093976"/>
            <a:ext cx="11004394" cy="4541086"/>
          </a:xfrm>
        </p:spPr>
        <p:txBody>
          <a:bodyPr>
            <a:normAutofit/>
          </a:bodyPr>
          <a:lstStyle/>
          <a:p>
            <a:r>
              <a:rPr lang="en-US" b="1" u="sng" dirty="0"/>
              <a:t>INTRODUCTION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All matter is made up of atom. Atom is the smallest unit retaining chemical properties. Atoms consist of: </a:t>
            </a:r>
            <a:r>
              <a:rPr lang="en-US" dirty="0" err="1"/>
              <a:t>Protons,Neutrons</a:t>
            </a:r>
            <a:r>
              <a:rPr lang="en-US" dirty="0"/>
              <a:t> And Electrons </a:t>
            </a:r>
          </a:p>
          <a:p>
            <a:pPr marL="0" indent="0">
              <a:buNone/>
            </a:pPr>
            <a:r>
              <a:rPr lang="en-US" b="1" u="sng" dirty="0"/>
              <a:t>HISTORICAL DEVELOPMENT </a:t>
            </a:r>
            <a:r>
              <a:rPr lang="en-US" dirty="0"/>
              <a:t>
1.</a:t>
            </a:r>
            <a:r>
              <a:rPr lang="en-US" b="1" dirty="0"/>
              <a:t> Democritus (400 BCE)
</a:t>
            </a:r>
            <a:r>
              <a:rPr lang="en-US" dirty="0"/>
              <a:t>Proposed matter is made of indivisible particles called </a:t>
            </a:r>
            <a:r>
              <a:rPr lang="en-US" dirty="0" err="1"/>
              <a:t>atomos</a:t>
            </a:r>
            <a:r>
              <a:rPr lang="en-US" dirty="0"/>
              <a:t>.
Philosophical idea, no experiments.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b="1" dirty="0"/>
              <a:t>. . John Dalton (1803)</a:t>
            </a:r>
            <a:r>
              <a:rPr lang="en-US" dirty="0"/>
              <a:t>
First modern atomic </a:t>
            </a:r>
            <a:r>
              <a:rPr lang="en-US" dirty="0" err="1"/>
              <a:t>theory.Atoms</a:t>
            </a:r>
            <a:r>
              <a:rPr lang="en-US" dirty="0"/>
              <a:t> of the same element are identical.
Atoms combine in fixed ratios.</a:t>
            </a:r>
          </a:p>
        </p:txBody>
      </p:sp>
    </p:spTree>
    <p:extLst>
      <p:ext uri="{BB962C8B-B14F-4D97-AF65-F5344CB8AC3E}">
        <p14:creationId xmlns:p14="http://schemas.microsoft.com/office/powerpoint/2010/main" val="21504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644D-5C4F-2EB4-6BD4-77192BB2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161" y="1177673"/>
            <a:ext cx="10058400" cy="1609344"/>
          </a:xfrm>
        </p:spPr>
        <p:txBody>
          <a:bodyPr/>
          <a:lstStyle/>
          <a:p>
            <a:r>
              <a:rPr lang="en-US" b="1" u="sng" dirty="0"/>
              <a:t>Historical development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CC01-4C83-1944-6198-BF9BFDFF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2121407"/>
            <a:ext cx="10792072" cy="453134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J. J. Thomson (1897)</a:t>
            </a:r>
            <a:r>
              <a:rPr lang="en-US" dirty="0"/>
              <a:t>
Discovered the electron.
Proposed the plum pudding model.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Niels Bohr (1913)</a:t>
            </a:r>
            <a:r>
              <a:rPr lang="en-US" dirty="0"/>
              <a:t>
Electrons move in quantized orbits.
Explained hydrogen spectrum.</a:t>
            </a:r>
          </a:p>
        </p:txBody>
      </p:sp>
    </p:spTree>
    <p:extLst>
      <p:ext uri="{BB962C8B-B14F-4D97-AF65-F5344CB8AC3E}">
        <p14:creationId xmlns:p14="http://schemas.microsoft.com/office/powerpoint/2010/main" val="395397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8EC3-0343-3790-AADD-E0A66EE9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Mathematical formula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B5CAA2-CAF6-22EC-DF32-906F089EA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594" y="2120899"/>
            <a:ext cx="8156703" cy="453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1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8172-A266-6180-9458-9C7474C4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6ACF-54C8-3E4D-692C-B144BFFBE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Chemistry and chemical bonding
Spectroscopy
Semiconductors
Lasers
Atomic clocks</a:t>
            </a:r>
          </a:p>
        </p:txBody>
      </p:sp>
    </p:spTree>
    <p:extLst>
      <p:ext uri="{BB962C8B-B14F-4D97-AF65-F5344CB8AC3E}">
        <p14:creationId xmlns:p14="http://schemas.microsoft.com/office/powerpoint/2010/main" val="146418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72B9-9356-44DD-C2CF-68B3E11C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Introduction to particle physics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F6F2-841E-E928-2E16-5451C8452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</a:t>
            </a:r>
            <a:r>
              <a:rPr lang="en-US" dirty="0"/>
              <a:t>
Particle physics studies the fundamental constituents of matter and energy and their interactions at the smallest scales.</a:t>
            </a:r>
          </a:p>
          <a:p>
            <a:endParaRPr lang="en-US" dirty="0"/>
          </a:p>
          <a:p>
            <a:r>
              <a:rPr lang="en-US" b="1" dirty="0"/>
              <a:t>Historical Background</a:t>
            </a:r>
            <a:r>
              <a:rPr lang="en-US" dirty="0"/>
              <a:t>
</a:t>
            </a:r>
            <a:r>
              <a:rPr lang="en-US" b="1" dirty="0"/>
              <a:t>1897</a:t>
            </a:r>
            <a:r>
              <a:rPr lang="en-US" dirty="0"/>
              <a:t>: Electron discovered (J. J. Thomson)
</a:t>
            </a:r>
            <a:r>
              <a:rPr lang="en-US" b="1" dirty="0"/>
              <a:t>1932</a:t>
            </a:r>
            <a:r>
              <a:rPr lang="en-US" dirty="0"/>
              <a:t>: Neutron discovered (James Chadwick)
</a:t>
            </a:r>
            <a:r>
              <a:rPr lang="en-US" b="1" dirty="0"/>
              <a:t>1950s</a:t>
            </a:r>
            <a:r>
              <a:rPr lang="en-US" dirty="0"/>
              <a:t>–60s: Many new particles found → “particle zoo”
</a:t>
            </a:r>
            <a:r>
              <a:rPr lang="en-US" b="1" dirty="0"/>
              <a:t>1970s</a:t>
            </a:r>
            <a:r>
              <a:rPr lang="en-US" dirty="0"/>
              <a:t>: Development of the Standard Model
</a:t>
            </a:r>
            <a:r>
              <a:rPr lang="en-US" b="1" dirty="0"/>
              <a:t>2012</a:t>
            </a:r>
            <a:r>
              <a:rPr lang="en-US" dirty="0"/>
              <a:t>: Higgs boson discovered at CERN</a:t>
            </a:r>
          </a:p>
        </p:txBody>
      </p:sp>
    </p:spTree>
    <p:extLst>
      <p:ext uri="{BB962C8B-B14F-4D97-AF65-F5344CB8AC3E}">
        <p14:creationId xmlns:p14="http://schemas.microsoft.com/office/powerpoint/2010/main" val="299159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D460-EC5E-A986-ED00-92FDA444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Mathematical formula &amp; 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12FCF-1BF0-D8AB-199A-D16A4EE41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FORMULA IS GIVEN BY </a:t>
            </a:r>
          </a:p>
          <a:p>
            <a:pPr marL="0" indent="0">
              <a:buNone/>
            </a:pPr>
            <a:r>
              <a:rPr lang="en-US" dirty="0"/>
              <a:t>E=mc²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APPLICATIONS</a:t>
            </a:r>
            <a:r>
              <a:rPr lang="en-US" dirty="0"/>
              <a:t>
Particle accelerators
Medical imaging (PET scans)
Radiation therapy
Nuclear energy
Understanding the early universe</a:t>
            </a:r>
          </a:p>
        </p:txBody>
      </p:sp>
    </p:spTree>
    <p:extLst>
      <p:ext uri="{BB962C8B-B14F-4D97-AF65-F5344CB8AC3E}">
        <p14:creationId xmlns:p14="http://schemas.microsoft.com/office/powerpoint/2010/main" val="417009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4111-2F26-9871-4413-231CC8FA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Standard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292B-9C50-EDC8-B6AF-30509981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337" y="2121408"/>
            <a:ext cx="10058401" cy="451365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DEFINITION</a:t>
            </a:r>
            <a:r>
              <a:rPr lang="en-US" dirty="0"/>
              <a:t>
The Standard Model is a theory that describes all known fundamental particles and three of the four fundamental forces (excluding gravity).</a:t>
            </a:r>
          </a:p>
          <a:p>
            <a:endParaRPr lang="en-US" dirty="0"/>
          </a:p>
          <a:p>
            <a:r>
              <a:rPr lang="en-US" b="1" dirty="0"/>
              <a:t>INTRODUCTION</a:t>
            </a:r>
            <a:r>
              <a:rPr lang="en-US" dirty="0"/>
              <a:t> </a:t>
            </a:r>
            <a:r>
              <a:rPr lang="en-US" b="1" dirty="0"/>
              <a:t>&amp;</a:t>
            </a:r>
            <a:r>
              <a:rPr lang="en-US" dirty="0"/>
              <a:t> </a:t>
            </a:r>
            <a:r>
              <a:rPr lang="en-US" b="1" dirty="0"/>
              <a:t>HISTORY</a:t>
            </a:r>
            <a:r>
              <a:rPr lang="en-US" dirty="0"/>
              <a:t>
Developed between 1960–1975
Based on quantum field theory
Experimentally confirmed with high precision
Higgs boson discovery (2012) completed the model</a:t>
            </a:r>
          </a:p>
        </p:txBody>
      </p:sp>
    </p:spTree>
    <p:extLst>
      <p:ext uri="{BB962C8B-B14F-4D97-AF65-F5344CB8AC3E}">
        <p14:creationId xmlns:p14="http://schemas.microsoft.com/office/powerpoint/2010/main" val="118529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2C4A-D735-8FDD-63B1-B8F9D5E87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Mathematical formula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7BEB8-C974-8AB5-EAB4-3B2E1092B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4DA37-8FDB-B6E6-9462-1124513B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624" y="1746691"/>
            <a:ext cx="8457493" cy="4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80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F5FA-8752-1AA7-C359-39C61471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5B348-ECF4-B8E4-3D9B-8D45D2FE4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b="1" dirty="0"/>
              <a:t>APPLICATIONS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STANDARD</a:t>
            </a:r>
            <a:r>
              <a:rPr lang="en-US" dirty="0"/>
              <a:t> </a:t>
            </a:r>
            <a:r>
              <a:rPr lang="en-US" b="1" dirty="0"/>
              <a:t>MODEL</a:t>
            </a:r>
            <a:r>
              <a:rPr lang="en-US" dirty="0"/>
              <a:t>
High-energy physics experiments (LHC)
Development of quantum technologies
Advances in computing and detectors
Understanding fundamental laws of nature</a:t>
            </a:r>
          </a:p>
        </p:txBody>
      </p:sp>
    </p:spTree>
    <p:extLst>
      <p:ext uri="{BB962C8B-B14F-4D97-AF65-F5344CB8AC3E}">
        <p14:creationId xmlns:p14="http://schemas.microsoft.com/office/powerpoint/2010/main" val="3481235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Wood Type</vt:lpstr>
      <vt:lpstr>Assignment # 02</vt:lpstr>
      <vt:lpstr>Basic atomic theory </vt:lpstr>
      <vt:lpstr>Historical development </vt:lpstr>
      <vt:lpstr>Mathematical formula </vt:lpstr>
      <vt:lpstr>Applications </vt:lpstr>
      <vt:lpstr>Introduction to particle physics </vt:lpstr>
      <vt:lpstr>Mathematical formula &amp; APPLICATIONS </vt:lpstr>
      <vt:lpstr>Standard model </vt:lpstr>
      <vt:lpstr>Mathematical formula </vt:lpstr>
      <vt:lpstr>Applications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# 02</dc:title>
  <dc:creator>Noor Bhatti</dc:creator>
  <cp:lastModifiedBy>Noor Bhatti</cp:lastModifiedBy>
  <cp:revision>2</cp:revision>
  <dcterms:created xsi:type="dcterms:W3CDTF">2025-12-18T13:59:57Z</dcterms:created>
  <dcterms:modified xsi:type="dcterms:W3CDTF">2025-12-18T14:18:15Z</dcterms:modified>
</cp:coreProperties>
</file>