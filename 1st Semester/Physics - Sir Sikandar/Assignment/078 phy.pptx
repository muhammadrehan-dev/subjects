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Epilogue" panose="020B0604020202020204" charset="0"/>
      <p:regular r:id="rId23"/>
      <p:bold r:id="rId24"/>
      <p:italic r:id="rId25"/>
      <p:boldItalic r:id="rId26"/>
    </p:embeddedFont>
    <p:embeddedFont>
      <p:font typeface="Unbounde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903BA0-6738-4413-9AE3-B1D23D20FF4D}">
  <a:tblStyle styleId="{23903BA0-6738-4413-9AE3-B1D23D20FF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973A5A-52C4-4ABD-AC09-9EC24C8DF3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991a41f5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991a41f5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05100"/>
            <a:ext cx="57309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76700"/>
            <a:ext cx="4854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001A7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474261" y="-1190075"/>
            <a:ext cx="11867376" cy="7372331"/>
            <a:chOff x="-1474261" y="-1190075"/>
            <a:chExt cx="11867376" cy="7372331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474261" y="-1190075"/>
              <a:ext cx="11867376" cy="7372331"/>
              <a:chOff x="-1474261" y="-1190075"/>
              <a:chExt cx="11867376" cy="7372331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 flipH="1">
                <a:off x="-1474261" y="-1190075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 flipH="1">
                <a:off x="6444137" y="3057586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flipH="1">
                <a:off x="-1283640" y="-1135180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flipH="1">
                <a:off x="-710234" y="-829502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 flipH="1">
                <a:off x="7265102" y="3749867"/>
                <a:ext cx="1962008" cy="1492209"/>
              </a:xfrm>
              <a:custGeom>
                <a:avLst/>
                <a:gdLst/>
                <a:ahLst/>
                <a:cxnLst/>
                <a:rect l="l" t="t" r="r" b="b"/>
                <a:pathLst>
                  <a:path w="1241777" h="944436" extrusionOk="0">
                    <a:moveTo>
                      <a:pt x="0" y="0"/>
                    </a:moveTo>
                    <a:cubicBezTo>
                      <a:pt x="14765" y="180419"/>
                      <a:pt x="127203" y="299898"/>
                      <a:pt x="300042" y="353713"/>
                    </a:cubicBezTo>
                    <a:cubicBezTo>
                      <a:pt x="419014" y="390755"/>
                      <a:pt x="593890" y="387401"/>
                      <a:pt x="658298" y="515134"/>
                    </a:cubicBezTo>
                    <a:cubicBezTo>
                      <a:pt x="682968" y="564057"/>
                      <a:pt x="685770" y="620582"/>
                      <a:pt x="694773" y="674624"/>
                    </a:cubicBezTo>
                    <a:cubicBezTo>
                      <a:pt x="715770" y="800653"/>
                      <a:pt x="789022" y="899778"/>
                      <a:pt x="916179" y="933042"/>
                    </a:cubicBezTo>
                    <a:cubicBezTo>
                      <a:pt x="1027572" y="962180"/>
                      <a:pt x="1132066" y="928060"/>
                      <a:pt x="1241777" y="912530"/>
                    </a:cubicBezTo>
                  </a:path>
                </a:pathLst>
              </a:custGeom>
              <a:noFill/>
              <a:ln w="19050" cap="flat" cmpd="sng">
                <a:solidFill>
                  <a:schemeClr val="dk1">
                    <a:alpha val="64709"/>
                  </a:scheme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flipH="1">
                <a:off x="6788779" y="3917914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flipH="1">
                <a:off x="7478224" y="3568094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225825" y="3987150"/>
              <a:ext cx="207675" cy="866000"/>
              <a:chOff x="8484425" y="1540950"/>
              <a:chExt cx="207675" cy="866000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 flipH="1">
            <a:off x="4839475" y="2307300"/>
            <a:ext cx="3591300" cy="9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48225" y="1086600"/>
            <a:ext cx="1582200" cy="915900"/>
          </a:xfrm>
          <a:prstGeom prst="rect">
            <a:avLst/>
          </a:prstGeom>
          <a:solidFill>
            <a:srgbClr val="405DED">
              <a:alpha val="1000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 flipH="1">
            <a:off x="4839475" y="3301200"/>
            <a:ext cx="30573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35" name="Google Shape;35;p3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36" name="Google Shape;36;p3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89" name="Google Shape;89;p6"/>
            <p:cNvGrpSpPr/>
            <p:nvPr/>
          </p:nvGrpSpPr>
          <p:grpSpPr>
            <a:xfrm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90" name="Google Shape;90;p6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96" name="Google Shape;96;p6"/>
            <p:cNvGrpSpPr/>
            <p:nvPr/>
          </p:nvGrpSpPr>
          <p:grpSpPr>
            <a:xfrm>
              <a:off x="225825" y="197725"/>
              <a:ext cx="207675" cy="866000"/>
              <a:chOff x="8484425" y="1540950"/>
              <a:chExt cx="207675" cy="866000"/>
            </a:xfrm>
          </p:grpSpPr>
          <p:sp>
            <p:nvSpPr>
              <p:cNvPr id="97" name="Google Shape;97;p6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720000" y="947500"/>
            <a:ext cx="4206300" cy="10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ubTitle" idx="1"/>
          </p:nvPr>
        </p:nvSpPr>
        <p:spPr>
          <a:xfrm>
            <a:off x="720000" y="2065400"/>
            <a:ext cx="4206300" cy="21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Epilogue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>
            <a:spLocks noGrp="1"/>
          </p:cNvSpPr>
          <p:nvPr>
            <p:ph type="pic" idx="2"/>
          </p:nvPr>
        </p:nvSpPr>
        <p:spPr>
          <a:xfrm flipH="1">
            <a:off x="5543125" y="975242"/>
            <a:ext cx="2554800" cy="3309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05" name="Google Shape;105;p7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106" name="Google Shape;106;p7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107" name="Google Shape;107;p7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113" name="Google Shape;113;p7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118" name="Google Shape;118;p7"/>
            <p:cNvGrpSpPr/>
            <p:nvPr/>
          </p:nvGrpSpPr>
          <p:grpSpPr>
            <a:xfrm>
              <a:off x="225825" y="4632712"/>
              <a:ext cx="345082" cy="313063"/>
              <a:chOff x="7902894" y="4321850"/>
              <a:chExt cx="345082" cy="313063"/>
            </a:xfrm>
          </p:grpSpPr>
          <p:sp>
            <p:nvSpPr>
              <p:cNvPr id="119" name="Google Shape;119;p7"/>
              <p:cNvSpPr/>
              <p:nvPr/>
            </p:nvSpPr>
            <p:spPr>
              <a:xfrm rot="5400000">
                <a:off x="7902894" y="4321850"/>
                <a:ext cx="109500" cy="109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 rot="5400000">
                <a:off x="8138476" y="4525413"/>
                <a:ext cx="109500" cy="109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cxnSp>
            <p:nvCxnSpPr>
              <p:cNvPr id="121" name="Google Shape;121;p7"/>
              <p:cNvCxnSpPr>
                <a:stCxn id="119" idx="7"/>
                <a:endCxn id="120" idx="3"/>
              </p:cNvCxnSpPr>
              <p:nvPr/>
            </p:nvCxnSpPr>
            <p:spPr>
              <a:xfrm>
                <a:off x="7996358" y="4415314"/>
                <a:ext cx="158100" cy="12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xfrm>
            <a:off x="713225" y="1619100"/>
            <a:ext cx="4252500" cy="19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4" name="Google Shape;124;p8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125" name="Google Shape;125;p8"/>
            <p:cNvGrpSpPr/>
            <p:nvPr/>
          </p:nvGrpSpPr>
          <p:grpSpPr>
            <a:xfrm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126" name="Google Shape;126;p8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132" name="Google Shape;132;p8"/>
            <p:cNvGrpSpPr/>
            <p:nvPr/>
          </p:nvGrpSpPr>
          <p:grpSpPr>
            <a:xfrm>
              <a:off x="8710500" y="4079775"/>
              <a:ext cx="207675" cy="866000"/>
              <a:chOff x="8484425" y="1540950"/>
              <a:chExt cx="207675" cy="866000"/>
            </a:xfrm>
          </p:grpSpPr>
          <p:sp>
            <p:nvSpPr>
              <p:cNvPr id="133" name="Google Shape;133;p8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>
            <a:spLocks noGrp="1"/>
          </p:cNvSpPr>
          <p:nvPr>
            <p:ph type="title"/>
          </p:nvPr>
        </p:nvSpPr>
        <p:spPr>
          <a:xfrm>
            <a:off x="1084600" y="1400250"/>
            <a:ext cx="3633600" cy="10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9"/>
          <p:cNvSpPr txBox="1">
            <a:spLocks noGrp="1"/>
          </p:cNvSpPr>
          <p:nvPr>
            <p:ph type="subTitle" idx="1"/>
          </p:nvPr>
        </p:nvSpPr>
        <p:spPr>
          <a:xfrm>
            <a:off x="1084600" y="2419350"/>
            <a:ext cx="3633600" cy="1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0" name="Google Shape;140;p9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141" name="Google Shape;141;p9"/>
            <p:cNvGrpSpPr/>
            <p:nvPr/>
          </p:nvGrpSpPr>
          <p:grpSpPr>
            <a:xfrm>
              <a:off x="-1950511" y="-1220800"/>
              <a:ext cx="12906801" cy="7558994"/>
              <a:chOff x="-1950511" y="-1220800"/>
              <a:chExt cx="12906801" cy="7558994"/>
            </a:xfrm>
          </p:grpSpPr>
          <p:grpSp>
            <p:nvGrpSpPr>
              <p:cNvPr id="142" name="Google Shape;142;p9"/>
              <p:cNvGrpSpPr/>
              <p:nvPr/>
            </p:nvGrpSpPr>
            <p:grpSpPr>
              <a:xfrm>
                <a:off x="-1950511" y="-1220800"/>
                <a:ext cx="12906801" cy="7558994"/>
                <a:chOff x="-1950511" y="-1220800"/>
                <a:chExt cx="12906801" cy="7558994"/>
              </a:xfrm>
            </p:grpSpPr>
            <p:sp>
              <p:nvSpPr>
                <p:cNvPr id="143" name="Google Shape;143;p9"/>
                <p:cNvSpPr/>
                <p:nvPr/>
              </p:nvSpPr>
              <p:spPr>
                <a:xfrm rot="10800000">
                  <a:off x="6880049" y="-1220800"/>
                  <a:ext cx="4076241" cy="2983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3921" h="2264342" extrusionOk="0">
                      <a:moveTo>
                        <a:pt x="813350" y="1979"/>
                      </a:moveTo>
                      <a:cubicBezTo>
                        <a:pt x="1095371" y="19062"/>
                        <a:pt x="1369145" y="147529"/>
                        <a:pt x="1562528" y="353527"/>
                      </a:cubicBezTo>
                      <a:cubicBezTo>
                        <a:pt x="1676797" y="475255"/>
                        <a:pt x="1762218" y="620585"/>
                        <a:pt x="1860715" y="755398"/>
                      </a:cubicBezTo>
                      <a:cubicBezTo>
                        <a:pt x="1959212" y="890203"/>
                        <a:pt x="2076306" y="1018769"/>
                        <a:pt x="2229140" y="1085963"/>
                      </a:cubicBezTo>
                      <a:cubicBezTo>
                        <a:pt x="2358955" y="1143034"/>
                        <a:pt x="2503945" y="1151385"/>
                        <a:pt x="2643551" y="1176260"/>
                      </a:cubicBezTo>
                      <a:cubicBezTo>
                        <a:pt x="2783156" y="1201134"/>
                        <a:pt x="2928661" y="1249179"/>
                        <a:pt x="3016110" y="1360806"/>
                      </a:cubicBezTo>
                      <a:cubicBezTo>
                        <a:pt x="3106695" y="1476438"/>
                        <a:pt x="3115039" y="1643629"/>
                        <a:pt x="3057476" y="1778775"/>
                      </a:cubicBezTo>
                      <a:cubicBezTo>
                        <a:pt x="2999914" y="1913920"/>
                        <a:pt x="2884455" y="2018498"/>
                        <a:pt x="2754239" y="2086480"/>
                      </a:cubicBezTo>
                      <a:cubicBezTo>
                        <a:pt x="2624030" y="2154462"/>
                        <a:pt x="2479093" y="2189036"/>
                        <a:pt x="2334437" y="2214523"/>
                      </a:cubicBezTo>
                      <a:cubicBezTo>
                        <a:pt x="2007400" y="2272147"/>
                        <a:pt x="1669771" y="2286170"/>
                        <a:pt x="1343893" y="2222345"/>
                      </a:cubicBezTo>
                      <a:cubicBezTo>
                        <a:pt x="1018015" y="2158520"/>
                        <a:pt x="703813" y="2013720"/>
                        <a:pt x="465293" y="1782682"/>
                      </a:cubicBezTo>
                      <a:cubicBezTo>
                        <a:pt x="231423" y="1556157"/>
                        <a:pt x="82950" y="1251185"/>
                        <a:pt x="26395" y="932152"/>
                      </a:cubicBezTo>
                      <a:cubicBezTo>
                        <a:pt x="-2061" y="771594"/>
                        <a:pt x="-7664" y="606887"/>
                        <a:pt x="10342" y="444800"/>
                      </a:cubicBezTo>
                      <a:cubicBezTo>
                        <a:pt x="16544" y="388979"/>
                        <a:pt x="14635" y="298266"/>
                        <a:pt x="44818" y="249699"/>
                      </a:cubicBezTo>
                      <a:cubicBezTo>
                        <a:pt x="80467" y="192348"/>
                        <a:pt x="186225" y="147923"/>
                        <a:pt x="244636" y="118907"/>
                      </a:cubicBezTo>
                      <a:cubicBezTo>
                        <a:pt x="419868" y="31882"/>
                        <a:pt x="617893" y="-9863"/>
                        <a:pt x="813357" y="197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144" name="Google Shape;144;p9"/>
                <p:cNvSpPr/>
                <p:nvPr/>
              </p:nvSpPr>
              <p:spPr>
                <a:xfrm>
                  <a:off x="7768342" y="-1165905"/>
                  <a:ext cx="2997327" cy="2371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327" h="2371658" extrusionOk="0">
                      <a:moveTo>
                        <a:pt x="2119723" y="2358427"/>
                      </a:moveTo>
                      <a:cubicBezTo>
                        <a:pt x="1840617" y="2314509"/>
                        <a:pt x="1580351" y="2160509"/>
                        <a:pt x="1407511" y="1937005"/>
                      </a:cubicBezTo>
                      <a:cubicBezTo>
                        <a:pt x="1305380" y="1804933"/>
                        <a:pt x="1234218" y="1652107"/>
                        <a:pt x="1149032" y="1508518"/>
                      </a:cubicBezTo>
                      <a:cubicBezTo>
                        <a:pt x="1063847" y="1364929"/>
                        <a:pt x="959557" y="1225778"/>
                        <a:pt x="813825" y="1144303"/>
                      </a:cubicBezTo>
                      <a:cubicBezTo>
                        <a:pt x="690053" y="1075109"/>
                        <a:pt x="546517" y="1052953"/>
                        <a:pt x="409925" y="1014874"/>
                      </a:cubicBezTo>
                      <a:cubicBezTo>
                        <a:pt x="273333" y="976786"/>
                        <a:pt x="133076" y="915082"/>
                        <a:pt x="56674" y="795618"/>
                      </a:cubicBezTo>
                      <a:cubicBezTo>
                        <a:pt x="-22469" y="671868"/>
                        <a:pt x="-14814" y="504639"/>
                        <a:pt x="55379" y="375611"/>
                      </a:cubicBezTo>
                      <a:cubicBezTo>
                        <a:pt x="125572" y="246576"/>
                        <a:pt x="250488" y="153493"/>
                        <a:pt x="386588" y="98247"/>
                      </a:cubicBezTo>
                      <a:cubicBezTo>
                        <a:pt x="522695" y="43002"/>
                        <a:pt x="670259" y="22413"/>
                        <a:pt x="816695" y="10843"/>
                      </a:cubicBezTo>
                      <a:cubicBezTo>
                        <a:pt x="1147737" y="-15310"/>
                        <a:pt x="1485163" y="2946"/>
                        <a:pt x="1803468" y="97574"/>
                      </a:cubicBezTo>
                      <a:cubicBezTo>
                        <a:pt x="2121775" y="192201"/>
                        <a:pt x="2420719" y="366321"/>
                        <a:pt x="2636113" y="619060"/>
                      </a:cubicBezTo>
                      <a:cubicBezTo>
                        <a:pt x="2847305" y="866870"/>
                        <a:pt x="2965997" y="1184616"/>
                        <a:pt x="2991848" y="1507594"/>
                      </a:cubicBezTo>
                      <a:cubicBezTo>
                        <a:pt x="3004857" y="1670136"/>
                        <a:pt x="2994710" y="1834631"/>
                        <a:pt x="2961333" y="1994249"/>
                      </a:cubicBezTo>
                      <a:cubicBezTo>
                        <a:pt x="2949838" y="2049222"/>
                        <a:pt x="2943076" y="2139708"/>
                        <a:pt x="2908397" y="2185171"/>
                      </a:cubicBezTo>
                      <a:cubicBezTo>
                        <a:pt x="2867439" y="2238857"/>
                        <a:pt x="2757925" y="2272992"/>
                        <a:pt x="2697015" y="2296298"/>
                      </a:cubicBezTo>
                      <a:cubicBezTo>
                        <a:pt x="2514279" y="2366211"/>
                        <a:pt x="2313173" y="2388867"/>
                        <a:pt x="2119738" y="2358435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145" name="Google Shape;145;p9"/>
                <p:cNvSpPr/>
                <p:nvPr/>
              </p:nvSpPr>
              <p:spPr>
                <a:xfrm>
                  <a:off x="7644056" y="-860227"/>
                  <a:ext cx="2548206" cy="2203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206" h="2203537" extrusionOk="0">
                      <a:moveTo>
                        <a:pt x="1773331" y="1559838"/>
                      </a:moveTo>
                      <a:cubicBezTo>
                        <a:pt x="1591337" y="1430447"/>
                        <a:pt x="1371240" y="1367387"/>
                        <a:pt x="1153597" y="1317427"/>
                      </a:cubicBezTo>
                      <a:cubicBezTo>
                        <a:pt x="935954" y="1267467"/>
                        <a:pt x="713729" y="1227645"/>
                        <a:pt x="509784" y="1136705"/>
                      </a:cubicBezTo>
                      <a:cubicBezTo>
                        <a:pt x="305839" y="1045765"/>
                        <a:pt x="117613" y="894945"/>
                        <a:pt x="36592" y="686858"/>
                      </a:cubicBezTo>
                      <a:cubicBezTo>
                        <a:pt x="-44437" y="478778"/>
                        <a:pt x="9211" y="210614"/>
                        <a:pt x="196491" y="89007"/>
                      </a:cubicBezTo>
                      <a:cubicBezTo>
                        <a:pt x="307482" y="16936"/>
                        <a:pt x="445883" y="3753"/>
                        <a:pt x="578182" y="777"/>
                      </a:cubicBezTo>
                      <a:cubicBezTo>
                        <a:pt x="952097" y="-7628"/>
                        <a:pt x="1332260" y="51396"/>
                        <a:pt x="1669276" y="213574"/>
                      </a:cubicBezTo>
                      <a:cubicBezTo>
                        <a:pt x="2006300" y="375753"/>
                        <a:pt x="2297627" y="646801"/>
                        <a:pt x="2445804" y="990209"/>
                      </a:cubicBezTo>
                      <a:cubicBezTo>
                        <a:pt x="2593982" y="1333616"/>
                        <a:pt x="2586288" y="1749723"/>
                        <a:pt x="2390316" y="2068286"/>
                      </a:cubicBezTo>
                      <a:cubicBezTo>
                        <a:pt x="2342423" y="2146134"/>
                        <a:pt x="2259358" y="2233864"/>
                        <a:pt x="2157832" y="2193278"/>
                      </a:cubicBezTo>
                      <a:cubicBezTo>
                        <a:pt x="2086246" y="2164663"/>
                        <a:pt x="2090925" y="2105760"/>
                        <a:pt x="2081907" y="2039020"/>
                      </a:cubicBezTo>
                      <a:cubicBezTo>
                        <a:pt x="2055261" y="1841708"/>
                        <a:pt x="1933934" y="1674010"/>
                        <a:pt x="1773331" y="155983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146" name="Google Shape;146;p9"/>
                <p:cNvSpPr/>
                <p:nvPr/>
              </p:nvSpPr>
              <p:spPr>
                <a:xfrm rot="10800000">
                  <a:off x="-1950511" y="3213524"/>
                  <a:ext cx="3948978" cy="3124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327" h="2371658" extrusionOk="0">
                      <a:moveTo>
                        <a:pt x="2119723" y="2358427"/>
                      </a:moveTo>
                      <a:cubicBezTo>
                        <a:pt x="1840617" y="2314509"/>
                        <a:pt x="1580351" y="2160509"/>
                        <a:pt x="1407511" y="1937005"/>
                      </a:cubicBezTo>
                      <a:cubicBezTo>
                        <a:pt x="1305380" y="1804933"/>
                        <a:pt x="1234218" y="1652107"/>
                        <a:pt x="1149032" y="1508518"/>
                      </a:cubicBezTo>
                      <a:cubicBezTo>
                        <a:pt x="1063847" y="1364929"/>
                        <a:pt x="959557" y="1225778"/>
                        <a:pt x="813825" y="1144303"/>
                      </a:cubicBezTo>
                      <a:cubicBezTo>
                        <a:pt x="690053" y="1075109"/>
                        <a:pt x="546517" y="1052953"/>
                        <a:pt x="409925" y="1014874"/>
                      </a:cubicBezTo>
                      <a:cubicBezTo>
                        <a:pt x="273333" y="976786"/>
                        <a:pt x="133076" y="915082"/>
                        <a:pt x="56674" y="795618"/>
                      </a:cubicBezTo>
                      <a:cubicBezTo>
                        <a:pt x="-22469" y="671868"/>
                        <a:pt x="-14814" y="504639"/>
                        <a:pt x="55379" y="375611"/>
                      </a:cubicBezTo>
                      <a:cubicBezTo>
                        <a:pt x="125572" y="246576"/>
                        <a:pt x="250488" y="153493"/>
                        <a:pt x="386588" y="98247"/>
                      </a:cubicBezTo>
                      <a:cubicBezTo>
                        <a:pt x="522695" y="43002"/>
                        <a:pt x="670259" y="22413"/>
                        <a:pt x="816695" y="10843"/>
                      </a:cubicBezTo>
                      <a:cubicBezTo>
                        <a:pt x="1147737" y="-15310"/>
                        <a:pt x="1485163" y="2946"/>
                        <a:pt x="1803468" y="97574"/>
                      </a:cubicBezTo>
                      <a:cubicBezTo>
                        <a:pt x="2121775" y="192201"/>
                        <a:pt x="2420719" y="366321"/>
                        <a:pt x="2636113" y="619060"/>
                      </a:cubicBezTo>
                      <a:cubicBezTo>
                        <a:pt x="2847305" y="866870"/>
                        <a:pt x="2965997" y="1184616"/>
                        <a:pt x="2991848" y="1507594"/>
                      </a:cubicBezTo>
                      <a:cubicBezTo>
                        <a:pt x="3004857" y="1670136"/>
                        <a:pt x="2994710" y="1834631"/>
                        <a:pt x="2961333" y="1994249"/>
                      </a:cubicBezTo>
                      <a:cubicBezTo>
                        <a:pt x="2949838" y="2049222"/>
                        <a:pt x="2943076" y="2139708"/>
                        <a:pt x="2908397" y="2185171"/>
                      </a:cubicBezTo>
                      <a:cubicBezTo>
                        <a:pt x="2867439" y="2238857"/>
                        <a:pt x="2757925" y="2272992"/>
                        <a:pt x="2697015" y="2296298"/>
                      </a:cubicBezTo>
                      <a:cubicBezTo>
                        <a:pt x="2514279" y="2366211"/>
                        <a:pt x="2313173" y="2388867"/>
                        <a:pt x="2119738" y="235843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147" name="Google Shape;147;p9"/>
                <p:cNvSpPr/>
                <p:nvPr/>
              </p:nvSpPr>
              <p:spPr>
                <a:xfrm>
                  <a:off x="-1440096" y="4073852"/>
                  <a:ext cx="3093921" cy="2264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3921" h="2264342" extrusionOk="0">
                      <a:moveTo>
                        <a:pt x="813350" y="1979"/>
                      </a:moveTo>
                      <a:cubicBezTo>
                        <a:pt x="1095371" y="19062"/>
                        <a:pt x="1369145" y="147529"/>
                        <a:pt x="1562528" y="353527"/>
                      </a:cubicBezTo>
                      <a:cubicBezTo>
                        <a:pt x="1676797" y="475255"/>
                        <a:pt x="1762218" y="620585"/>
                        <a:pt x="1860715" y="755398"/>
                      </a:cubicBezTo>
                      <a:cubicBezTo>
                        <a:pt x="1959212" y="890203"/>
                        <a:pt x="2076306" y="1018769"/>
                        <a:pt x="2229140" y="1085963"/>
                      </a:cubicBezTo>
                      <a:cubicBezTo>
                        <a:pt x="2358955" y="1143034"/>
                        <a:pt x="2503945" y="1151385"/>
                        <a:pt x="2643551" y="1176260"/>
                      </a:cubicBezTo>
                      <a:cubicBezTo>
                        <a:pt x="2783156" y="1201134"/>
                        <a:pt x="2928661" y="1249179"/>
                        <a:pt x="3016110" y="1360806"/>
                      </a:cubicBezTo>
                      <a:cubicBezTo>
                        <a:pt x="3106695" y="1476438"/>
                        <a:pt x="3115039" y="1643629"/>
                        <a:pt x="3057476" y="1778775"/>
                      </a:cubicBezTo>
                      <a:cubicBezTo>
                        <a:pt x="2999914" y="1913920"/>
                        <a:pt x="2884455" y="2018498"/>
                        <a:pt x="2754239" y="2086480"/>
                      </a:cubicBezTo>
                      <a:cubicBezTo>
                        <a:pt x="2624030" y="2154462"/>
                        <a:pt x="2479093" y="2189036"/>
                        <a:pt x="2334437" y="2214523"/>
                      </a:cubicBezTo>
                      <a:cubicBezTo>
                        <a:pt x="2007400" y="2272147"/>
                        <a:pt x="1669771" y="2286170"/>
                        <a:pt x="1343893" y="2222345"/>
                      </a:cubicBezTo>
                      <a:cubicBezTo>
                        <a:pt x="1018015" y="2158520"/>
                        <a:pt x="703813" y="2013720"/>
                        <a:pt x="465293" y="1782682"/>
                      </a:cubicBezTo>
                      <a:cubicBezTo>
                        <a:pt x="231423" y="1556157"/>
                        <a:pt x="82950" y="1251185"/>
                        <a:pt x="26395" y="932152"/>
                      </a:cubicBezTo>
                      <a:cubicBezTo>
                        <a:pt x="-2061" y="771594"/>
                        <a:pt x="-7664" y="606887"/>
                        <a:pt x="10342" y="444800"/>
                      </a:cubicBezTo>
                      <a:cubicBezTo>
                        <a:pt x="16544" y="388979"/>
                        <a:pt x="14635" y="298266"/>
                        <a:pt x="44818" y="249699"/>
                      </a:cubicBezTo>
                      <a:cubicBezTo>
                        <a:pt x="80467" y="192348"/>
                        <a:pt x="186225" y="147923"/>
                        <a:pt x="244636" y="118907"/>
                      </a:cubicBezTo>
                      <a:cubicBezTo>
                        <a:pt x="419868" y="31882"/>
                        <a:pt x="617893" y="-9863"/>
                        <a:pt x="813357" y="1972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148" name="Google Shape;148;p9"/>
                <p:cNvSpPr/>
                <p:nvPr/>
              </p:nvSpPr>
              <p:spPr>
                <a:xfrm>
                  <a:off x="-1362316" y="3724032"/>
                  <a:ext cx="2326696" cy="2517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696" h="2517627" extrusionOk="0">
                      <a:moveTo>
                        <a:pt x="800137" y="722496"/>
                      </a:moveTo>
                      <a:cubicBezTo>
                        <a:pt x="951563" y="886613"/>
                        <a:pt x="1153941" y="993682"/>
                        <a:pt x="1356614" y="1087416"/>
                      </a:cubicBezTo>
                      <a:cubicBezTo>
                        <a:pt x="1559287" y="1181150"/>
                        <a:pt x="1768541" y="1265912"/>
                        <a:pt x="1949369" y="1396931"/>
                      </a:cubicBezTo>
                      <a:cubicBezTo>
                        <a:pt x="2130197" y="1527950"/>
                        <a:pt x="2283304" y="1714321"/>
                        <a:pt x="2319710" y="1934637"/>
                      </a:cubicBezTo>
                      <a:cubicBezTo>
                        <a:pt x="2356117" y="2154953"/>
                        <a:pt x="2248366" y="2406299"/>
                        <a:pt x="2040037" y="2486707"/>
                      </a:cubicBezTo>
                      <a:cubicBezTo>
                        <a:pt x="1916574" y="2534358"/>
                        <a:pt x="1778430" y="2518737"/>
                        <a:pt x="1648350" y="2494385"/>
                      </a:cubicBezTo>
                      <a:cubicBezTo>
                        <a:pt x="1280727" y="2425555"/>
                        <a:pt x="920896" y="2289463"/>
                        <a:pt x="624526" y="2061309"/>
                      </a:cubicBezTo>
                      <a:cubicBezTo>
                        <a:pt x="328156" y="1833156"/>
                        <a:pt x="98943" y="1507891"/>
                        <a:pt x="24707" y="1141321"/>
                      </a:cubicBezTo>
                      <a:cubicBezTo>
                        <a:pt x="-49522" y="774751"/>
                        <a:pt x="43758" y="369162"/>
                        <a:pt x="301170" y="97818"/>
                      </a:cubicBezTo>
                      <a:cubicBezTo>
                        <a:pt x="364078" y="31510"/>
                        <a:pt x="463439" y="-37214"/>
                        <a:pt x="554424" y="23415"/>
                      </a:cubicBezTo>
                      <a:cubicBezTo>
                        <a:pt x="618575" y="66167"/>
                        <a:pt x="601863" y="122844"/>
                        <a:pt x="596926" y="190007"/>
                      </a:cubicBezTo>
                      <a:cubicBezTo>
                        <a:pt x="582342" y="388577"/>
                        <a:pt x="666506" y="577674"/>
                        <a:pt x="800137" y="722504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</p:grpSp>
          <p:grpSp>
            <p:nvGrpSpPr>
              <p:cNvPr id="149" name="Google Shape;149;p9"/>
              <p:cNvGrpSpPr/>
              <p:nvPr/>
            </p:nvGrpSpPr>
            <p:grpSpPr>
              <a:xfrm rot="10800000" flipH="1">
                <a:off x="225825" y="197725"/>
                <a:ext cx="345082" cy="313063"/>
                <a:chOff x="7902894" y="4321850"/>
                <a:chExt cx="345082" cy="313063"/>
              </a:xfrm>
            </p:grpSpPr>
            <p:sp>
              <p:nvSpPr>
                <p:cNvPr id="150" name="Google Shape;150;p9"/>
                <p:cNvSpPr/>
                <p:nvPr/>
              </p:nvSpPr>
              <p:spPr>
                <a:xfrm rot="5400000">
                  <a:off x="8138476" y="4525413"/>
                  <a:ext cx="109500" cy="1095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cxnSp>
              <p:nvCxnSpPr>
                <p:cNvPr id="151" name="Google Shape;151;p9"/>
                <p:cNvCxnSpPr>
                  <a:stCxn id="152" idx="7"/>
                  <a:endCxn id="150" idx="3"/>
                </p:cNvCxnSpPr>
                <p:nvPr/>
              </p:nvCxnSpPr>
              <p:spPr>
                <a:xfrm>
                  <a:off x="7996358" y="4415314"/>
                  <a:ext cx="158100" cy="126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2" name="Google Shape;152;p9"/>
                <p:cNvSpPr/>
                <p:nvPr/>
              </p:nvSpPr>
              <p:spPr>
                <a:xfrm rot="5400000">
                  <a:off x="7902894" y="4321850"/>
                  <a:ext cx="109500" cy="1095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</p:grpSp>
        </p:grpSp>
        <p:grpSp>
          <p:nvGrpSpPr>
            <p:cNvPr id="153" name="Google Shape;153;p9"/>
            <p:cNvGrpSpPr/>
            <p:nvPr/>
          </p:nvGrpSpPr>
          <p:grpSpPr>
            <a:xfrm>
              <a:off x="8710500" y="4079775"/>
              <a:ext cx="207675" cy="866000"/>
              <a:chOff x="8484425" y="1540950"/>
              <a:chExt cx="207675" cy="866000"/>
            </a:xfrm>
          </p:grpSpPr>
          <p:sp>
            <p:nvSpPr>
              <p:cNvPr id="154" name="Google Shape;154;p9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"/>
          </p:nvPr>
        </p:nvSpPr>
        <p:spPr>
          <a:xfrm>
            <a:off x="720000" y="2141272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2"/>
          </p:nvPr>
        </p:nvSpPr>
        <p:spPr>
          <a:xfrm>
            <a:off x="3354300" y="2141272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3"/>
          </p:nvPr>
        </p:nvSpPr>
        <p:spPr>
          <a:xfrm>
            <a:off x="720000" y="3963351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4"/>
          </p:nvPr>
        </p:nvSpPr>
        <p:spPr>
          <a:xfrm>
            <a:off x="3354300" y="3963351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5"/>
          </p:nvPr>
        </p:nvSpPr>
        <p:spPr>
          <a:xfrm>
            <a:off x="5988599" y="2141272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6"/>
          </p:nvPr>
        </p:nvSpPr>
        <p:spPr>
          <a:xfrm>
            <a:off x="5988599" y="3963351"/>
            <a:ext cx="243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1291900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8" hasCustomPrompt="1"/>
          </p:nvPr>
        </p:nvSpPr>
        <p:spPr>
          <a:xfrm>
            <a:off x="796200" y="3117176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9" hasCustomPrompt="1"/>
          </p:nvPr>
        </p:nvSpPr>
        <p:spPr>
          <a:xfrm>
            <a:off x="3430501" y="1291900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13" hasCustomPrompt="1"/>
          </p:nvPr>
        </p:nvSpPr>
        <p:spPr>
          <a:xfrm>
            <a:off x="3430501" y="3117176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4" hasCustomPrompt="1"/>
          </p:nvPr>
        </p:nvSpPr>
        <p:spPr>
          <a:xfrm>
            <a:off x="6064800" y="1291900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" name="Google Shape;198;p13"/>
          <p:cNvSpPr txBox="1">
            <a:spLocks noGrp="1"/>
          </p:cNvSpPr>
          <p:nvPr>
            <p:ph type="title" idx="15" hasCustomPrompt="1"/>
          </p:nvPr>
        </p:nvSpPr>
        <p:spPr>
          <a:xfrm>
            <a:off x="6064800" y="3117176"/>
            <a:ext cx="776100" cy="411300"/>
          </a:xfrm>
          <a:prstGeom prst="rect">
            <a:avLst/>
          </a:prstGeom>
          <a:solidFill>
            <a:srgbClr val="DFE5FD">
              <a:alpha val="556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16"/>
          </p:nvPr>
        </p:nvSpPr>
        <p:spPr>
          <a:xfrm>
            <a:off x="720000" y="1778008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17"/>
          </p:nvPr>
        </p:nvSpPr>
        <p:spPr>
          <a:xfrm>
            <a:off x="3354300" y="1778008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18"/>
          </p:nvPr>
        </p:nvSpPr>
        <p:spPr>
          <a:xfrm>
            <a:off x="5988599" y="1778008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19"/>
          </p:nvPr>
        </p:nvSpPr>
        <p:spPr>
          <a:xfrm>
            <a:off x="720000" y="3599569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20"/>
          </p:nvPr>
        </p:nvSpPr>
        <p:spPr>
          <a:xfrm>
            <a:off x="3354300" y="3599569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21"/>
          </p:nvPr>
        </p:nvSpPr>
        <p:spPr>
          <a:xfrm>
            <a:off x="5988599" y="3599569"/>
            <a:ext cx="243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05" name="Google Shape;205;p13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206" name="Google Shape;206;p13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207" name="Google Shape;207;p13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213" name="Google Shape;213;p13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214" name="Google Shape;214;p13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1"/>
          </p:nvPr>
        </p:nvSpPr>
        <p:spPr>
          <a:xfrm>
            <a:off x="4182083" y="2424925"/>
            <a:ext cx="29754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2"/>
          </p:nvPr>
        </p:nvSpPr>
        <p:spPr>
          <a:xfrm>
            <a:off x="720000" y="2424925"/>
            <a:ext cx="29754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3"/>
          </p:nvPr>
        </p:nvSpPr>
        <p:spPr>
          <a:xfrm>
            <a:off x="720012" y="1942225"/>
            <a:ext cx="2975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4"/>
          </p:nvPr>
        </p:nvSpPr>
        <p:spPr>
          <a:xfrm>
            <a:off x="4182099" y="1942225"/>
            <a:ext cx="2975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60" name="Google Shape;360;p21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361" name="Google Shape;361;p21"/>
            <p:cNvGrpSpPr/>
            <p:nvPr/>
          </p:nvGrpSpPr>
          <p:grpSpPr>
            <a:xfrm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362" name="Google Shape;362;p21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368" name="Google Shape;368;p21"/>
            <p:cNvGrpSpPr/>
            <p:nvPr/>
          </p:nvGrpSpPr>
          <p:grpSpPr>
            <a:xfrm flipH="1">
              <a:off x="8573093" y="4632712"/>
              <a:ext cx="345082" cy="313063"/>
              <a:chOff x="7902894" y="4321850"/>
              <a:chExt cx="345082" cy="313063"/>
            </a:xfrm>
          </p:grpSpPr>
          <p:sp>
            <p:nvSpPr>
              <p:cNvPr id="369" name="Google Shape;369;p21"/>
              <p:cNvSpPr/>
              <p:nvPr/>
            </p:nvSpPr>
            <p:spPr>
              <a:xfrm rot="5400000">
                <a:off x="7902894" y="4321850"/>
                <a:ext cx="109500" cy="109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 rot="5400000">
                <a:off x="8138476" y="4525413"/>
                <a:ext cx="109500" cy="109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cxnSp>
            <p:nvCxnSpPr>
              <p:cNvPr id="371" name="Google Shape;371;p21"/>
              <p:cNvCxnSpPr>
                <a:stCxn id="369" idx="7"/>
                <a:endCxn id="370" idx="3"/>
              </p:cNvCxnSpPr>
              <p:nvPr/>
            </p:nvCxnSpPr>
            <p:spPr>
              <a:xfrm>
                <a:off x="7996358" y="4415314"/>
                <a:ext cx="158100" cy="12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72" name="Google Shape;372;p21"/>
            <p:cNvGrpSpPr/>
            <p:nvPr/>
          </p:nvGrpSpPr>
          <p:grpSpPr>
            <a:xfrm flipH="1">
              <a:off x="225825" y="197725"/>
              <a:ext cx="207675" cy="866000"/>
              <a:chOff x="8484425" y="1540950"/>
              <a:chExt cx="207675" cy="866000"/>
            </a:xfrm>
          </p:grpSpPr>
          <p:sp>
            <p:nvSpPr>
              <p:cNvPr id="373" name="Google Shape;373;p21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2"/>
          <p:cNvSpPr txBox="1">
            <a:spLocks noGrp="1"/>
          </p:cNvSpPr>
          <p:nvPr>
            <p:ph type="subTitle" idx="1"/>
          </p:nvPr>
        </p:nvSpPr>
        <p:spPr>
          <a:xfrm>
            <a:off x="4494176" y="1619825"/>
            <a:ext cx="3254100" cy="21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22"/>
          <p:cNvSpPr txBox="1">
            <a:spLocks noGrp="1"/>
          </p:cNvSpPr>
          <p:nvPr>
            <p:ph type="subTitle" idx="2"/>
          </p:nvPr>
        </p:nvSpPr>
        <p:spPr>
          <a:xfrm>
            <a:off x="720000" y="1619825"/>
            <a:ext cx="3254100" cy="21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1" name="Google Shape;381;p22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382" name="Google Shape;382;p22"/>
            <p:cNvGrpSpPr/>
            <p:nvPr/>
          </p:nvGrpSpPr>
          <p:grpSpPr>
            <a:xfrm>
              <a:off x="-1950511" y="-1220800"/>
              <a:ext cx="12906801" cy="7558994"/>
              <a:chOff x="-1950511" y="-1220800"/>
              <a:chExt cx="12906801" cy="7558994"/>
            </a:xfrm>
          </p:grpSpPr>
          <p:grpSp>
            <p:nvGrpSpPr>
              <p:cNvPr id="383" name="Google Shape;383;p22"/>
              <p:cNvGrpSpPr/>
              <p:nvPr/>
            </p:nvGrpSpPr>
            <p:grpSpPr>
              <a:xfrm>
                <a:off x="-1950511" y="-1220800"/>
                <a:ext cx="12906801" cy="7558994"/>
                <a:chOff x="-1950511" y="-1220800"/>
                <a:chExt cx="12906801" cy="7558994"/>
              </a:xfrm>
            </p:grpSpPr>
            <p:sp>
              <p:nvSpPr>
                <p:cNvPr id="384" name="Google Shape;384;p22"/>
                <p:cNvSpPr/>
                <p:nvPr/>
              </p:nvSpPr>
              <p:spPr>
                <a:xfrm rot="10800000">
                  <a:off x="6880049" y="-1220800"/>
                  <a:ext cx="4076241" cy="2983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3921" h="2264342" extrusionOk="0">
                      <a:moveTo>
                        <a:pt x="813350" y="1979"/>
                      </a:moveTo>
                      <a:cubicBezTo>
                        <a:pt x="1095371" y="19062"/>
                        <a:pt x="1369145" y="147529"/>
                        <a:pt x="1562528" y="353527"/>
                      </a:cubicBezTo>
                      <a:cubicBezTo>
                        <a:pt x="1676797" y="475255"/>
                        <a:pt x="1762218" y="620585"/>
                        <a:pt x="1860715" y="755398"/>
                      </a:cubicBezTo>
                      <a:cubicBezTo>
                        <a:pt x="1959212" y="890203"/>
                        <a:pt x="2076306" y="1018769"/>
                        <a:pt x="2229140" y="1085963"/>
                      </a:cubicBezTo>
                      <a:cubicBezTo>
                        <a:pt x="2358955" y="1143034"/>
                        <a:pt x="2503945" y="1151385"/>
                        <a:pt x="2643551" y="1176260"/>
                      </a:cubicBezTo>
                      <a:cubicBezTo>
                        <a:pt x="2783156" y="1201134"/>
                        <a:pt x="2928661" y="1249179"/>
                        <a:pt x="3016110" y="1360806"/>
                      </a:cubicBezTo>
                      <a:cubicBezTo>
                        <a:pt x="3106695" y="1476438"/>
                        <a:pt x="3115039" y="1643629"/>
                        <a:pt x="3057476" y="1778775"/>
                      </a:cubicBezTo>
                      <a:cubicBezTo>
                        <a:pt x="2999914" y="1913920"/>
                        <a:pt x="2884455" y="2018498"/>
                        <a:pt x="2754239" y="2086480"/>
                      </a:cubicBezTo>
                      <a:cubicBezTo>
                        <a:pt x="2624030" y="2154462"/>
                        <a:pt x="2479093" y="2189036"/>
                        <a:pt x="2334437" y="2214523"/>
                      </a:cubicBezTo>
                      <a:cubicBezTo>
                        <a:pt x="2007400" y="2272147"/>
                        <a:pt x="1669771" y="2286170"/>
                        <a:pt x="1343893" y="2222345"/>
                      </a:cubicBezTo>
                      <a:cubicBezTo>
                        <a:pt x="1018015" y="2158520"/>
                        <a:pt x="703813" y="2013720"/>
                        <a:pt x="465293" y="1782682"/>
                      </a:cubicBezTo>
                      <a:cubicBezTo>
                        <a:pt x="231423" y="1556157"/>
                        <a:pt x="82950" y="1251185"/>
                        <a:pt x="26395" y="932152"/>
                      </a:cubicBezTo>
                      <a:cubicBezTo>
                        <a:pt x="-2061" y="771594"/>
                        <a:pt x="-7664" y="606887"/>
                        <a:pt x="10342" y="444800"/>
                      </a:cubicBezTo>
                      <a:cubicBezTo>
                        <a:pt x="16544" y="388979"/>
                        <a:pt x="14635" y="298266"/>
                        <a:pt x="44818" y="249699"/>
                      </a:cubicBezTo>
                      <a:cubicBezTo>
                        <a:pt x="80467" y="192348"/>
                        <a:pt x="186225" y="147923"/>
                        <a:pt x="244636" y="118907"/>
                      </a:cubicBezTo>
                      <a:cubicBezTo>
                        <a:pt x="419868" y="31882"/>
                        <a:pt x="617893" y="-9863"/>
                        <a:pt x="813357" y="197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85" name="Google Shape;385;p22"/>
                <p:cNvSpPr/>
                <p:nvPr/>
              </p:nvSpPr>
              <p:spPr>
                <a:xfrm>
                  <a:off x="7768342" y="-1165905"/>
                  <a:ext cx="2997327" cy="2371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327" h="2371658" extrusionOk="0">
                      <a:moveTo>
                        <a:pt x="2119723" y="2358427"/>
                      </a:moveTo>
                      <a:cubicBezTo>
                        <a:pt x="1840617" y="2314509"/>
                        <a:pt x="1580351" y="2160509"/>
                        <a:pt x="1407511" y="1937005"/>
                      </a:cubicBezTo>
                      <a:cubicBezTo>
                        <a:pt x="1305380" y="1804933"/>
                        <a:pt x="1234218" y="1652107"/>
                        <a:pt x="1149032" y="1508518"/>
                      </a:cubicBezTo>
                      <a:cubicBezTo>
                        <a:pt x="1063847" y="1364929"/>
                        <a:pt x="959557" y="1225778"/>
                        <a:pt x="813825" y="1144303"/>
                      </a:cubicBezTo>
                      <a:cubicBezTo>
                        <a:pt x="690053" y="1075109"/>
                        <a:pt x="546517" y="1052953"/>
                        <a:pt x="409925" y="1014874"/>
                      </a:cubicBezTo>
                      <a:cubicBezTo>
                        <a:pt x="273333" y="976786"/>
                        <a:pt x="133076" y="915082"/>
                        <a:pt x="56674" y="795618"/>
                      </a:cubicBezTo>
                      <a:cubicBezTo>
                        <a:pt x="-22469" y="671868"/>
                        <a:pt x="-14814" y="504639"/>
                        <a:pt x="55379" y="375611"/>
                      </a:cubicBezTo>
                      <a:cubicBezTo>
                        <a:pt x="125572" y="246576"/>
                        <a:pt x="250488" y="153493"/>
                        <a:pt x="386588" y="98247"/>
                      </a:cubicBezTo>
                      <a:cubicBezTo>
                        <a:pt x="522695" y="43002"/>
                        <a:pt x="670259" y="22413"/>
                        <a:pt x="816695" y="10843"/>
                      </a:cubicBezTo>
                      <a:cubicBezTo>
                        <a:pt x="1147737" y="-15310"/>
                        <a:pt x="1485163" y="2946"/>
                        <a:pt x="1803468" y="97574"/>
                      </a:cubicBezTo>
                      <a:cubicBezTo>
                        <a:pt x="2121775" y="192201"/>
                        <a:pt x="2420719" y="366321"/>
                        <a:pt x="2636113" y="619060"/>
                      </a:cubicBezTo>
                      <a:cubicBezTo>
                        <a:pt x="2847305" y="866870"/>
                        <a:pt x="2965997" y="1184616"/>
                        <a:pt x="2991848" y="1507594"/>
                      </a:cubicBezTo>
                      <a:cubicBezTo>
                        <a:pt x="3004857" y="1670136"/>
                        <a:pt x="2994710" y="1834631"/>
                        <a:pt x="2961333" y="1994249"/>
                      </a:cubicBezTo>
                      <a:cubicBezTo>
                        <a:pt x="2949838" y="2049222"/>
                        <a:pt x="2943076" y="2139708"/>
                        <a:pt x="2908397" y="2185171"/>
                      </a:cubicBezTo>
                      <a:cubicBezTo>
                        <a:pt x="2867439" y="2238857"/>
                        <a:pt x="2757925" y="2272992"/>
                        <a:pt x="2697015" y="2296298"/>
                      </a:cubicBezTo>
                      <a:cubicBezTo>
                        <a:pt x="2514279" y="2366211"/>
                        <a:pt x="2313173" y="2388867"/>
                        <a:pt x="2119738" y="2358435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86" name="Google Shape;386;p22"/>
                <p:cNvSpPr/>
                <p:nvPr/>
              </p:nvSpPr>
              <p:spPr>
                <a:xfrm>
                  <a:off x="7644056" y="-860227"/>
                  <a:ext cx="2548206" cy="2203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206" h="2203537" extrusionOk="0">
                      <a:moveTo>
                        <a:pt x="1773331" y="1559838"/>
                      </a:moveTo>
                      <a:cubicBezTo>
                        <a:pt x="1591337" y="1430447"/>
                        <a:pt x="1371240" y="1367387"/>
                        <a:pt x="1153597" y="1317427"/>
                      </a:cubicBezTo>
                      <a:cubicBezTo>
                        <a:pt x="935954" y="1267467"/>
                        <a:pt x="713729" y="1227645"/>
                        <a:pt x="509784" y="1136705"/>
                      </a:cubicBezTo>
                      <a:cubicBezTo>
                        <a:pt x="305839" y="1045765"/>
                        <a:pt x="117613" y="894945"/>
                        <a:pt x="36592" y="686858"/>
                      </a:cubicBezTo>
                      <a:cubicBezTo>
                        <a:pt x="-44437" y="478778"/>
                        <a:pt x="9211" y="210614"/>
                        <a:pt x="196491" y="89007"/>
                      </a:cubicBezTo>
                      <a:cubicBezTo>
                        <a:pt x="307482" y="16936"/>
                        <a:pt x="445883" y="3753"/>
                        <a:pt x="578182" y="777"/>
                      </a:cubicBezTo>
                      <a:cubicBezTo>
                        <a:pt x="952097" y="-7628"/>
                        <a:pt x="1332260" y="51396"/>
                        <a:pt x="1669276" y="213574"/>
                      </a:cubicBezTo>
                      <a:cubicBezTo>
                        <a:pt x="2006300" y="375753"/>
                        <a:pt x="2297627" y="646801"/>
                        <a:pt x="2445804" y="990209"/>
                      </a:cubicBezTo>
                      <a:cubicBezTo>
                        <a:pt x="2593982" y="1333616"/>
                        <a:pt x="2586288" y="1749723"/>
                        <a:pt x="2390316" y="2068286"/>
                      </a:cubicBezTo>
                      <a:cubicBezTo>
                        <a:pt x="2342423" y="2146134"/>
                        <a:pt x="2259358" y="2233864"/>
                        <a:pt x="2157832" y="2193278"/>
                      </a:cubicBezTo>
                      <a:cubicBezTo>
                        <a:pt x="2086246" y="2164663"/>
                        <a:pt x="2090925" y="2105760"/>
                        <a:pt x="2081907" y="2039020"/>
                      </a:cubicBezTo>
                      <a:cubicBezTo>
                        <a:pt x="2055261" y="1841708"/>
                        <a:pt x="1933934" y="1674010"/>
                        <a:pt x="1773331" y="155983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87" name="Google Shape;387;p22"/>
                <p:cNvSpPr/>
                <p:nvPr/>
              </p:nvSpPr>
              <p:spPr>
                <a:xfrm rot="10800000">
                  <a:off x="-1950511" y="3213524"/>
                  <a:ext cx="3948978" cy="3124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327" h="2371658" extrusionOk="0">
                      <a:moveTo>
                        <a:pt x="2119723" y="2358427"/>
                      </a:moveTo>
                      <a:cubicBezTo>
                        <a:pt x="1840617" y="2314509"/>
                        <a:pt x="1580351" y="2160509"/>
                        <a:pt x="1407511" y="1937005"/>
                      </a:cubicBezTo>
                      <a:cubicBezTo>
                        <a:pt x="1305380" y="1804933"/>
                        <a:pt x="1234218" y="1652107"/>
                        <a:pt x="1149032" y="1508518"/>
                      </a:cubicBezTo>
                      <a:cubicBezTo>
                        <a:pt x="1063847" y="1364929"/>
                        <a:pt x="959557" y="1225778"/>
                        <a:pt x="813825" y="1144303"/>
                      </a:cubicBezTo>
                      <a:cubicBezTo>
                        <a:pt x="690053" y="1075109"/>
                        <a:pt x="546517" y="1052953"/>
                        <a:pt x="409925" y="1014874"/>
                      </a:cubicBezTo>
                      <a:cubicBezTo>
                        <a:pt x="273333" y="976786"/>
                        <a:pt x="133076" y="915082"/>
                        <a:pt x="56674" y="795618"/>
                      </a:cubicBezTo>
                      <a:cubicBezTo>
                        <a:pt x="-22469" y="671868"/>
                        <a:pt x="-14814" y="504639"/>
                        <a:pt x="55379" y="375611"/>
                      </a:cubicBezTo>
                      <a:cubicBezTo>
                        <a:pt x="125572" y="246576"/>
                        <a:pt x="250488" y="153493"/>
                        <a:pt x="386588" y="98247"/>
                      </a:cubicBezTo>
                      <a:cubicBezTo>
                        <a:pt x="522695" y="43002"/>
                        <a:pt x="670259" y="22413"/>
                        <a:pt x="816695" y="10843"/>
                      </a:cubicBezTo>
                      <a:cubicBezTo>
                        <a:pt x="1147737" y="-15310"/>
                        <a:pt x="1485163" y="2946"/>
                        <a:pt x="1803468" y="97574"/>
                      </a:cubicBezTo>
                      <a:cubicBezTo>
                        <a:pt x="2121775" y="192201"/>
                        <a:pt x="2420719" y="366321"/>
                        <a:pt x="2636113" y="619060"/>
                      </a:cubicBezTo>
                      <a:cubicBezTo>
                        <a:pt x="2847305" y="866870"/>
                        <a:pt x="2965997" y="1184616"/>
                        <a:pt x="2991848" y="1507594"/>
                      </a:cubicBezTo>
                      <a:cubicBezTo>
                        <a:pt x="3004857" y="1670136"/>
                        <a:pt x="2994710" y="1834631"/>
                        <a:pt x="2961333" y="1994249"/>
                      </a:cubicBezTo>
                      <a:cubicBezTo>
                        <a:pt x="2949838" y="2049222"/>
                        <a:pt x="2943076" y="2139708"/>
                        <a:pt x="2908397" y="2185171"/>
                      </a:cubicBezTo>
                      <a:cubicBezTo>
                        <a:pt x="2867439" y="2238857"/>
                        <a:pt x="2757925" y="2272992"/>
                        <a:pt x="2697015" y="2296298"/>
                      </a:cubicBezTo>
                      <a:cubicBezTo>
                        <a:pt x="2514279" y="2366211"/>
                        <a:pt x="2313173" y="2388867"/>
                        <a:pt x="2119738" y="235843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88" name="Google Shape;388;p22"/>
                <p:cNvSpPr/>
                <p:nvPr/>
              </p:nvSpPr>
              <p:spPr>
                <a:xfrm>
                  <a:off x="-1440096" y="4073852"/>
                  <a:ext cx="3093921" cy="2264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3921" h="2264342" extrusionOk="0">
                      <a:moveTo>
                        <a:pt x="813350" y="1979"/>
                      </a:moveTo>
                      <a:cubicBezTo>
                        <a:pt x="1095371" y="19062"/>
                        <a:pt x="1369145" y="147529"/>
                        <a:pt x="1562528" y="353527"/>
                      </a:cubicBezTo>
                      <a:cubicBezTo>
                        <a:pt x="1676797" y="475255"/>
                        <a:pt x="1762218" y="620585"/>
                        <a:pt x="1860715" y="755398"/>
                      </a:cubicBezTo>
                      <a:cubicBezTo>
                        <a:pt x="1959212" y="890203"/>
                        <a:pt x="2076306" y="1018769"/>
                        <a:pt x="2229140" y="1085963"/>
                      </a:cubicBezTo>
                      <a:cubicBezTo>
                        <a:pt x="2358955" y="1143034"/>
                        <a:pt x="2503945" y="1151385"/>
                        <a:pt x="2643551" y="1176260"/>
                      </a:cubicBezTo>
                      <a:cubicBezTo>
                        <a:pt x="2783156" y="1201134"/>
                        <a:pt x="2928661" y="1249179"/>
                        <a:pt x="3016110" y="1360806"/>
                      </a:cubicBezTo>
                      <a:cubicBezTo>
                        <a:pt x="3106695" y="1476438"/>
                        <a:pt x="3115039" y="1643629"/>
                        <a:pt x="3057476" y="1778775"/>
                      </a:cubicBezTo>
                      <a:cubicBezTo>
                        <a:pt x="2999914" y="1913920"/>
                        <a:pt x="2884455" y="2018498"/>
                        <a:pt x="2754239" y="2086480"/>
                      </a:cubicBezTo>
                      <a:cubicBezTo>
                        <a:pt x="2624030" y="2154462"/>
                        <a:pt x="2479093" y="2189036"/>
                        <a:pt x="2334437" y="2214523"/>
                      </a:cubicBezTo>
                      <a:cubicBezTo>
                        <a:pt x="2007400" y="2272147"/>
                        <a:pt x="1669771" y="2286170"/>
                        <a:pt x="1343893" y="2222345"/>
                      </a:cubicBezTo>
                      <a:cubicBezTo>
                        <a:pt x="1018015" y="2158520"/>
                        <a:pt x="703813" y="2013720"/>
                        <a:pt x="465293" y="1782682"/>
                      </a:cubicBezTo>
                      <a:cubicBezTo>
                        <a:pt x="231423" y="1556157"/>
                        <a:pt x="82950" y="1251185"/>
                        <a:pt x="26395" y="932152"/>
                      </a:cubicBezTo>
                      <a:cubicBezTo>
                        <a:pt x="-2061" y="771594"/>
                        <a:pt x="-7664" y="606887"/>
                        <a:pt x="10342" y="444800"/>
                      </a:cubicBezTo>
                      <a:cubicBezTo>
                        <a:pt x="16544" y="388979"/>
                        <a:pt x="14635" y="298266"/>
                        <a:pt x="44818" y="249699"/>
                      </a:cubicBezTo>
                      <a:cubicBezTo>
                        <a:pt x="80467" y="192348"/>
                        <a:pt x="186225" y="147923"/>
                        <a:pt x="244636" y="118907"/>
                      </a:cubicBezTo>
                      <a:cubicBezTo>
                        <a:pt x="419868" y="31882"/>
                        <a:pt x="617893" y="-9863"/>
                        <a:pt x="813357" y="1972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89" name="Google Shape;389;p22"/>
                <p:cNvSpPr/>
                <p:nvPr/>
              </p:nvSpPr>
              <p:spPr>
                <a:xfrm>
                  <a:off x="-1362316" y="3724032"/>
                  <a:ext cx="2326696" cy="2517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696" h="2517627" extrusionOk="0">
                      <a:moveTo>
                        <a:pt x="800137" y="722496"/>
                      </a:moveTo>
                      <a:cubicBezTo>
                        <a:pt x="951563" y="886613"/>
                        <a:pt x="1153941" y="993682"/>
                        <a:pt x="1356614" y="1087416"/>
                      </a:cubicBezTo>
                      <a:cubicBezTo>
                        <a:pt x="1559287" y="1181150"/>
                        <a:pt x="1768541" y="1265912"/>
                        <a:pt x="1949369" y="1396931"/>
                      </a:cubicBezTo>
                      <a:cubicBezTo>
                        <a:pt x="2130197" y="1527950"/>
                        <a:pt x="2283304" y="1714321"/>
                        <a:pt x="2319710" y="1934637"/>
                      </a:cubicBezTo>
                      <a:cubicBezTo>
                        <a:pt x="2356117" y="2154953"/>
                        <a:pt x="2248366" y="2406299"/>
                        <a:pt x="2040037" y="2486707"/>
                      </a:cubicBezTo>
                      <a:cubicBezTo>
                        <a:pt x="1916574" y="2534358"/>
                        <a:pt x="1778430" y="2518737"/>
                        <a:pt x="1648350" y="2494385"/>
                      </a:cubicBezTo>
                      <a:cubicBezTo>
                        <a:pt x="1280727" y="2425555"/>
                        <a:pt x="920896" y="2289463"/>
                        <a:pt x="624526" y="2061309"/>
                      </a:cubicBezTo>
                      <a:cubicBezTo>
                        <a:pt x="328156" y="1833156"/>
                        <a:pt x="98943" y="1507891"/>
                        <a:pt x="24707" y="1141321"/>
                      </a:cubicBezTo>
                      <a:cubicBezTo>
                        <a:pt x="-49522" y="774751"/>
                        <a:pt x="43758" y="369162"/>
                        <a:pt x="301170" y="97818"/>
                      </a:cubicBezTo>
                      <a:cubicBezTo>
                        <a:pt x="364078" y="31510"/>
                        <a:pt x="463439" y="-37214"/>
                        <a:pt x="554424" y="23415"/>
                      </a:cubicBezTo>
                      <a:cubicBezTo>
                        <a:pt x="618575" y="66167"/>
                        <a:pt x="601863" y="122844"/>
                        <a:pt x="596926" y="190007"/>
                      </a:cubicBezTo>
                      <a:cubicBezTo>
                        <a:pt x="582342" y="388577"/>
                        <a:pt x="666506" y="577674"/>
                        <a:pt x="800137" y="722504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</p:grpSp>
          <p:grpSp>
            <p:nvGrpSpPr>
              <p:cNvPr id="390" name="Google Shape;390;p22"/>
              <p:cNvGrpSpPr/>
              <p:nvPr/>
            </p:nvGrpSpPr>
            <p:grpSpPr>
              <a:xfrm rot="10800000" flipH="1">
                <a:off x="225825" y="197725"/>
                <a:ext cx="345082" cy="313063"/>
                <a:chOff x="7902894" y="4321850"/>
                <a:chExt cx="345082" cy="313063"/>
              </a:xfrm>
            </p:grpSpPr>
            <p:sp>
              <p:nvSpPr>
                <p:cNvPr id="391" name="Google Shape;391;p22"/>
                <p:cNvSpPr/>
                <p:nvPr/>
              </p:nvSpPr>
              <p:spPr>
                <a:xfrm rot="5400000">
                  <a:off x="7902894" y="4321850"/>
                  <a:ext cx="109500" cy="1095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sp>
              <p:nvSpPr>
                <p:cNvPr id="392" name="Google Shape;392;p22"/>
                <p:cNvSpPr/>
                <p:nvPr/>
              </p:nvSpPr>
              <p:spPr>
                <a:xfrm rot="5400000">
                  <a:off x="8138476" y="4525413"/>
                  <a:ext cx="109500" cy="1095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Epilogue"/>
                    <a:ea typeface="Epilogue"/>
                    <a:cs typeface="Epilogue"/>
                    <a:sym typeface="Epilogue"/>
                  </a:endParaRPr>
                </a:p>
              </p:txBody>
            </p:sp>
            <p:cxnSp>
              <p:nvCxnSpPr>
                <p:cNvPr id="393" name="Google Shape;393;p22"/>
                <p:cNvCxnSpPr>
                  <a:stCxn id="391" idx="7"/>
                  <a:endCxn id="392" idx="3"/>
                </p:cNvCxnSpPr>
                <p:nvPr/>
              </p:nvCxnSpPr>
              <p:spPr>
                <a:xfrm>
                  <a:off x="7996358" y="4415314"/>
                  <a:ext cx="158100" cy="126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94" name="Google Shape;394;p22"/>
            <p:cNvGrpSpPr/>
            <p:nvPr/>
          </p:nvGrpSpPr>
          <p:grpSpPr>
            <a:xfrm>
              <a:off x="8710500" y="4079775"/>
              <a:ext cx="207675" cy="866000"/>
              <a:chOff x="8484425" y="1540950"/>
              <a:chExt cx="207675" cy="866000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23"/>
          <p:cNvSpPr txBox="1">
            <a:spLocks noGrp="1"/>
          </p:cNvSpPr>
          <p:nvPr>
            <p:ph type="subTitle" idx="1"/>
          </p:nvPr>
        </p:nvSpPr>
        <p:spPr>
          <a:xfrm>
            <a:off x="720000" y="2425774"/>
            <a:ext cx="2407200" cy="8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23"/>
          <p:cNvSpPr txBox="1">
            <a:spLocks noGrp="1"/>
          </p:cNvSpPr>
          <p:nvPr>
            <p:ph type="subTitle" idx="2"/>
          </p:nvPr>
        </p:nvSpPr>
        <p:spPr>
          <a:xfrm>
            <a:off x="3368335" y="2425774"/>
            <a:ext cx="2407200" cy="8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23"/>
          <p:cNvSpPr txBox="1">
            <a:spLocks noGrp="1"/>
          </p:cNvSpPr>
          <p:nvPr>
            <p:ph type="subTitle" idx="3"/>
          </p:nvPr>
        </p:nvSpPr>
        <p:spPr>
          <a:xfrm>
            <a:off x="6016678" y="2425774"/>
            <a:ext cx="2407200" cy="8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23"/>
          <p:cNvSpPr txBox="1">
            <a:spLocks noGrp="1"/>
          </p:cNvSpPr>
          <p:nvPr>
            <p:ph type="subTitle" idx="4"/>
          </p:nvPr>
        </p:nvSpPr>
        <p:spPr>
          <a:xfrm>
            <a:off x="720000" y="2094900"/>
            <a:ext cx="2407200" cy="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5" name="Google Shape;405;p23"/>
          <p:cNvSpPr txBox="1">
            <a:spLocks noGrp="1"/>
          </p:cNvSpPr>
          <p:nvPr>
            <p:ph type="subTitle" idx="5"/>
          </p:nvPr>
        </p:nvSpPr>
        <p:spPr>
          <a:xfrm>
            <a:off x="3368343" y="2094900"/>
            <a:ext cx="2407200" cy="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ubTitle" idx="6"/>
          </p:nvPr>
        </p:nvSpPr>
        <p:spPr>
          <a:xfrm>
            <a:off x="6016686" y="2094900"/>
            <a:ext cx="2407200" cy="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407" name="Google Shape;407;p23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408" name="Google Shape;408;p23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409" name="Google Shape;409;p23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2" name="Google Shape;412;p23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3" name="Google Shape;413;p23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415" name="Google Shape;415;p23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416" name="Google Shape;416;p23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7" name="Google Shape;417;p23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8" name="Google Shape;418;p23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419" name="Google Shape;419;p23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28"/>
          <p:cNvGrpSpPr/>
          <p:nvPr/>
        </p:nvGrpSpPr>
        <p:grpSpPr>
          <a:xfrm>
            <a:off x="-1950511" y="-1220800"/>
            <a:ext cx="12906801" cy="7558994"/>
            <a:chOff x="-1950511" y="-1220800"/>
            <a:chExt cx="12906801" cy="7558994"/>
          </a:xfrm>
        </p:grpSpPr>
        <p:grpSp>
          <p:nvGrpSpPr>
            <p:cNvPr id="513" name="Google Shape;513;p28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514" name="Google Shape;514;p28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15" name="Google Shape;515;p28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16" name="Google Shape;516;p28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17" name="Google Shape;517;p28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18" name="Google Shape;518;p28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19" name="Google Shape;519;p28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520" name="Google Shape;520;p28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521" name="Google Shape;521;p28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9"/>
          <p:cNvGrpSpPr/>
          <p:nvPr/>
        </p:nvGrpSpPr>
        <p:grpSpPr>
          <a:xfrm flipH="1">
            <a:off x="-1881411" y="-1220800"/>
            <a:ext cx="12906801" cy="7558994"/>
            <a:chOff x="-1950511" y="-1220800"/>
            <a:chExt cx="12906801" cy="7558994"/>
          </a:xfrm>
        </p:grpSpPr>
        <p:grpSp>
          <p:nvGrpSpPr>
            <p:cNvPr id="527" name="Google Shape;527;p29"/>
            <p:cNvGrpSpPr/>
            <p:nvPr/>
          </p:nvGrpSpPr>
          <p:grpSpPr>
            <a:xfrm flipH="1">
              <a:off x="-1950511" y="-1220800"/>
              <a:ext cx="12906801" cy="7558994"/>
              <a:chOff x="-1950511" y="-1220800"/>
              <a:chExt cx="12906801" cy="7558994"/>
            </a:xfrm>
          </p:grpSpPr>
          <p:sp>
            <p:nvSpPr>
              <p:cNvPr id="528" name="Google Shape;528;p29"/>
              <p:cNvSpPr/>
              <p:nvPr/>
            </p:nvSpPr>
            <p:spPr>
              <a:xfrm rot="10800000">
                <a:off x="6880049" y="-1220800"/>
                <a:ext cx="4076241" cy="2983271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29" name="Google Shape;529;p29"/>
              <p:cNvSpPr/>
              <p:nvPr/>
            </p:nvSpPr>
            <p:spPr>
              <a:xfrm>
                <a:off x="7768342" y="-1165905"/>
                <a:ext cx="2997327" cy="2371658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7644056" y="-860227"/>
                <a:ext cx="2548206" cy="2203537"/>
              </a:xfrm>
              <a:custGeom>
                <a:avLst/>
                <a:gdLst/>
                <a:ahLst/>
                <a:cxnLst/>
                <a:rect l="l" t="t" r="r" b="b"/>
                <a:pathLst>
                  <a:path w="2548206" h="2203537" extrusionOk="0">
                    <a:moveTo>
                      <a:pt x="1773331" y="1559838"/>
                    </a:moveTo>
                    <a:cubicBezTo>
                      <a:pt x="1591337" y="1430447"/>
                      <a:pt x="1371240" y="1367387"/>
                      <a:pt x="1153597" y="1317427"/>
                    </a:cubicBezTo>
                    <a:cubicBezTo>
                      <a:pt x="935954" y="1267467"/>
                      <a:pt x="713729" y="1227645"/>
                      <a:pt x="509784" y="1136705"/>
                    </a:cubicBezTo>
                    <a:cubicBezTo>
                      <a:pt x="305839" y="1045765"/>
                      <a:pt x="117613" y="894945"/>
                      <a:pt x="36592" y="686858"/>
                    </a:cubicBezTo>
                    <a:cubicBezTo>
                      <a:pt x="-44437" y="478778"/>
                      <a:pt x="9211" y="210614"/>
                      <a:pt x="196491" y="89007"/>
                    </a:cubicBezTo>
                    <a:cubicBezTo>
                      <a:pt x="307482" y="16936"/>
                      <a:pt x="445883" y="3753"/>
                      <a:pt x="578182" y="777"/>
                    </a:cubicBezTo>
                    <a:cubicBezTo>
                      <a:pt x="952097" y="-7628"/>
                      <a:pt x="1332260" y="51396"/>
                      <a:pt x="1669276" y="213574"/>
                    </a:cubicBezTo>
                    <a:cubicBezTo>
                      <a:pt x="2006300" y="375753"/>
                      <a:pt x="2297627" y="646801"/>
                      <a:pt x="2445804" y="990209"/>
                    </a:cubicBezTo>
                    <a:cubicBezTo>
                      <a:pt x="2593982" y="1333616"/>
                      <a:pt x="2586288" y="1749723"/>
                      <a:pt x="2390316" y="2068286"/>
                    </a:cubicBezTo>
                    <a:cubicBezTo>
                      <a:pt x="2342423" y="2146134"/>
                      <a:pt x="2259358" y="2233864"/>
                      <a:pt x="2157832" y="2193278"/>
                    </a:cubicBezTo>
                    <a:cubicBezTo>
                      <a:pt x="2086246" y="2164663"/>
                      <a:pt x="2090925" y="2105760"/>
                      <a:pt x="2081907" y="2039020"/>
                    </a:cubicBezTo>
                    <a:cubicBezTo>
                      <a:pt x="2055261" y="1841708"/>
                      <a:pt x="1933934" y="1674010"/>
                      <a:pt x="1773331" y="155983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 rot="10800000">
                <a:off x="-1950511" y="3213524"/>
                <a:ext cx="3948978" cy="3124659"/>
              </a:xfrm>
              <a:custGeom>
                <a:avLst/>
                <a:gdLst/>
                <a:ahLst/>
                <a:cxnLst/>
                <a:rect l="l" t="t" r="r" b="b"/>
                <a:pathLst>
                  <a:path w="2997327" h="2371658" extrusionOk="0">
                    <a:moveTo>
                      <a:pt x="2119723" y="2358427"/>
                    </a:moveTo>
                    <a:cubicBezTo>
                      <a:pt x="1840617" y="2314509"/>
                      <a:pt x="1580351" y="2160509"/>
                      <a:pt x="1407511" y="1937005"/>
                    </a:cubicBezTo>
                    <a:cubicBezTo>
                      <a:pt x="1305380" y="1804933"/>
                      <a:pt x="1234218" y="1652107"/>
                      <a:pt x="1149032" y="1508518"/>
                    </a:cubicBezTo>
                    <a:cubicBezTo>
                      <a:pt x="1063847" y="1364929"/>
                      <a:pt x="959557" y="1225778"/>
                      <a:pt x="813825" y="1144303"/>
                    </a:cubicBezTo>
                    <a:cubicBezTo>
                      <a:pt x="690053" y="1075109"/>
                      <a:pt x="546517" y="1052953"/>
                      <a:pt x="409925" y="1014874"/>
                    </a:cubicBezTo>
                    <a:cubicBezTo>
                      <a:pt x="273333" y="976786"/>
                      <a:pt x="133076" y="915082"/>
                      <a:pt x="56674" y="795618"/>
                    </a:cubicBezTo>
                    <a:cubicBezTo>
                      <a:pt x="-22469" y="671868"/>
                      <a:pt x="-14814" y="504639"/>
                      <a:pt x="55379" y="375611"/>
                    </a:cubicBezTo>
                    <a:cubicBezTo>
                      <a:pt x="125572" y="246576"/>
                      <a:pt x="250488" y="153493"/>
                      <a:pt x="386588" y="98247"/>
                    </a:cubicBezTo>
                    <a:cubicBezTo>
                      <a:pt x="522695" y="43002"/>
                      <a:pt x="670259" y="22413"/>
                      <a:pt x="816695" y="10843"/>
                    </a:cubicBezTo>
                    <a:cubicBezTo>
                      <a:pt x="1147737" y="-15310"/>
                      <a:pt x="1485163" y="2946"/>
                      <a:pt x="1803468" y="97574"/>
                    </a:cubicBezTo>
                    <a:cubicBezTo>
                      <a:pt x="2121775" y="192201"/>
                      <a:pt x="2420719" y="366321"/>
                      <a:pt x="2636113" y="619060"/>
                    </a:cubicBezTo>
                    <a:cubicBezTo>
                      <a:pt x="2847305" y="866870"/>
                      <a:pt x="2965997" y="1184616"/>
                      <a:pt x="2991848" y="1507594"/>
                    </a:cubicBezTo>
                    <a:cubicBezTo>
                      <a:pt x="3004857" y="1670136"/>
                      <a:pt x="2994710" y="1834631"/>
                      <a:pt x="2961333" y="1994249"/>
                    </a:cubicBezTo>
                    <a:cubicBezTo>
                      <a:pt x="2949838" y="2049222"/>
                      <a:pt x="2943076" y="2139708"/>
                      <a:pt x="2908397" y="2185171"/>
                    </a:cubicBezTo>
                    <a:cubicBezTo>
                      <a:pt x="2867439" y="2238857"/>
                      <a:pt x="2757925" y="2272992"/>
                      <a:pt x="2697015" y="2296298"/>
                    </a:cubicBezTo>
                    <a:cubicBezTo>
                      <a:pt x="2514279" y="2366211"/>
                      <a:pt x="2313173" y="2388867"/>
                      <a:pt x="2119738" y="23584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-1440096" y="4073852"/>
                <a:ext cx="3093921" cy="2264342"/>
              </a:xfrm>
              <a:custGeom>
                <a:avLst/>
                <a:gdLst/>
                <a:ahLst/>
                <a:cxnLst/>
                <a:rect l="l" t="t" r="r" b="b"/>
                <a:pathLst>
                  <a:path w="3093921" h="2264342" extrusionOk="0">
                    <a:moveTo>
                      <a:pt x="813350" y="1979"/>
                    </a:moveTo>
                    <a:cubicBezTo>
                      <a:pt x="1095371" y="19062"/>
                      <a:pt x="1369145" y="147529"/>
                      <a:pt x="1562528" y="353527"/>
                    </a:cubicBezTo>
                    <a:cubicBezTo>
                      <a:pt x="1676797" y="475255"/>
                      <a:pt x="1762218" y="620585"/>
                      <a:pt x="1860715" y="755398"/>
                    </a:cubicBezTo>
                    <a:cubicBezTo>
                      <a:pt x="1959212" y="890203"/>
                      <a:pt x="2076306" y="1018769"/>
                      <a:pt x="2229140" y="1085963"/>
                    </a:cubicBezTo>
                    <a:cubicBezTo>
                      <a:pt x="2358955" y="1143034"/>
                      <a:pt x="2503945" y="1151385"/>
                      <a:pt x="2643551" y="1176260"/>
                    </a:cubicBezTo>
                    <a:cubicBezTo>
                      <a:pt x="2783156" y="1201134"/>
                      <a:pt x="2928661" y="1249179"/>
                      <a:pt x="3016110" y="1360806"/>
                    </a:cubicBezTo>
                    <a:cubicBezTo>
                      <a:pt x="3106695" y="1476438"/>
                      <a:pt x="3115039" y="1643629"/>
                      <a:pt x="3057476" y="1778775"/>
                    </a:cubicBezTo>
                    <a:cubicBezTo>
                      <a:pt x="2999914" y="1913920"/>
                      <a:pt x="2884455" y="2018498"/>
                      <a:pt x="2754239" y="2086480"/>
                    </a:cubicBezTo>
                    <a:cubicBezTo>
                      <a:pt x="2624030" y="2154462"/>
                      <a:pt x="2479093" y="2189036"/>
                      <a:pt x="2334437" y="2214523"/>
                    </a:cubicBezTo>
                    <a:cubicBezTo>
                      <a:pt x="2007400" y="2272147"/>
                      <a:pt x="1669771" y="2286170"/>
                      <a:pt x="1343893" y="2222345"/>
                    </a:cubicBezTo>
                    <a:cubicBezTo>
                      <a:pt x="1018015" y="2158520"/>
                      <a:pt x="703813" y="2013720"/>
                      <a:pt x="465293" y="1782682"/>
                    </a:cubicBezTo>
                    <a:cubicBezTo>
                      <a:pt x="231423" y="1556157"/>
                      <a:pt x="82950" y="1251185"/>
                      <a:pt x="26395" y="932152"/>
                    </a:cubicBezTo>
                    <a:cubicBezTo>
                      <a:pt x="-2061" y="771594"/>
                      <a:pt x="-7664" y="606887"/>
                      <a:pt x="10342" y="444800"/>
                    </a:cubicBezTo>
                    <a:cubicBezTo>
                      <a:pt x="16544" y="388979"/>
                      <a:pt x="14635" y="298266"/>
                      <a:pt x="44818" y="249699"/>
                    </a:cubicBezTo>
                    <a:cubicBezTo>
                      <a:pt x="80467" y="192348"/>
                      <a:pt x="186225" y="147923"/>
                      <a:pt x="244636" y="118907"/>
                    </a:cubicBezTo>
                    <a:cubicBezTo>
                      <a:pt x="419868" y="31882"/>
                      <a:pt x="617893" y="-9863"/>
                      <a:pt x="813357" y="197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3" name="Google Shape;533;p29"/>
              <p:cNvSpPr/>
              <p:nvPr/>
            </p:nvSpPr>
            <p:spPr>
              <a:xfrm>
                <a:off x="-1362316" y="3724032"/>
                <a:ext cx="2326696" cy="2517627"/>
              </a:xfrm>
              <a:custGeom>
                <a:avLst/>
                <a:gdLst/>
                <a:ahLst/>
                <a:cxnLst/>
                <a:rect l="l" t="t" r="r" b="b"/>
                <a:pathLst>
                  <a:path w="2326696" h="2517627" extrusionOk="0">
                    <a:moveTo>
                      <a:pt x="800137" y="722496"/>
                    </a:moveTo>
                    <a:cubicBezTo>
                      <a:pt x="951563" y="886613"/>
                      <a:pt x="1153941" y="993682"/>
                      <a:pt x="1356614" y="1087416"/>
                    </a:cubicBezTo>
                    <a:cubicBezTo>
                      <a:pt x="1559287" y="1181150"/>
                      <a:pt x="1768541" y="1265912"/>
                      <a:pt x="1949369" y="1396931"/>
                    </a:cubicBezTo>
                    <a:cubicBezTo>
                      <a:pt x="2130197" y="1527950"/>
                      <a:pt x="2283304" y="1714321"/>
                      <a:pt x="2319710" y="1934637"/>
                    </a:cubicBezTo>
                    <a:cubicBezTo>
                      <a:pt x="2356117" y="2154953"/>
                      <a:pt x="2248366" y="2406299"/>
                      <a:pt x="2040037" y="2486707"/>
                    </a:cubicBezTo>
                    <a:cubicBezTo>
                      <a:pt x="1916574" y="2534358"/>
                      <a:pt x="1778430" y="2518737"/>
                      <a:pt x="1648350" y="2494385"/>
                    </a:cubicBezTo>
                    <a:cubicBezTo>
                      <a:pt x="1280727" y="2425555"/>
                      <a:pt x="920896" y="2289463"/>
                      <a:pt x="624526" y="2061309"/>
                    </a:cubicBezTo>
                    <a:cubicBezTo>
                      <a:pt x="328156" y="1833156"/>
                      <a:pt x="98943" y="1507891"/>
                      <a:pt x="24707" y="1141321"/>
                    </a:cubicBezTo>
                    <a:cubicBezTo>
                      <a:pt x="-49522" y="774751"/>
                      <a:pt x="43758" y="369162"/>
                      <a:pt x="301170" y="97818"/>
                    </a:cubicBezTo>
                    <a:cubicBezTo>
                      <a:pt x="364078" y="31510"/>
                      <a:pt x="463439" y="-37214"/>
                      <a:pt x="554424" y="23415"/>
                    </a:cubicBezTo>
                    <a:cubicBezTo>
                      <a:pt x="618575" y="66167"/>
                      <a:pt x="601863" y="122844"/>
                      <a:pt x="596926" y="190007"/>
                    </a:cubicBezTo>
                    <a:cubicBezTo>
                      <a:pt x="582342" y="388577"/>
                      <a:pt x="666506" y="577674"/>
                      <a:pt x="800137" y="7225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grpSp>
          <p:nvGrpSpPr>
            <p:cNvPr id="534" name="Google Shape;534;p29"/>
            <p:cNvGrpSpPr/>
            <p:nvPr/>
          </p:nvGrpSpPr>
          <p:grpSpPr>
            <a:xfrm>
              <a:off x="8710500" y="197725"/>
              <a:ext cx="207675" cy="866000"/>
              <a:chOff x="8484425" y="1540950"/>
              <a:chExt cx="207675" cy="866000"/>
            </a:xfrm>
          </p:grpSpPr>
          <p:sp>
            <p:nvSpPr>
              <p:cNvPr id="535" name="Google Shape;535;p29"/>
              <p:cNvSpPr/>
              <p:nvPr/>
            </p:nvSpPr>
            <p:spPr>
              <a:xfrm>
                <a:off x="8588225" y="2303150"/>
                <a:ext cx="103800" cy="103800"/>
              </a:xfrm>
              <a:prstGeom prst="plaqu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6" name="Google Shape;536;p29"/>
              <p:cNvSpPr/>
              <p:nvPr/>
            </p:nvSpPr>
            <p:spPr>
              <a:xfrm>
                <a:off x="8484425" y="2091875"/>
                <a:ext cx="103800" cy="10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7" name="Google Shape;537;p29"/>
              <p:cNvSpPr/>
              <p:nvPr/>
            </p:nvSpPr>
            <p:spPr>
              <a:xfrm>
                <a:off x="8657600" y="1979300"/>
                <a:ext cx="34500" cy="3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38" name="Google Shape;538;p29"/>
              <p:cNvSpPr/>
              <p:nvPr/>
            </p:nvSpPr>
            <p:spPr>
              <a:xfrm>
                <a:off x="8484425" y="1540950"/>
                <a:ext cx="199200" cy="199200"/>
              </a:xfrm>
              <a:prstGeom prst="plaqu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●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○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■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●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○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■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●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○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pilogue"/>
              <a:buChar char="■"/>
              <a:defRPr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7" r:id="rId9"/>
    <p:sldLayoutId id="2147483668" r:id="rId10"/>
    <p:sldLayoutId id="2147483669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 txBox="1">
            <a:spLocks noGrp="1"/>
          </p:cNvSpPr>
          <p:nvPr>
            <p:ph type="ctrTitle"/>
          </p:nvPr>
        </p:nvSpPr>
        <p:spPr>
          <a:xfrm>
            <a:off x="713225" y="1505100"/>
            <a:ext cx="57309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u="sng" dirty="0"/>
              <a:t>Atomic Structure: From Philosophical Idea to Quantum Reality</a:t>
            </a:r>
            <a:endParaRPr sz="2400" u="sng" dirty="0">
              <a:solidFill>
                <a:schemeClr val="dk2"/>
              </a:solidFill>
            </a:endParaRPr>
          </a:p>
        </p:txBody>
      </p:sp>
      <p:sp>
        <p:nvSpPr>
          <p:cNvPr id="550" name="Google Shape;550;p33"/>
          <p:cNvSpPr txBox="1">
            <a:spLocks noGrp="1"/>
          </p:cNvSpPr>
          <p:nvPr>
            <p:ph type="subTitle" idx="1"/>
          </p:nvPr>
        </p:nvSpPr>
        <p:spPr>
          <a:xfrm>
            <a:off x="713225" y="3176699"/>
            <a:ext cx="4854600" cy="722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                       Muqaddas Mehfooz </a:t>
            </a:r>
            <a:endParaRPr b="1" dirty="0"/>
          </a:p>
        </p:txBody>
      </p:sp>
      <p:grpSp>
        <p:nvGrpSpPr>
          <p:cNvPr id="552" name="Google Shape;552;p33"/>
          <p:cNvGrpSpPr/>
          <p:nvPr/>
        </p:nvGrpSpPr>
        <p:grpSpPr>
          <a:xfrm rot="5400000">
            <a:off x="6169952" y="3486899"/>
            <a:ext cx="835181" cy="806100"/>
            <a:chOff x="4620125" y="44900"/>
            <a:chExt cx="968550" cy="934825"/>
          </a:xfrm>
        </p:grpSpPr>
        <p:sp>
          <p:nvSpPr>
            <p:cNvPr id="553" name="Google Shape;553;p33"/>
            <p:cNvSpPr/>
            <p:nvPr/>
          </p:nvSpPr>
          <p:spPr>
            <a:xfrm>
              <a:off x="4620125" y="44900"/>
              <a:ext cx="126900" cy="12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4989650" y="852825"/>
              <a:ext cx="126900" cy="12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4898963" y="524213"/>
              <a:ext cx="126900" cy="12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4988375" y="168088"/>
              <a:ext cx="126900" cy="12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461775" y="810575"/>
              <a:ext cx="126900" cy="12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cxnSp>
          <p:nvCxnSpPr>
            <p:cNvPr id="558" name="Google Shape;558;p33"/>
            <p:cNvCxnSpPr>
              <a:stCxn id="553" idx="6"/>
              <a:endCxn id="556" idx="2"/>
            </p:cNvCxnSpPr>
            <p:nvPr/>
          </p:nvCxnSpPr>
          <p:spPr>
            <a:xfrm rot="-5400000" flipH="1">
              <a:off x="4806125" y="49250"/>
              <a:ext cx="123300" cy="24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33"/>
            <p:cNvCxnSpPr>
              <a:stCxn id="556" idx="4"/>
              <a:endCxn id="555" idx="0"/>
            </p:cNvCxnSpPr>
            <p:nvPr/>
          </p:nvCxnSpPr>
          <p:spPr>
            <a:xfrm rot="5400000">
              <a:off x="4892525" y="364888"/>
              <a:ext cx="229200" cy="89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33"/>
            <p:cNvCxnSpPr>
              <a:stCxn id="555" idx="4"/>
              <a:endCxn id="554" idx="0"/>
            </p:cNvCxnSpPr>
            <p:nvPr/>
          </p:nvCxnSpPr>
          <p:spPr>
            <a:xfrm rot="-5400000" flipH="1">
              <a:off x="4906913" y="706613"/>
              <a:ext cx="201600" cy="9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33"/>
            <p:cNvCxnSpPr>
              <a:stCxn id="554" idx="6"/>
              <a:endCxn id="557" idx="2"/>
            </p:cNvCxnSpPr>
            <p:nvPr/>
          </p:nvCxnSpPr>
          <p:spPr>
            <a:xfrm rot="-5400000">
              <a:off x="5268050" y="722475"/>
              <a:ext cx="42300" cy="34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2" name="Google Shape;562;p33"/>
          <p:cNvGrpSpPr/>
          <p:nvPr/>
        </p:nvGrpSpPr>
        <p:grpSpPr>
          <a:xfrm>
            <a:off x="6814561" y="1535285"/>
            <a:ext cx="1169710" cy="1169785"/>
            <a:chOff x="5228366" y="728942"/>
            <a:chExt cx="858818" cy="858810"/>
          </a:xfrm>
        </p:grpSpPr>
        <p:grpSp>
          <p:nvGrpSpPr>
            <p:cNvPr id="563" name="Google Shape;563;p33"/>
            <p:cNvGrpSpPr/>
            <p:nvPr/>
          </p:nvGrpSpPr>
          <p:grpSpPr>
            <a:xfrm>
              <a:off x="5228366" y="728949"/>
              <a:ext cx="858803" cy="858803"/>
              <a:chOff x="5228525" y="848600"/>
              <a:chExt cx="739200" cy="739200"/>
            </a:xfrm>
          </p:grpSpPr>
          <p:sp>
            <p:nvSpPr>
              <p:cNvPr id="564" name="Google Shape;564;p33"/>
              <p:cNvSpPr/>
              <p:nvPr/>
            </p:nvSpPr>
            <p:spPr>
              <a:xfrm>
                <a:off x="5463875" y="848600"/>
                <a:ext cx="268500" cy="7392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65" name="Google Shape;565;p33"/>
              <p:cNvSpPr/>
              <p:nvPr/>
            </p:nvSpPr>
            <p:spPr>
              <a:xfrm rot="5400000">
                <a:off x="5463875" y="848600"/>
                <a:ext cx="268500" cy="7392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66" name="Google Shape;566;p33"/>
              <p:cNvSpPr/>
              <p:nvPr/>
            </p:nvSpPr>
            <p:spPr>
              <a:xfrm rot="2700000">
                <a:off x="5463913" y="848640"/>
                <a:ext cx="268559" cy="739068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  <p:sp>
            <p:nvSpPr>
              <p:cNvPr id="567" name="Google Shape;567;p33"/>
              <p:cNvSpPr/>
              <p:nvPr/>
            </p:nvSpPr>
            <p:spPr>
              <a:xfrm rot="-2700000">
                <a:off x="5463913" y="848640"/>
                <a:ext cx="268559" cy="739068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Epilogue"/>
                  <a:ea typeface="Epilogue"/>
                  <a:cs typeface="Epilogue"/>
                  <a:sym typeface="Epilogue"/>
                </a:endParaRPr>
              </a:p>
            </p:txBody>
          </p:sp>
        </p:grpSp>
        <p:sp>
          <p:nvSpPr>
            <p:cNvPr id="568" name="Google Shape;568;p33"/>
            <p:cNvSpPr/>
            <p:nvPr/>
          </p:nvSpPr>
          <p:spPr>
            <a:xfrm>
              <a:off x="6010384" y="1057792"/>
              <a:ext cx="76800" cy="7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5695359" y="728942"/>
              <a:ext cx="76800" cy="76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5265684" y="1035692"/>
              <a:ext cx="76800" cy="7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5426909" y="1435017"/>
              <a:ext cx="76800" cy="76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5933584" y="1405417"/>
              <a:ext cx="76800" cy="7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5772159" y="1174192"/>
              <a:ext cx="76800" cy="76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-US" sz="2000" dirty="0"/>
            </a:b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What is an Atom? The Basic Concept</a:t>
            </a:r>
            <a:br>
              <a:rPr lang="en-US" sz="2000" dirty="0">
                <a:solidFill>
                  <a:schemeClr val="bg1">
                    <a:lumMod val="10000"/>
                  </a:schemeClr>
                </a:solidFill>
              </a:rPr>
            </a:br>
            <a:endParaRPr sz="2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61C57-B921-4A8E-9B5F-435DE84EDB0D}"/>
              </a:ext>
            </a:extLst>
          </p:cNvPr>
          <p:cNvSpPr txBox="1"/>
          <p:nvPr/>
        </p:nvSpPr>
        <p:spPr>
          <a:xfrm>
            <a:off x="878774" y="1757548"/>
            <a:ext cx="7545226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Definition:</a:t>
            </a:r>
            <a:r>
              <a:rPr lang="en-US" dirty="0">
                <a:solidFill>
                  <a:schemeClr val="tx1"/>
                </a:solidFill>
              </a:rPr>
              <a:t> The smallest unit of ordinary matter that forms a chemical element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Key Properties: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Consists of a nucleus (protons + neutrons) surrounded by electrons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Different elements = different numbers of protons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Diameter: ~0.1-0.5 nanometers (1 nm = 10⁻⁹ m)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Everyday Scale: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 human hair is about 1 million carbon atoms wide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 drop of water contains about 1.5 sextillion atoms (1.5 × 10²¹)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Key Point:</a:t>
            </a:r>
            <a:r>
              <a:rPr lang="en-US" dirty="0">
                <a:solidFill>
                  <a:schemeClr val="tx1"/>
                </a:solidFill>
              </a:rPr>
              <a:t> Everything you see, touch, and are made of consists of atoms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CDF9D59-38DE-4662-8DCC-15283F54D94C}"/>
              </a:ext>
            </a:extLst>
          </p:cNvPr>
          <p:cNvSpPr txBox="1"/>
          <p:nvPr/>
        </p:nvSpPr>
        <p:spPr>
          <a:xfrm>
            <a:off x="332509" y="688768"/>
            <a:ext cx="7101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bounded" panose="020B0604020202020204" charset="0"/>
              </a:rPr>
              <a:t>Dalton's Solid Sphere Model (1808)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F3C37F-D376-4808-99CF-B7E4FF446BC0}"/>
              </a:ext>
            </a:extLst>
          </p:cNvPr>
          <p:cNvSpPr txBox="1"/>
          <p:nvPr/>
        </p:nvSpPr>
        <p:spPr>
          <a:xfrm>
            <a:off x="237507" y="1372333"/>
            <a:ext cx="6923314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John Dalton - English Schoolteacher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First </a:t>
            </a:r>
            <a:r>
              <a:rPr lang="en-US" b="1" dirty="0">
                <a:solidFill>
                  <a:schemeClr val="tx1"/>
                </a:solidFill>
              </a:rPr>
              <a:t>scientific</a:t>
            </a:r>
            <a:r>
              <a:rPr lang="en-US" dirty="0">
                <a:solidFill>
                  <a:schemeClr val="tx1"/>
                </a:solidFill>
              </a:rPr>
              <a:t> atomic theory based on experimental evidence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Five Main Postulates: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All matter composed of indivisible atoms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Atoms of same element are identical in mass/properties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Atoms combine in simple whole-number ratios to form compounds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Atoms cannot be created, destroyed, or subdivided in chemical reactions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Limitations: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No internal structure (atoms as solid spheres)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No knowledge of subatomic particles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Couldn't explain isotopes (atoms of same element with different masses</a:t>
            </a:r>
          </a:p>
          <a:p>
            <a:endParaRPr lang="en-US" dirty="0"/>
          </a:p>
        </p:txBody>
      </p:sp>
      <p:pic>
        <p:nvPicPr>
          <p:cNvPr id="1026" name="Picture 2" descr="John Dalton - Atomic Theory, Discovery ...">
            <a:extLst>
              <a:ext uri="{FF2B5EF4-FFF2-40B4-BE49-F238E27FC236}">
                <a16:creationId xmlns:a16="http://schemas.microsoft.com/office/drawing/2014/main" id="{A771FEFD-20CD-446B-80FA-4EC26365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145" y="1262681"/>
            <a:ext cx="2143125" cy="26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35"/>
          <p:cNvGrpSpPr/>
          <p:nvPr/>
        </p:nvGrpSpPr>
        <p:grpSpPr>
          <a:xfrm rot="10800000" flipH="1">
            <a:off x="7555250" y="3524400"/>
            <a:ext cx="345082" cy="313063"/>
            <a:chOff x="7902894" y="4321850"/>
            <a:chExt cx="345082" cy="313063"/>
          </a:xfrm>
        </p:grpSpPr>
        <p:sp>
          <p:nvSpPr>
            <p:cNvPr id="650" name="Google Shape;650;p35"/>
            <p:cNvSpPr/>
            <p:nvPr/>
          </p:nvSpPr>
          <p:spPr>
            <a:xfrm rot="5400000">
              <a:off x="8138476" y="4525413"/>
              <a:ext cx="109500" cy="109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cxnSp>
          <p:nvCxnSpPr>
            <p:cNvPr id="651" name="Google Shape;651;p35"/>
            <p:cNvCxnSpPr>
              <a:stCxn id="652" idx="7"/>
              <a:endCxn id="650" idx="3"/>
            </p:cNvCxnSpPr>
            <p:nvPr/>
          </p:nvCxnSpPr>
          <p:spPr>
            <a:xfrm>
              <a:off x="7996358" y="4415314"/>
              <a:ext cx="158100" cy="126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2" name="Google Shape;652;p35"/>
            <p:cNvSpPr/>
            <p:nvPr/>
          </p:nvSpPr>
          <p:spPr>
            <a:xfrm rot="5400000">
              <a:off x="7902894" y="4321850"/>
              <a:ext cx="109500" cy="109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A8F89-0671-4529-9097-732F2318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80" y="294177"/>
            <a:ext cx="5901890" cy="796903"/>
          </a:xfrm>
        </p:spPr>
        <p:txBody>
          <a:bodyPr/>
          <a:lstStyle/>
          <a:p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Thomson's "Plum Pudding" Model (1897)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36F46-B200-406D-8307-8BBF2E94DDBF}"/>
              </a:ext>
            </a:extLst>
          </p:cNvPr>
          <p:cNvSpPr txBox="1"/>
          <p:nvPr/>
        </p:nvSpPr>
        <p:spPr>
          <a:xfrm>
            <a:off x="738280" y="1417614"/>
            <a:ext cx="4846837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J.J. Thomson's Cathode Ray Experiment (1897):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Discovered </a:t>
            </a:r>
            <a:r>
              <a:rPr lang="en-US" b="1" dirty="0">
                <a:solidFill>
                  <a:schemeClr val="tx1"/>
                </a:solidFill>
              </a:rPr>
              <a:t>electrons</a:t>
            </a:r>
            <a:r>
              <a:rPr lang="en-US" dirty="0">
                <a:solidFill>
                  <a:schemeClr val="tx1"/>
                </a:solidFill>
              </a:rPr>
              <a:t> - first subatomic particle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Measured charge-to-mass ratio (e/m) of electron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Showed electrons are much smaller than atoms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The "Plum Pudding" Model: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Atom as positive "pudding" spread throughout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Negatively charged electrons embedded like "plums"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First model with internal structure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Key Innovation:</a:t>
            </a:r>
            <a:r>
              <a:rPr lang="en-US" dirty="0">
                <a:solidFill>
                  <a:schemeClr val="tx1"/>
                </a:solidFill>
              </a:rPr>
              <a:t> Atoms are divisible!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050" name="Picture 2" descr="80 Plum Pudding Model Royalty-Free ...">
            <a:extLst>
              <a:ext uri="{FF2B5EF4-FFF2-40B4-BE49-F238E27FC236}">
                <a16:creationId xmlns:a16="http://schemas.microsoft.com/office/drawing/2014/main" id="{96356D72-501D-478B-BA32-A318DC8CB5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5"/>
          <a:stretch/>
        </p:blipFill>
        <p:spPr bwMode="auto">
          <a:xfrm>
            <a:off x="5554198" y="1586726"/>
            <a:ext cx="3358595" cy="225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"/>
          <p:cNvSpPr txBox="1">
            <a:spLocks noGrp="1"/>
          </p:cNvSpPr>
          <p:nvPr>
            <p:ph type="title"/>
          </p:nvPr>
        </p:nvSpPr>
        <p:spPr>
          <a:xfrm>
            <a:off x="693794" y="329677"/>
            <a:ext cx="6222432" cy="12095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US" dirty="0"/>
              <a:t> 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Rutherford’s Nuclear Model (1911)</a:t>
            </a:r>
            <a:br>
              <a:rPr lang="en-US" dirty="0">
                <a:solidFill>
                  <a:schemeClr val="bg1">
                    <a:lumMod val="10000"/>
                  </a:schemeClr>
                </a:solidFill>
              </a:rPr>
            </a:b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81" name="Google Shape;681;p37"/>
          <p:cNvSpPr txBox="1">
            <a:spLocks noGrp="1"/>
          </p:cNvSpPr>
          <p:nvPr>
            <p:ph type="subTitle" idx="1"/>
          </p:nvPr>
        </p:nvSpPr>
        <p:spPr>
          <a:xfrm>
            <a:off x="693794" y="934434"/>
            <a:ext cx="5239123" cy="4339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latin typeface="+mn-lt"/>
              </a:rPr>
              <a:t>Gold Foil Experiment (Geiger-Marsden):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Alpha particles (positive) shot at thin gold foil</a:t>
            </a:r>
          </a:p>
          <a:p>
            <a:r>
              <a:rPr lang="en-US" sz="1400" b="1" dirty="0">
                <a:latin typeface="+mn-lt"/>
              </a:rPr>
              <a:t>Expected:</a:t>
            </a:r>
            <a:r>
              <a:rPr lang="en-US" sz="1400" dirty="0">
                <a:latin typeface="+mn-lt"/>
              </a:rPr>
              <a:t> </a:t>
            </a:r>
          </a:p>
          <a:p>
            <a:r>
              <a:rPr lang="en-US" sz="1400" dirty="0">
                <a:latin typeface="+mn-lt"/>
              </a:rPr>
              <a:t>All particles pass through (plum pudding model)</a:t>
            </a:r>
          </a:p>
          <a:p>
            <a:r>
              <a:rPr lang="en-US" sz="1400" b="1" dirty="0">
                <a:latin typeface="+mn-lt"/>
              </a:rPr>
              <a:t>Observed:</a:t>
            </a:r>
          </a:p>
          <a:p>
            <a:r>
              <a:rPr lang="en-US" sz="1400" dirty="0">
                <a:latin typeface="+mn-lt"/>
              </a:rPr>
              <a:t>Most passed through</a:t>
            </a:r>
          </a:p>
          <a:p>
            <a:r>
              <a:rPr lang="en-US" sz="1400" dirty="0">
                <a:latin typeface="+mn-lt"/>
              </a:rPr>
              <a:t>Some deflected at large angles</a:t>
            </a:r>
          </a:p>
          <a:p>
            <a:r>
              <a:rPr lang="en-US" sz="1400" dirty="0">
                <a:latin typeface="+mn-lt"/>
              </a:rPr>
              <a:t>~1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in 8000 bounced straight back!</a:t>
            </a:r>
          </a:p>
          <a:p>
            <a:r>
              <a:rPr lang="en-US" sz="1400" b="1" dirty="0">
                <a:solidFill>
                  <a:schemeClr val="tx1"/>
                </a:solidFill>
                <a:latin typeface="+mn-lt"/>
              </a:rPr>
              <a:t>Rutherford's </a:t>
            </a:r>
            <a:r>
              <a:rPr lang="en-US" sz="1400" b="1" dirty="0">
                <a:latin typeface="+mn-lt"/>
              </a:rPr>
              <a:t>Conclusions: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Atom is mostly empty space</a:t>
            </a:r>
          </a:p>
          <a:p>
            <a:r>
              <a:rPr lang="en-US" sz="1400" dirty="0">
                <a:latin typeface="+mn-lt"/>
              </a:rPr>
              <a:t>Positive charge concentrated in tiny </a:t>
            </a:r>
            <a:r>
              <a:rPr lang="en-US" sz="1400" b="1" dirty="0">
                <a:latin typeface="+mn-lt"/>
              </a:rPr>
              <a:t>nucleus</a:t>
            </a:r>
            <a:r>
              <a:rPr lang="en-US" sz="1400" dirty="0">
                <a:latin typeface="+mn-lt"/>
              </a:rPr>
              <a:t> (10⁻¹⁵ m)</a:t>
            </a:r>
          </a:p>
          <a:p>
            <a:r>
              <a:rPr lang="en-US" sz="1400" dirty="0">
                <a:latin typeface="+mn-lt"/>
              </a:rPr>
              <a:t>Electrons orbit nucleus at distance (10⁻¹⁰ m)</a:t>
            </a:r>
          </a:p>
          <a:p>
            <a:r>
              <a:rPr lang="en-US" sz="1400" b="1" dirty="0">
                <a:latin typeface="+mn-lt"/>
              </a:rPr>
              <a:t>Scale Analogy:</a:t>
            </a:r>
            <a:r>
              <a:rPr lang="en-US" sz="1400" dirty="0">
                <a:latin typeface="+mn-lt"/>
              </a:rPr>
              <a:t> If nucleus = marble in center of football stadium, electrons = outer seats</a:t>
            </a:r>
          </a:p>
          <a:p>
            <a:r>
              <a:rPr lang="en-US" sz="1400" b="1" dirty="0">
                <a:latin typeface="+mn-lt"/>
              </a:rPr>
              <a:t>Nuclear Model:</a:t>
            </a:r>
            <a:r>
              <a:rPr lang="en-US" sz="1400" dirty="0">
                <a:latin typeface="+mn-lt"/>
              </a:rPr>
              <a:t> Dense nucleus + orbiting electrons (like solar system)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076" name="Picture 4" descr="Alpha particle deflection by 180 degree ...">
            <a:extLst>
              <a:ext uri="{FF2B5EF4-FFF2-40B4-BE49-F238E27FC236}">
                <a16:creationId xmlns:a16="http://schemas.microsoft.com/office/drawing/2014/main" id="{1C43B413-40F4-475A-8787-34AD1DD7E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1116281"/>
            <a:ext cx="2495550" cy="3408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A57D09-7B71-422F-BBC2-AA0CD0434183}"/>
              </a:ext>
            </a:extLst>
          </p:cNvPr>
          <p:cNvSpPr txBox="1"/>
          <p:nvPr/>
        </p:nvSpPr>
        <p:spPr>
          <a:xfrm>
            <a:off x="285008" y="688769"/>
            <a:ext cx="6958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bounded" panose="020B0604020202020204" charset="0"/>
              </a:rPr>
              <a:t>Bohr's Quantum Model (1913)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C0915-8876-4D72-925F-0CA643C28615}"/>
              </a:ext>
            </a:extLst>
          </p:cNvPr>
          <p:cNvSpPr txBox="1"/>
          <p:nvPr/>
        </p:nvSpPr>
        <p:spPr>
          <a:xfrm>
            <a:off x="201881" y="1234052"/>
            <a:ext cx="7659584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 Problem with Rutherford's Model: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Accelerating electrons should radiate energy and spiral into nucleus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Couldn't explain discrete atomic spectra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Niels Bohr's Solutions: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Quantized Orbits:</a:t>
            </a:r>
            <a:r>
              <a:rPr lang="en-US" dirty="0">
                <a:solidFill>
                  <a:schemeClr val="tx1"/>
                </a:solidFill>
              </a:rPr>
              <a:t> Electrons only exist in specific allowed orbits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Stationary States:</a:t>
            </a:r>
            <a:r>
              <a:rPr lang="en-US" dirty="0">
                <a:solidFill>
                  <a:schemeClr val="tx1"/>
                </a:solidFill>
              </a:rPr>
              <a:t> No radiation while in allowed orbits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Quantum Jumps:</a:t>
            </a:r>
            <a:r>
              <a:rPr lang="en-US" dirty="0">
                <a:solidFill>
                  <a:schemeClr val="tx1"/>
                </a:solidFill>
              </a:rPr>
              <a:t> Electrons jump between orbits, emitting/absorbing photons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Energy Levels: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Each orbit = specific energy level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Formula: Eₙ = -13.6/n² eV for hydrogen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Explains hydrogen spectrum perfectly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Limitations:</a:t>
            </a:r>
            <a:r>
              <a:rPr lang="en-US" dirty="0">
                <a:solidFill>
                  <a:schemeClr val="tx1"/>
                </a:solidFill>
              </a:rPr>
              <a:t> Only worked for hydrogen; still semi-classical</a:t>
            </a:r>
          </a:p>
          <a:p>
            <a:endParaRPr lang="en-US" dirty="0"/>
          </a:p>
        </p:txBody>
      </p:sp>
      <p:pic>
        <p:nvPicPr>
          <p:cNvPr id="4100" name="Picture 4" descr="Bohr model - atom">
            <a:extLst>
              <a:ext uri="{FF2B5EF4-FFF2-40B4-BE49-F238E27FC236}">
                <a16:creationId xmlns:a16="http://schemas.microsoft.com/office/drawing/2014/main" id="{7B9757A1-24F2-4D1B-81C9-97F3834A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94" y="1340086"/>
            <a:ext cx="2486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9"/>
          <p:cNvSpPr txBox="1">
            <a:spLocks noGrp="1"/>
          </p:cNvSpPr>
          <p:nvPr>
            <p:ph type="title"/>
          </p:nvPr>
        </p:nvSpPr>
        <p:spPr>
          <a:xfrm>
            <a:off x="209361" y="2906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 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Modern Quantum Mechanical Model</a:t>
            </a:r>
            <a:br>
              <a:rPr lang="en-US" dirty="0"/>
            </a:br>
            <a:endParaRPr dirty="0"/>
          </a:p>
        </p:txBody>
      </p:sp>
      <p:sp>
        <p:nvSpPr>
          <p:cNvPr id="783" name="Google Shape;783;p39"/>
          <p:cNvSpPr txBox="1">
            <a:spLocks noGrp="1"/>
          </p:cNvSpPr>
          <p:nvPr>
            <p:ph type="subTitle" idx="2"/>
          </p:nvPr>
        </p:nvSpPr>
        <p:spPr>
          <a:xfrm>
            <a:off x="209361" y="1017725"/>
            <a:ext cx="6084561" cy="3928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+mn-lt"/>
              </a:rPr>
              <a:t>1920s Quantum Revolution: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Schrödinger Equation</a:t>
            </a:r>
            <a:r>
              <a:rPr lang="en-US" dirty="0">
                <a:latin typeface="+mn-lt"/>
              </a:rPr>
              <a:t> (1926): Describes electrons as waves</a:t>
            </a:r>
          </a:p>
          <a:p>
            <a:r>
              <a:rPr lang="en-US" b="1" dirty="0">
                <a:latin typeface="+mn-lt"/>
              </a:rPr>
              <a:t>Heisenberg Uncertainty Principle:</a:t>
            </a:r>
            <a:r>
              <a:rPr lang="en-US" dirty="0">
                <a:latin typeface="+mn-lt"/>
              </a:rPr>
              <a:t> Cannot know both position and momentum precisely</a:t>
            </a:r>
          </a:p>
          <a:p>
            <a:r>
              <a:rPr lang="en-US" b="1" dirty="0">
                <a:latin typeface="+mn-lt"/>
              </a:rPr>
              <a:t>Wave-Particle Duality:</a:t>
            </a:r>
            <a:r>
              <a:rPr lang="en-US" dirty="0">
                <a:latin typeface="+mn-lt"/>
              </a:rPr>
              <a:t> Electrons behave as both particles and waves</a:t>
            </a:r>
          </a:p>
          <a:p>
            <a:r>
              <a:rPr lang="en-US" b="1" dirty="0">
                <a:latin typeface="+mn-lt"/>
              </a:rPr>
              <a:t>Key Concepts: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Electron Clouds:</a:t>
            </a:r>
            <a:r>
              <a:rPr lang="en-US" dirty="0">
                <a:latin typeface="+mn-lt"/>
              </a:rPr>
              <a:t> Probability distributions, not fixed orbits</a:t>
            </a:r>
          </a:p>
          <a:p>
            <a:r>
              <a:rPr lang="en-US" b="1" dirty="0">
                <a:latin typeface="+mn-lt"/>
              </a:rPr>
              <a:t>Orbitals:</a:t>
            </a:r>
            <a:r>
              <a:rPr lang="en-US" dirty="0">
                <a:latin typeface="+mn-lt"/>
              </a:rPr>
              <a:t> s, p, d, f shapes where electrons are likely found</a:t>
            </a:r>
          </a:p>
          <a:p>
            <a:r>
              <a:rPr lang="en-US" b="1" dirty="0">
                <a:latin typeface="+mn-lt"/>
              </a:rPr>
              <a:t>Quantum Numbers:</a:t>
            </a:r>
            <a:r>
              <a:rPr lang="en-US" dirty="0">
                <a:latin typeface="+mn-lt"/>
              </a:rPr>
              <a:t> Describe electron states (n, l, mₗ, mₛ)</a:t>
            </a:r>
          </a:p>
          <a:p>
            <a:r>
              <a:rPr lang="en-US" b="1" dirty="0">
                <a:latin typeface="+mn-lt"/>
              </a:rPr>
              <a:t>Pauli Exclusion Principle:</a:t>
            </a:r>
            <a:r>
              <a:rPr lang="en-US" dirty="0">
                <a:latin typeface="+mn-lt"/>
              </a:rPr>
              <a:t> No two electrons can have same quantum state</a:t>
            </a:r>
          </a:p>
          <a:p>
            <a:r>
              <a:rPr lang="en-US" b="1" dirty="0">
                <a:latin typeface="+mn-lt"/>
              </a:rPr>
              <a:t>This Model Explains: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Chemical bonding and periodic table</a:t>
            </a:r>
          </a:p>
          <a:p>
            <a:r>
              <a:rPr lang="en-US" dirty="0">
                <a:latin typeface="+mn-lt"/>
              </a:rPr>
              <a:t>Complex atomic spectra</a:t>
            </a:r>
          </a:p>
          <a:p>
            <a:r>
              <a:rPr lang="en-US" dirty="0">
                <a:latin typeface="+mn-lt"/>
              </a:rPr>
              <a:t>All chemical properties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122" name="Picture 2" descr="Atomic Orbitals - TFChem">
            <a:extLst>
              <a:ext uri="{FF2B5EF4-FFF2-40B4-BE49-F238E27FC236}">
                <a16:creationId xmlns:a16="http://schemas.microsoft.com/office/drawing/2014/main" id="{96631BCF-8AC9-4903-AB36-EF6CC0EE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22" y="1337053"/>
            <a:ext cx="2552700" cy="278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0"/>
          <p:cNvSpPr txBox="1">
            <a:spLocks noGrp="1"/>
          </p:cNvSpPr>
          <p:nvPr>
            <p:ph type="title"/>
          </p:nvPr>
        </p:nvSpPr>
        <p:spPr>
          <a:xfrm>
            <a:off x="803128" y="320633"/>
            <a:ext cx="6773330" cy="6268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The Standard Model of Particle Physics </a:t>
            </a:r>
            <a:br>
              <a:rPr lang="en-US" dirty="0"/>
            </a:br>
            <a:endParaRPr sz="1400" dirty="0"/>
          </a:p>
        </p:txBody>
      </p:sp>
      <p:sp>
        <p:nvSpPr>
          <p:cNvPr id="789" name="Google Shape;789;p40"/>
          <p:cNvSpPr txBox="1">
            <a:spLocks noGrp="1"/>
          </p:cNvSpPr>
          <p:nvPr>
            <p:ph type="subTitle" idx="1"/>
          </p:nvPr>
        </p:nvSpPr>
        <p:spPr>
          <a:xfrm>
            <a:off x="581891" y="947501"/>
            <a:ext cx="8039595" cy="4077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+mn-lt"/>
              </a:rPr>
              <a:t>MATTER PARTICLES (Fermions - Spin ½)</a:t>
            </a:r>
          </a:p>
          <a:p>
            <a:r>
              <a:rPr lang="en-US" b="1" dirty="0">
                <a:latin typeface="+mn-lt"/>
              </a:rPr>
              <a:t>Everything in the universe is made of these: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QUARKS (Experience all forces)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1 (Stable Matter):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Up (u)</a:t>
            </a:r>
            <a:r>
              <a:rPr lang="en-US" dirty="0">
                <a:latin typeface="+mn-lt"/>
              </a:rPr>
              <a:t> - Charge: +²/₃ | Mass: ~2.2 MeV/c²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Down (d)</a:t>
            </a:r>
            <a:r>
              <a:rPr lang="en-US" dirty="0">
                <a:latin typeface="+mn-lt"/>
              </a:rPr>
              <a:t> - Charge: -¹/₃ | Mass: ~4.7 MeV/c²</a:t>
            </a:r>
            <a:br>
              <a:rPr lang="en-US" dirty="0">
                <a:latin typeface="+mn-lt"/>
              </a:rPr>
            </a:br>
            <a:r>
              <a:rPr lang="en-US" i="1" dirty="0">
                <a:latin typeface="+mn-lt"/>
              </a:rPr>
              <a:t>Proton = </a:t>
            </a:r>
            <a:r>
              <a:rPr lang="en-US" i="1" dirty="0" err="1">
                <a:latin typeface="+mn-lt"/>
              </a:rPr>
              <a:t>uud</a:t>
            </a:r>
            <a:r>
              <a:rPr lang="en-US" i="1" dirty="0">
                <a:latin typeface="+mn-lt"/>
              </a:rPr>
              <a:t>, Neutron = </a:t>
            </a:r>
            <a:r>
              <a:rPr lang="en-US" i="1" dirty="0" err="1">
                <a:latin typeface="+mn-lt"/>
              </a:rPr>
              <a:t>udd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2 (Unstable):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Charm (c)</a:t>
            </a:r>
            <a:r>
              <a:rPr lang="en-US" dirty="0">
                <a:latin typeface="+mn-lt"/>
              </a:rPr>
              <a:t> - Charge: +²/₃ | Mass: ~1.28 GeV/c²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Strange (s)</a:t>
            </a:r>
            <a:r>
              <a:rPr lang="en-US" dirty="0">
                <a:latin typeface="+mn-lt"/>
              </a:rPr>
              <a:t> - Charge: -¹/₃ | Mass: ~96 MeV/c²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3 (Heaviest):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Top (t)</a:t>
            </a:r>
            <a:r>
              <a:rPr lang="en-US" dirty="0">
                <a:latin typeface="+mn-lt"/>
              </a:rPr>
              <a:t> - Charge: +²/₃ | Mass: ~173 GeV/c²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Bottom (b)</a:t>
            </a:r>
            <a:r>
              <a:rPr lang="en-US" dirty="0">
                <a:latin typeface="+mn-lt"/>
              </a:rPr>
              <a:t> - Charge: -¹/₃ | Mass: ~4.18 GeV/c²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1"/>
          <p:cNvSpPr txBox="1">
            <a:spLocks noGrp="1"/>
          </p:cNvSpPr>
          <p:nvPr>
            <p:ph type="subTitle" idx="2"/>
          </p:nvPr>
        </p:nvSpPr>
        <p:spPr>
          <a:xfrm>
            <a:off x="803127" y="947502"/>
            <a:ext cx="7721485" cy="3424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LEPTONS (No strong force)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1: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Electron (e⁻)</a:t>
            </a:r>
            <a:r>
              <a:rPr lang="en-US" dirty="0">
                <a:latin typeface="+mn-lt"/>
              </a:rPr>
              <a:t> - Charge: -1 | Mass: 0.511 MeV/c²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Electron Neutrino (</a:t>
            </a:r>
            <a:r>
              <a:rPr lang="el-GR" b="1" dirty="0">
                <a:latin typeface="+mn-lt"/>
              </a:rPr>
              <a:t>ν</a:t>
            </a:r>
            <a:r>
              <a:rPr lang="en-US" b="1" dirty="0">
                <a:latin typeface="+mn-lt"/>
              </a:rPr>
              <a:t>ₑ)</a:t>
            </a:r>
            <a:r>
              <a:rPr lang="en-US" dirty="0">
                <a:latin typeface="+mn-lt"/>
              </a:rPr>
              <a:t> - Charge: 0 | Mass: ~0.0002 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2: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Muon (</a:t>
            </a:r>
            <a:r>
              <a:rPr lang="el-GR" b="1" dirty="0">
                <a:latin typeface="+mn-lt"/>
              </a:rPr>
              <a:t>μ⁻)</a:t>
            </a:r>
            <a:r>
              <a:rPr lang="el-GR" dirty="0">
                <a:latin typeface="+mn-lt"/>
              </a:rPr>
              <a:t> - </a:t>
            </a:r>
            <a:r>
              <a:rPr lang="en-US" dirty="0">
                <a:latin typeface="+mn-lt"/>
              </a:rPr>
              <a:t>Charge: -1 | Mass: 105.7 MeV/c²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Muon Neutrino (</a:t>
            </a:r>
            <a:r>
              <a:rPr lang="el-GR" b="1" dirty="0">
                <a:latin typeface="+mn-lt"/>
              </a:rPr>
              <a:t>ν_μ)</a:t>
            </a:r>
            <a:r>
              <a:rPr lang="el-GR" dirty="0">
                <a:latin typeface="+mn-lt"/>
              </a:rPr>
              <a:t> - </a:t>
            </a:r>
            <a:r>
              <a:rPr lang="en-US" dirty="0">
                <a:latin typeface="+mn-lt"/>
              </a:rPr>
              <a:t>Charge: 0 | Mass: ~0.0002 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Generation 3: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Tau (</a:t>
            </a:r>
            <a:r>
              <a:rPr lang="el-GR" b="1" dirty="0">
                <a:latin typeface="+mn-lt"/>
              </a:rPr>
              <a:t>τ⁻)</a:t>
            </a:r>
            <a:r>
              <a:rPr lang="el-GR" dirty="0">
                <a:latin typeface="+mn-lt"/>
              </a:rPr>
              <a:t> - </a:t>
            </a:r>
            <a:r>
              <a:rPr lang="en-US" dirty="0">
                <a:latin typeface="+mn-lt"/>
              </a:rPr>
              <a:t>Charge: -1 | Mass: 1.78 GeV/c²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Tau Neutrino (</a:t>
            </a:r>
            <a:r>
              <a:rPr lang="el-GR" b="1" dirty="0">
                <a:latin typeface="+mn-lt"/>
              </a:rPr>
              <a:t>ν_τ)</a:t>
            </a:r>
            <a:r>
              <a:rPr lang="el-GR" dirty="0">
                <a:latin typeface="+mn-lt"/>
              </a:rPr>
              <a:t> - </a:t>
            </a:r>
            <a:r>
              <a:rPr lang="en-US" dirty="0">
                <a:latin typeface="+mn-lt"/>
              </a:rPr>
              <a:t>Charge: 0 | Mass: ~0.0002 eV/c²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11" name="Google Shape;788;p40">
            <a:extLst>
              <a:ext uri="{FF2B5EF4-FFF2-40B4-BE49-F238E27FC236}">
                <a16:creationId xmlns:a16="http://schemas.microsoft.com/office/drawing/2014/main" id="{784301C1-4AA1-4102-8682-A59451417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3128" y="320633"/>
            <a:ext cx="6773330" cy="6268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>
                <a:solidFill>
                  <a:schemeClr val="bg1">
                    <a:lumMod val="10000"/>
                  </a:schemeClr>
                </a:solidFill>
              </a:rPr>
              <a:t>The Standard Model of Particle Physics </a:t>
            </a:r>
            <a:br>
              <a:rPr lang="en-US" dirty="0"/>
            </a:b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13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2000" dirty="0">
                <a:solidFill>
                  <a:schemeClr val="bg1">
                    <a:lumMod val="10000"/>
                  </a:schemeClr>
                </a:solidFill>
              </a:rPr>
            </a:br>
            <a:r>
              <a:rPr lang="fr-FR" sz="2000" dirty="0">
                <a:solidFill>
                  <a:schemeClr val="bg1">
                    <a:lumMod val="10000"/>
                  </a:schemeClr>
                </a:solidFill>
              </a:rPr>
              <a:t>FORCE CARRIERS (Bosons - Spin 1)</a:t>
            </a:r>
            <a:br>
              <a:rPr lang="fr-FR" dirty="0"/>
            </a:br>
            <a:endParaRPr dirty="0"/>
          </a:p>
        </p:txBody>
      </p:sp>
      <p:sp>
        <p:nvSpPr>
          <p:cNvPr id="805" name="Google Shape;805;p42"/>
          <p:cNvSpPr txBox="1">
            <a:spLocks noGrp="1"/>
          </p:cNvSpPr>
          <p:nvPr>
            <p:ph type="subTitle" idx="1"/>
          </p:nvPr>
        </p:nvSpPr>
        <p:spPr>
          <a:xfrm>
            <a:off x="720000" y="1567543"/>
            <a:ext cx="7260218" cy="2783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How matter particles interact:</a:t>
            </a: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GAUGE BOSONS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Photon (</a:t>
            </a:r>
            <a:r>
              <a:rPr lang="el-GR" b="1" dirty="0">
                <a:latin typeface="+mn-lt"/>
              </a:rPr>
              <a:t>γ)</a:t>
            </a:r>
            <a:r>
              <a:rPr lang="el-GR" dirty="0">
                <a:latin typeface="+mn-lt"/>
              </a:rPr>
              <a:t> - </a:t>
            </a:r>
            <a:r>
              <a:rPr lang="en-US" b="1" dirty="0">
                <a:latin typeface="+mn-lt"/>
              </a:rPr>
              <a:t>Electromagnetic Force</a:t>
            </a:r>
            <a:r>
              <a:rPr lang="en-US" dirty="0">
                <a:latin typeface="+mn-lt"/>
              </a:rPr>
              <a:t> | Mass: 0 | Range: ∞ | Charge: 0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Gluons (8 types)</a:t>
            </a:r>
            <a:r>
              <a:rPr lang="en-US" dirty="0">
                <a:latin typeface="+mn-lt"/>
              </a:rPr>
              <a:t> - </a:t>
            </a:r>
            <a:r>
              <a:rPr lang="en-US" b="1" dirty="0">
                <a:latin typeface="+mn-lt"/>
              </a:rPr>
              <a:t>Strong Force</a:t>
            </a:r>
            <a:r>
              <a:rPr lang="en-US" dirty="0">
                <a:latin typeface="+mn-lt"/>
              </a:rPr>
              <a:t> | Mass: 0 | Range: ~10⁻¹⁵ m | Color Charge: Yes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W⁺, W⁻, Z⁰ Bosons</a:t>
            </a:r>
            <a:r>
              <a:rPr lang="en-US" dirty="0">
                <a:latin typeface="+mn-lt"/>
              </a:rPr>
              <a:t> - </a:t>
            </a:r>
            <a:r>
              <a:rPr lang="en-US" b="1" dirty="0">
                <a:latin typeface="+mn-lt"/>
              </a:rPr>
              <a:t>Weak Force</a:t>
            </a:r>
            <a:r>
              <a:rPr lang="en-US" dirty="0">
                <a:latin typeface="+mn-lt"/>
              </a:rPr>
              <a:t> | Mass: ~80-91 GeV/c² | Range: ~10⁻¹⁸ m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SCALAR BOSON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Higgs Boson (H)</a:t>
            </a:r>
            <a:r>
              <a:rPr lang="en-US" dirty="0">
                <a:latin typeface="+mn-lt"/>
              </a:rPr>
              <a:t> - </a:t>
            </a:r>
            <a:r>
              <a:rPr lang="en-US" b="1" dirty="0">
                <a:latin typeface="+mn-lt"/>
              </a:rPr>
              <a:t>Mass Mechanism</a:t>
            </a:r>
            <a:r>
              <a:rPr lang="en-US" dirty="0">
                <a:latin typeface="+mn-lt"/>
              </a:rPr>
              <a:t> | Mass: 125 GeV/c² | Spin: 0</a:t>
            </a:r>
            <a:br>
              <a:rPr lang="en-US" dirty="0">
                <a:latin typeface="+mn-lt"/>
              </a:rPr>
            </a:br>
            <a:r>
              <a:rPr lang="en-US" i="1" dirty="0">
                <a:latin typeface="+mn-lt"/>
              </a:rPr>
              <a:t>Gives mass to other particles via Higgs field</a:t>
            </a:r>
            <a:endParaRPr lang="en-US" dirty="0">
              <a:latin typeface="+mn-lt"/>
            </a:endParaRPr>
          </a:p>
          <a:p>
            <a:br>
              <a:rPr lang="en-US" dirty="0"/>
            </a:br>
            <a:endParaRPr dirty="0"/>
          </a:p>
        </p:txBody>
      </p:sp>
      <p:grpSp>
        <p:nvGrpSpPr>
          <p:cNvPr id="811" name="Google Shape;811;p42"/>
          <p:cNvGrpSpPr/>
          <p:nvPr/>
        </p:nvGrpSpPr>
        <p:grpSpPr>
          <a:xfrm rot="-5400000" flipH="1">
            <a:off x="211277" y="4125124"/>
            <a:ext cx="835181" cy="806100"/>
            <a:chOff x="4620125" y="44900"/>
            <a:chExt cx="968550" cy="934825"/>
          </a:xfrm>
        </p:grpSpPr>
        <p:sp>
          <p:nvSpPr>
            <p:cNvPr id="812" name="Google Shape;812;p42"/>
            <p:cNvSpPr/>
            <p:nvPr/>
          </p:nvSpPr>
          <p:spPr>
            <a:xfrm>
              <a:off x="4620125" y="44900"/>
              <a:ext cx="126900" cy="12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4989650" y="852825"/>
              <a:ext cx="126900" cy="12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4898963" y="524213"/>
              <a:ext cx="126900" cy="12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4988375" y="168088"/>
              <a:ext cx="126900" cy="12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5461775" y="810575"/>
              <a:ext cx="126900" cy="12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cxnSp>
          <p:nvCxnSpPr>
            <p:cNvPr id="817" name="Google Shape;817;p42"/>
            <p:cNvCxnSpPr>
              <a:stCxn id="812" idx="6"/>
              <a:endCxn id="815" idx="2"/>
            </p:cNvCxnSpPr>
            <p:nvPr/>
          </p:nvCxnSpPr>
          <p:spPr>
            <a:xfrm rot="-5400000" flipH="1">
              <a:off x="4806125" y="49250"/>
              <a:ext cx="123300" cy="24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42"/>
            <p:cNvCxnSpPr>
              <a:stCxn id="815" idx="4"/>
              <a:endCxn id="814" idx="0"/>
            </p:cNvCxnSpPr>
            <p:nvPr/>
          </p:nvCxnSpPr>
          <p:spPr>
            <a:xfrm rot="5400000">
              <a:off x="4892525" y="364888"/>
              <a:ext cx="229200" cy="89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42"/>
            <p:cNvCxnSpPr>
              <a:stCxn id="814" idx="4"/>
              <a:endCxn id="813" idx="0"/>
            </p:cNvCxnSpPr>
            <p:nvPr/>
          </p:nvCxnSpPr>
          <p:spPr>
            <a:xfrm rot="-5400000" flipH="1">
              <a:off x="4906913" y="706613"/>
              <a:ext cx="201600" cy="90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42"/>
            <p:cNvCxnSpPr>
              <a:stCxn id="813" idx="6"/>
              <a:endCxn id="816" idx="2"/>
            </p:cNvCxnSpPr>
            <p:nvPr/>
          </p:nvCxnSpPr>
          <p:spPr>
            <a:xfrm rot="-5400000">
              <a:off x="5268050" y="722475"/>
              <a:ext cx="42300" cy="34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Energy and Waves - Physics - 11th grade by Slidesgo">
  <a:themeElements>
    <a:clrScheme name="Simple Light">
      <a:dk1>
        <a:srgbClr val="001A70"/>
      </a:dk1>
      <a:lt1>
        <a:srgbClr val="F6F6F6"/>
      </a:lt1>
      <a:dk2>
        <a:srgbClr val="3559E5"/>
      </a:dk2>
      <a:lt2>
        <a:srgbClr val="68D2DF"/>
      </a:lt2>
      <a:accent1>
        <a:srgbClr val="B5BD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1A7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139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Unbounded</vt:lpstr>
      <vt:lpstr>Calibri</vt:lpstr>
      <vt:lpstr>Epilogue Light</vt:lpstr>
      <vt:lpstr>Arial</vt:lpstr>
      <vt:lpstr>Anaheim</vt:lpstr>
      <vt:lpstr>Nunito Light</vt:lpstr>
      <vt:lpstr>Epilogue</vt:lpstr>
      <vt:lpstr>DM Sans</vt:lpstr>
      <vt:lpstr>Energy and Waves - Physics - 11th grade by Slidesgo</vt:lpstr>
      <vt:lpstr>Atomic Structure: From Philosophical Idea to Quantum Reality</vt:lpstr>
      <vt:lpstr> What is an Atom? The Basic Concept </vt:lpstr>
      <vt:lpstr>PowerPoint Presentation</vt:lpstr>
      <vt:lpstr>  Thomson's "Plum Pudding" Model (1897) </vt:lpstr>
      <vt:lpstr>         Rutherford’s Nuclear Model (1911) </vt:lpstr>
      <vt:lpstr>PowerPoint Presentation</vt:lpstr>
      <vt:lpstr> Modern Quantum Mechanical Model </vt:lpstr>
      <vt:lpstr>The Standard Model of Particle Physics  </vt:lpstr>
      <vt:lpstr>The Standard Model of Particle Physics  </vt:lpstr>
      <vt:lpstr> FORCE CARRIERS (Bosons - Spin 1)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Structure: From Philosophical Idea to Quantum Reality</dc:title>
  <dc:creator>Roshan Accounts</dc:creator>
  <cp:lastModifiedBy>Roshan Accounts</cp:lastModifiedBy>
  <cp:revision>8</cp:revision>
  <dcterms:modified xsi:type="dcterms:W3CDTF">2025-12-19T17:33:19Z</dcterms:modified>
</cp:coreProperties>
</file>