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12"/>
  </p:notesMasterIdLst>
  <p:handoutMasterIdLst>
    <p:handoutMasterId r:id="rId13"/>
  </p:handoutMasterIdLst>
  <p:sldIdLst>
    <p:sldId id="256" r:id="rId5"/>
    <p:sldId id="258" r:id="rId6"/>
    <p:sldId id="261" r:id="rId7"/>
    <p:sldId id="286" r:id="rId8"/>
    <p:sldId id="289" r:id="rId9"/>
    <p:sldId id="267"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12/7/2025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12/7/2025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smtClean="0"/>
              <a:t>Click to edit Master subtitle style</a:t>
            </a:r>
            <a:endParaRPr lang="en-US" noProof="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a:p>
            <a:pPr lvl="1"/>
            <a:r>
              <a:rPr lang="en-US" noProof="0" smtClean="0"/>
              <a:t>Second level</a:t>
            </a:r>
          </a:p>
          <a:p>
            <a:pPr lvl="2"/>
            <a:r>
              <a:rPr lang="en-US" noProof="0" smtClean="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smtClean="0"/>
              <a:t>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smtClean="0"/>
              <a:t>INTERNET OF THINGS</a:t>
            </a:r>
            <a:endParaRPr lang="en-US" dirty="0"/>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pPr marL="0" indent="0">
              <a:buNone/>
            </a:pPr>
            <a:r>
              <a:rPr lang="en-US" dirty="0" smtClean="0"/>
              <a:t>NAME:FATIMA NUMRAH</a:t>
            </a:r>
          </a:p>
          <a:p>
            <a:pPr marL="0" indent="0">
              <a:buNone/>
            </a:pPr>
            <a:r>
              <a:rPr lang="en-US" dirty="0" smtClean="0"/>
              <a:t>ROLL NO:056</a:t>
            </a:r>
            <a:endParaRPr lang="en-US" dirty="0"/>
          </a:p>
        </p:txBody>
      </p:sp>
    </p:spTree>
    <p:extLst>
      <p:ext uri="{BB962C8B-B14F-4D97-AF65-F5344CB8AC3E}">
        <p14:creationId xmlns:p14="http://schemas.microsoft.com/office/powerpoint/2010/main" val="3946934594"/>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smtClean="0"/>
              <a:t>INTERNET OF THINGS (</a:t>
            </a:r>
            <a:r>
              <a:rPr lang="en-US" dirty="0" err="1" smtClean="0"/>
              <a:t>IoT</a:t>
            </a:r>
            <a:r>
              <a:rPr lang="en-US" dirty="0" smtClean="0"/>
              <a:t>)</a:t>
            </a:r>
            <a:endParaRPr lang="en-US"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369084" y="1680993"/>
            <a:ext cx="8548673" cy="4816644"/>
          </a:xfrm>
        </p:spPr>
        <p:txBody>
          <a:bodyPr/>
          <a:lstStyle/>
          <a:p>
            <a:r>
              <a:rPr lang="en-US" sz="2000" dirty="0" smtClean="0"/>
              <a:t>What does </a:t>
            </a:r>
            <a:r>
              <a:rPr lang="en-US" sz="2000" dirty="0" err="1" smtClean="0"/>
              <a:t>IoT</a:t>
            </a:r>
            <a:r>
              <a:rPr lang="en-US" sz="2000" dirty="0" smtClean="0"/>
              <a:t>  means?</a:t>
            </a:r>
          </a:p>
          <a:p>
            <a:r>
              <a:rPr lang="en-US" sz="2000" dirty="0" smtClean="0"/>
              <a:t> </a:t>
            </a:r>
            <a:r>
              <a:rPr lang="en-US" sz="2000" dirty="0" err="1" smtClean="0"/>
              <a:t>IoT</a:t>
            </a:r>
            <a:r>
              <a:rPr lang="en-US" sz="2000" dirty="0" smtClean="0"/>
              <a:t>(internet of thing) </a:t>
            </a:r>
            <a:r>
              <a:rPr lang="en-US" sz="2000" dirty="0"/>
              <a:t>refers to a network of physical devices connected to the internet that can </a:t>
            </a:r>
            <a:r>
              <a:rPr lang="en-US" sz="2000" b="1" dirty="0"/>
              <a:t>collect, send, and receive data</a:t>
            </a:r>
            <a:r>
              <a:rPr lang="en-US" sz="2000" dirty="0"/>
              <a:t> without human involvement</a:t>
            </a:r>
            <a:r>
              <a:rPr lang="en-US" sz="2000" dirty="0" smtClean="0"/>
              <a:t>.</a:t>
            </a:r>
          </a:p>
          <a:p>
            <a:r>
              <a:rPr lang="en-US" sz="2000" dirty="0" smtClean="0"/>
              <a:t>For example:</a:t>
            </a:r>
          </a:p>
          <a:p>
            <a:r>
              <a:rPr lang="en-US" sz="2000" dirty="0" smtClean="0"/>
              <a:t>Security camera</a:t>
            </a:r>
          </a:p>
          <a:p>
            <a:r>
              <a:rPr lang="en-US" sz="2000" dirty="0" smtClean="0"/>
              <a:t>Smart cars</a:t>
            </a:r>
          </a:p>
          <a:p>
            <a:r>
              <a:rPr lang="en-US" sz="2000" dirty="0" smtClean="0"/>
              <a:t>Health monitoring device</a:t>
            </a:r>
          </a:p>
          <a:p>
            <a:r>
              <a:rPr lang="en-US" sz="2000" dirty="0" smtClean="0"/>
              <a:t>What is  </a:t>
            </a:r>
            <a:r>
              <a:rPr lang="en-US" sz="2000" dirty="0" err="1" smtClean="0"/>
              <a:t>IoT</a:t>
            </a:r>
            <a:r>
              <a:rPr lang="en-US" sz="2000" dirty="0" smtClean="0"/>
              <a:t>  role in ICT?</a:t>
            </a:r>
          </a:p>
          <a:p>
            <a:r>
              <a:rPr lang="en-US" sz="2000" dirty="0" err="1"/>
              <a:t>IoT</a:t>
            </a:r>
            <a:r>
              <a:rPr lang="en-US" sz="2000" dirty="0"/>
              <a:t> is studied as a technology that connects everyday devices through the internet to make them </a:t>
            </a:r>
            <a:r>
              <a:rPr lang="en-US" sz="2000" b="1" dirty="0"/>
              <a:t>smart</a:t>
            </a:r>
            <a:r>
              <a:rPr lang="en-US" sz="2000" dirty="0"/>
              <a:t>, </a:t>
            </a:r>
            <a:r>
              <a:rPr lang="en-US" sz="2000" b="1" dirty="0"/>
              <a:t>automated</a:t>
            </a:r>
            <a:r>
              <a:rPr lang="en-US" sz="2000" dirty="0"/>
              <a:t>, and </a:t>
            </a:r>
            <a:r>
              <a:rPr lang="en-US" sz="2000" b="1" dirty="0"/>
              <a:t>remotely controlled</a:t>
            </a:r>
            <a:r>
              <a:rPr lang="en-US" sz="2000" dirty="0" smtClean="0"/>
              <a:t>.</a:t>
            </a:r>
          </a:p>
          <a:p>
            <a:r>
              <a:rPr lang="en-US" sz="2000" dirty="0" smtClean="0"/>
              <a:t>IT HAVE FOUR KEY STAGES</a:t>
            </a:r>
            <a:endParaRPr lang="en-US" sz="2000" dirty="0"/>
          </a:p>
          <a:p>
            <a:endParaRPr lang="en-US" sz="2000" dirty="0"/>
          </a:p>
          <a:p>
            <a:endParaRPr lang="en-US"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err="1" smtClean="0"/>
              <a:t>IoT</a:t>
            </a:r>
            <a:r>
              <a:rPr lang="en-US" dirty="0" smtClean="0"/>
              <a:t>(INTERNET OF THINGS)</a:t>
            </a:r>
            <a:endParaRPr lang="en-US"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US" dirty="0" smtClean="0"/>
              <a:t>FOUR KEY  STAGES</a:t>
            </a:r>
            <a:endParaRPr lang="en-US" dirty="0"/>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endParaRPr lang="en-US" dirty="0"/>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US" dirty="0" smtClean="0"/>
              <a:t> SENSORS/DEVICES(DATA COLLECTION)</a:t>
            </a:r>
          </a:p>
          <a:p>
            <a:pPr marL="0" indent="0">
              <a:buNone/>
            </a:pPr>
            <a:r>
              <a:rPr lang="en-US" dirty="0" smtClean="0"/>
              <a:t>It collect data from the </a:t>
            </a:r>
            <a:r>
              <a:rPr lang="en-US" dirty="0" smtClean="0"/>
              <a:t>environment</a:t>
            </a:r>
            <a:endParaRPr lang="en-US" dirty="0" smtClean="0"/>
          </a:p>
          <a:p>
            <a:pPr marL="0" indent="0">
              <a:buNone/>
            </a:pPr>
            <a:r>
              <a:rPr lang="en-US" dirty="0" smtClean="0"/>
              <a:t>For example:</a:t>
            </a:r>
          </a:p>
          <a:p>
            <a:pPr marL="0" indent="0">
              <a:buNone/>
            </a:pPr>
            <a:r>
              <a:rPr lang="en-US" dirty="0" smtClean="0"/>
              <a:t>Smart lights (in home)</a:t>
            </a:r>
          </a:p>
          <a:p>
            <a:pPr marL="0" indent="0">
              <a:buNone/>
            </a:pPr>
            <a:r>
              <a:rPr lang="en-US" dirty="0" smtClean="0"/>
              <a:t>Automatic door</a:t>
            </a:r>
          </a:p>
          <a:p>
            <a:pPr marL="0" indent="0">
              <a:buNone/>
            </a:pPr>
            <a:r>
              <a:rPr lang="en-US" dirty="0" smtClean="0"/>
              <a:t>Security system</a:t>
            </a:r>
          </a:p>
          <a:p>
            <a:r>
              <a:rPr lang="en-US" dirty="0" smtClean="0"/>
              <a:t>CONECTIVITY(DATA TRANSMISSION)</a:t>
            </a:r>
          </a:p>
          <a:p>
            <a:pPr marL="0" indent="0">
              <a:buNone/>
            </a:pPr>
            <a:r>
              <a:rPr lang="en-US" dirty="0" smtClean="0"/>
              <a:t>The data collected by sensors is sent to cloud or </a:t>
            </a:r>
          </a:p>
          <a:p>
            <a:pPr marL="0" indent="0">
              <a:buNone/>
            </a:pPr>
            <a:r>
              <a:rPr lang="en-US" dirty="0" smtClean="0"/>
              <a:t>Network using Wi-Fi, Bluetooth </a:t>
            </a:r>
            <a:r>
              <a:rPr lang="en-US" dirty="0" smtClean="0"/>
              <a:t>, Ethernet </a:t>
            </a:r>
            <a:endParaRPr lang="en-US" dirty="0" smtClean="0"/>
          </a:p>
          <a:p>
            <a:pPr marL="0" indent="0">
              <a:buNone/>
            </a:pPr>
            <a:endParaRPr lang="en-US" dirty="0"/>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a:xfrm>
            <a:off x="5750352" y="2505074"/>
            <a:ext cx="5908248" cy="4352925"/>
          </a:xfrm>
        </p:spPr>
        <p:txBody>
          <a:bodyPr/>
          <a:lstStyle/>
          <a:p>
            <a:r>
              <a:rPr lang="en-US" dirty="0" smtClean="0"/>
              <a:t>DATA  PROCESSING(CLOUD/SERVER ANALYSES)</a:t>
            </a:r>
          </a:p>
          <a:p>
            <a:pPr marL="0" indent="0">
              <a:buNone/>
            </a:pPr>
            <a:r>
              <a:rPr lang="en-US" dirty="0" smtClean="0"/>
              <a:t>The cloud or sever processes the received data and makes decision</a:t>
            </a:r>
          </a:p>
          <a:p>
            <a:pPr marL="0" indent="0">
              <a:buNone/>
            </a:pPr>
            <a:r>
              <a:rPr lang="en-US" dirty="0" smtClean="0"/>
              <a:t>For example:</a:t>
            </a:r>
          </a:p>
          <a:p>
            <a:pPr marL="0" indent="0">
              <a:buNone/>
            </a:pPr>
            <a:r>
              <a:rPr lang="en-US" dirty="0" smtClean="0"/>
              <a:t>Mention sensor detect motion</a:t>
            </a:r>
          </a:p>
          <a:p>
            <a:pPr marL="0" indent="0">
              <a:buNone/>
            </a:pPr>
            <a:r>
              <a:rPr lang="en-US" dirty="0" smtClean="0"/>
              <a:t>Temperature sensor</a:t>
            </a:r>
          </a:p>
          <a:p>
            <a:r>
              <a:rPr lang="en-US" dirty="0" smtClean="0"/>
              <a:t>USER INTERFACE(ACTION(OUTPUT TO USER))</a:t>
            </a:r>
          </a:p>
          <a:p>
            <a:pPr marL="0" indent="0">
              <a:buNone/>
            </a:pPr>
            <a:r>
              <a:rPr lang="en-US" dirty="0" smtClean="0"/>
              <a:t>Were the process data is shown to the user in easy to understand way</a:t>
            </a:r>
          </a:p>
          <a:p>
            <a:pPr marL="0" indent="0">
              <a:buNone/>
            </a:pPr>
            <a:r>
              <a:rPr lang="en-US" dirty="0" smtClean="0"/>
              <a:t>For example:</a:t>
            </a:r>
          </a:p>
          <a:p>
            <a:pPr marL="0" indent="0">
              <a:buNone/>
            </a:pPr>
            <a:r>
              <a:rPr lang="en-US" dirty="0" smtClean="0"/>
              <a:t>Room temperature on mobile phone</a:t>
            </a:r>
          </a:p>
          <a:p>
            <a:pPr marL="0" indent="0">
              <a:buNone/>
            </a:pPr>
            <a:r>
              <a:rPr lang="en-US" dirty="0" smtClean="0"/>
              <a:t>Fitness tracker to display your heart rate</a:t>
            </a:r>
          </a:p>
          <a:p>
            <a:endParaRPr lang="en-US" dirty="0"/>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IoT</a:t>
            </a:r>
            <a:r>
              <a:rPr lang="en-US" dirty="0" smtClean="0"/>
              <a:t>(INTERNET OF THINGS)</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4</a:t>
            </a:fld>
            <a:endParaRPr lang="en-US" noProof="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2557" y="1825625"/>
            <a:ext cx="7975076" cy="4351338"/>
          </a:xfrm>
        </p:spPr>
      </p:pic>
    </p:spTree>
    <p:extLst>
      <p:ext uri="{BB962C8B-B14F-4D97-AF65-F5344CB8AC3E}">
        <p14:creationId xmlns:p14="http://schemas.microsoft.com/office/powerpoint/2010/main" val="11469967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 OF </a:t>
            </a:r>
            <a:r>
              <a:rPr lang="en-US" dirty="0" err="1" smtClean="0"/>
              <a:t>IoT</a:t>
            </a:r>
            <a:endParaRPr lang="en-US"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5</a:t>
            </a:fld>
            <a:endParaRPr lang="en-US" noProof="0" dirty="0"/>
          </a:p>
        </p:txBody>
      </p:sp>
      <p:sp>
        <p:nvSpPr>
          <p:cNvPr id="4" name="Content Placeholder 3"/>
          <p:cNvSpPr>
            <a:spLocks noGrp="1"/>
          </p:cNvSpPr>
          <p:nvPr>
            <p:ph sz="half" idx="1"/>
          </p:nvPr>
        </p:nvSpPr>
        <p:spPr/>
        <p:txBody>
          <a:bodyPr>
            <a:normAutofit lnSpcReduction="10000"/>
          </a:bodyPr>
          <a:lstStyle/>
          <a:p>
            <a:r>
              <a:rPr lang="en-US" dirty="0" smtClean="0"/>
              <a:t>SMART HOMES</a:t>
            </a:r>
          </a:p>
          <a:p>
            <a:pPr marL="0" indent="0">
              <a:buNone/>
            </a:pPr>
            <a:r>
              <a:rPr lang="en-US" dirty="0" smtClean="0"/>
              <a:t>    security system</a:t>
            </a:r>
          </a:p>
          <a:p>
            <a:pPr marL="0" indent="0">
              <a:buNone/>
            </a:pPr>
            <a:r>
              <a:rPr lang="en-US" dirty="0" smtClean="0"/>
              <a:t>    lighting</a:t>
            </a:r>
          </a:p>
          <a:p>
            <a:pPr marL="0" indent="0">
              <a:buNone/>
            </a:pPr>
            <a:r>
              <a:rPr lang="en-US" dirty="0" smtClean="0"/>
              <a:t>    smart door</a:t>
            </a:r>
            <a:endParaRPr lang="en-US" dirty="0"/>
          </a:p>
          <a:p>
            <a:r>
              <a:rPr lang="en-US" dirty="0" smtClean="0"/>
              <a:t>HEALTH CARE</a:t>
            </a:r>
          </a:p>
          <a:p>
            <a:pPr marL="0" indent="0">
              <a:buNone/>
            </a:pPr>
            <a:r>
              <a:rPr lang="en-US" dirty="0" smtClean="0"/>
              <a:t>    smart watches and fitness band</a:t>
            </a:r>
          </a:p>
          <a:p>
            <a:pPr marL="0" indent="0">
              <a:buNone/>
            </a:pPr>
            <a:r>
              <a:rPr lang="en-US" dirty="0"/>
              <a:t> </a:t>
            </a:r>
            <a:r>
              <a:rPr lang="en-US" dirty="0" smtClean="0"/>
              <a:t>   smart medical device </a:t>
            </a:r>
          </a:p>
          <a:p>
            <a:pPr marL="0" indent="0">
              <a:buNone/>
            </a:pPr>
            <a:r>
              <a:rPr lang="en-US" dirty="0"/>
              <a:t> </a:t>
            </a:r>
            <a:r>
              <a:rPr lang="en-US" dirty="0" smtClean="0"/>
              <a:t>   remote patient monitoring</a:t>
            </a:r>
          </a:p>
          <a:p>
            <a:r>
              <a:rPr lang="en-US" dirty="0" smtClean="0"/>
              <a:t>TRANSPOTATION</a:t>
            </a:r>
          </a:p>
          <a:p>
            <a:pPr marL="0" indent="0">
              <a:buNone/>
            </a:pPr>
            <a:r>
              <a:rPr lang="en-US" dirty="0" smtClean="0"/>
              <a:t>    </a:t>
            </a:r>
            <a:r>
              <a:rPr lang="en-US" dirty="0" smtClean="0">
                <a:latin typeface="ui-sans-serif"/>
              </a:rPr>
              <a:t>GPS tracking</a:t>
            </a:r>
            <a:endParaRPr lang="en-US" dirty="0">
              <a:latin typeface="ui-sans-serif"/>
            </a:endParaRPr>
          </a:p>
          <a:p>
            <a:pPr marL="0" indent="0">
              <a:buNone/>
            </a:pPr>
            <a:r>
              <a:rPr lang="en-US" dirty="0" smtClean="0">
                <a:latin typeface="ui-sans-serif"/>
              </a:rPr>
              <a:t>    smart traffic control</a:t>
            </a:r>
            <a:endParaRPr lang="en-US" dirty="0">
              <a:latin typeface="ui-sans-serif"/>
            </a:endParaRPr>
          </a:p>
          <a:p>
            <a:pPr marL="0" indent="0">
              <a:buNone/>
            </a:pPr>
            <a:r>
              <a:rPr lang="en-US" dirty="0" smtClean="0">
                <a:latin typeface="ui-sans-serif"/>
              </a:rPr>
              <a:t>    Self-driving</a:t>
            </a:r>
            <a:r>
              <a:rPr lang="en-US" dirty="0">
                <a:latin typeface="ui-sans-serif"/>
              </a:rPr>
              <a:t> </a:t>
            </a:r>
            <a:r>
              <a:rPr lang="en-US" dirty="0" smtClean="0">
                <a:latin typeface="ui-sans-serif"/>
              </a:rPr>
              <a:t>  cars</a:t>
            </a:r>
            <a:endParaRPr lang="en-US" dirty="0">
              <a:latin typeface="ui-sans-serif"/>
            </a:endParaRPr>
          </a:p>
          <a:p>
            <a:pPr marL="0" indent="0">
              <a:buNone/>
            </a:pPr>
            <a:endParaRPr lang="en-US" dirty="0" smtClean="0"/>
          </a:p>
        </p:txBody>
      </p:sp>
      <p:sp>
        <p:nvSpPr>
          <p:cNvPr id="5" name="Content Placeholder 4"/>
          <p:cNvSpPr>
            <a:spLocks noGrp="1"/>
          </p:cNvSpPr>
          <p:nvPr>
            <p:ph sz="half" idx="2"/>
          </p:nvPr>
        </p:nvSpPr>
        <p:spPr/>
        <p:txBody>
          <a:bodyPr/>
          <a:lstStyle/>
          <a:p>
            <a:r>
              <a:rPr lang="en-US" dirty="0" smtClean="0"/>
              <a:t> I</a:t>
            </a:r>
            <a:r>
              <a:rPr lang="en-US" b="1" dirty="0" smtClean="0"/>
              <a:t>ndustry </a:t>
            </a:r>
            <a:r>
              <a:rPr lang="en-US" b="1" dirty="0"/>
              <a:t>/ Manufacturing (</a:t>
            </a:r>
            <a:r>
              <a:rPr lang="en-US" b="1" dirty="0" err="1"/>
              <a:t>IIoT</a:t>
            </a:r>
            <a:r>
              <a:rPr lang="en-US" b="1" dirty="0"/>
              <a:t>)</a:t>
            </a:r>
          </a:p>
          <a:p>
            <a:pPr marL="0" indent="0">
              <a:buNone/>
            </a:pPr>
            <a:r>
              <a:rPr lang="en-US" dirty="0" smtClean="0"/>
              <a:t> Machine </a:t>
            </a:r>
            <a:r>
              <a:rPr lang="en-US" dirty="0"/>
              <a:t>monitoring</a:t>
            </a:r>
          </a:p>
          <a:p>
            <a:pPr marL="0" indent="0">
              <a:buNone/>
            </a:pPr>
            <a:r>
              <a:rPr lang="en-US" dirty="0" smtClean="0"/>
              <a:t> Predictive </a:t>
            </a:r>
            <a:r>
              <a:rPr lang="en-US" dirty="0"/>
              <a:t>maintenance</a:t>
            </a:r>
          </a:p>
          <a:p>
            <a:pPr marL="0" indent="0">
              <a:buNone/>
            </a:pPr>
            <a:r>
              <a:rPr lang="en-US" dirty="0" smtClean="0"/>
              <a:t> Smart </a:t>
            </a:r>
            <a:r>
              <a:rPr lang="en-US" dirty="0"/>
              <a:t>factories</a:t>
            </a:r>
          </a:p>
          <a:p>
            <a:r>
              <a:rPr lang="en-US" b="1" dirty="0" smtClean="0"/>
              <a:t>  </a:t>
            </a:r>
            <a:r>
              <a:rPr lang="en-US" b="1" dirty="0"/>
              <a:t>Smart Cities</a:t>
            </a:r>
          </a:p>
          <a:p>
            <a:pPr marL="0" indent="0">
              <a:buNone/>
            </a:pPr>
            <a:r>
              <a:rPr lang="en-US" dirty="0" smtClean="0"/>
              <a:t> Smart </a:t>
            </a:r>
            <a:r>
              <a:rPr lang="en-US" dirty="0"/>
              <a:t>streetlights</a:t>
            </a:r>
          </a:p>
          <a:p>
            <a:pPr marL="0" indent="0">
              <a:buNone/>
            </a:pPr>
            <a:r>
              <a:rPr lang="en-US" dirty="0" smtClean="0"/>
              <a:t> Waste </a:t>
            </a:r>
            <a:r>
              <a:rPr lang="en-US" dirty="0"/>
              <a:t>management</a:t>
            </a:r>
          </a:p>
          <a:p>
            <a:pPr marL="0" indent="0">
              <a:buNone/>
            </a:pPr>
            <a:r>
              <a:rPr lang="en-US" dirty="0" smtClean="0"/>
              <a:t> Pollution </a:t>
            </a:r>
            <a:r>
              <a:rPr lang="en-US" dirty="0"/>
              <a:t>monitoring</a:t>
            </a:r>
          </a:p>
          <a:p>
            <a:pPr marL="0" indent="0">
              <a:buNone/>
            </a:pPr>
            <a:r>
              <a:rPr lang="en-US" dirty="0" smtClean="0"/>
              <a:t> Smart </a:t>
            </a:r>
            <a:r>
              <a:rPr lang="en-US" dirty="0"/>
              <a:t>parking </a:t>
            </a:r>
            <a:r>
              <a:rPr lang="en-US" dirty="0" smtClean="0"/>
              <a:t>systems</a:t>
            </a:r>
          </a:p>
          <a:p>
            <a:pPr marL="0" indent="0">
              <a:buNone/>
            </a:pPr>
            <a:r>
              <a:rPr lang="en-US" dirty="0" smtClean="0"/>
              <a:t>“It is also use in agriculture and education” </a:t>
            </a:r>
            <a:endParaRPr lang="en-US" dirty="0"/>
          </a:p>
        </p:txBody>
      </p:sp>
    </p:spTree>
    <p:extLst>
      <p:ext uri="{BB962C8B-B14F-4D97-AF65-F5344CB8AC3E}">
        <p14:creationId xmlns:p14="http://schemas.microsoft.com/office/powerpoint/2010/main" val="16997556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1" y="2941163"/>
            <a:ext cx="11868346" cy="3667027"/>
          </a:xfrm>
        </p:spPr>
        <p:txBody>
          <a:bodyPr>
            <a:normAutofit/>
          </a:bodyPr>
          <a:lstStyle/>
          <a:p>
            <a:r>
              <a:rPr lang="en-US" sz="2400" dirty="0" smtClean="0"/>
              <a:t> Conclusion:</a:t>
            </a:r>
            <a:br>
              <a:rPr lang="en-US" sz="2400" dirty="0" smtClean="0"/>
            </a:br>
            <a:r>
              <a:rPr lang="en-US" sz="2400" dirty="0" smtClean="0"/>
              <a:t>t</a:t>
            </a:r>
            <a:r>
              <a:rPr lang="en-US" sz="2400" dirty="0" smtClean="0"/>
              <a:t>he </a:t>
            </a:r>
            <a:r>
              <a:rPr lang="en-US" sz="2400" dirty="0"/>
              <a:t>Internet of Things (</a:t>
            </a:r>
            <a:r>
              <a:rPr lang="en-US" sz="2400" dirty="0" err="1"/>
              <a:t>IoT</a:t>
            </a:r>
            <a:r>
              <a:rPr lang="en-US" sz="2400" dirty="0"/>
              <a:t>) is a modern technology where devices collect data from the environment using sensors and send it through connectivity networks like Wi-Fi or Bluetooth. This data is then processed in the cloud to make decisions, and the results are shown to the user through a user interface such as a mobile app or dashboard. </a:t>
            </a:r>
            <a:r>
              <a:rPr lang="en-US" sz="2400" dirty="0" err="1"/>
              <a:t>IoT</a:t>
            </a:r>
            <a:r>
              <a:rPr lang="en-US" sz="2400" dirty="0"/>
              <a:t> is widely used in smart homes, healthcare, agriculture, transportation, industries, and smart cities. Overall, </a:t>
            </a:r>
            <a:r>
              <a:rPr lang="en-US" sz="2400" dirty="0" err="1"/>
              <a:t>IoT</a:t>
            </a:r>
            <a:r>
              <a:rPr lang="en-US" sz="2400" dirty="0"/>
              <a:t> makes everyday devices smart, automated, and more efficient, improving comfort, safety, and productivity in daily </a:t>
            </a:r>
            <a:r>
              <a:rPr lang="en-US" sz="2400" dirty="0" smtClean="0"/>
              <a:t>life.</a:t>
            </a:r>
            <a:endParaRPr lang="en-US" sz="2400" dirty="0"/>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a:t>
            </a:r>
            <a:r>
              <a:rPr lang="en-US" dirty="0" smtClean="0"/>
              <a:t>You </a:t>
            </a:r>
            <a:r>
              <a:rPr lang="en-US" dirty="0" smtClean="0">
                <a:sym typeface="Wingdings" panose="05000000000000000000" pitchFamily="2" charset="2"/>
              </a:rPr>
              <a:t></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757914-1161-4661-9696-421FD6935CDD}">
  <ds:schemaRefs>
    <ds:schemaRef ds:uri="http://schemas.microsoft.com/office/2006/documentManagement/type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http://purl.org/dc/elements/1.1/"/>
    <ds:schemaRef ds:uri="http://schemas.microsoft.com/office/2006/metadata/properties"/>
    <ds:schemaRef ds:uri="71af3243-3dd4-4a8d-8c0d-dd76da1f02a5"/>
    <ds:schemaRef ds:uri="http://www.w3.org/XML/1998/namespace"/>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26E0C9-B2AA-42E6-97B6-E1B7D9EAF1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297</Words>
  <Application>Microsoft Office PowerPoint</Application>
  <PresentationFormat>Widescreen</PresentationFormat>
  <Paragraphs>65</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Calibri</vt:lpstr>
      <vt:lpstr>Tahoma</vt:lpstr>
      <vt:lpstr>Trade Gothic LT Pro</vt:lpstr>
      <vt:lpstr>Trebuchet MS</vt:lpstr>
      <vt:lpstr>ui-sans-serif</vt:lpstr>
      <vt:lpstr>Wingdings</vt:lpstr>
      <vt:lpstr>Office Theme</vt:lpstr>
      <vt:lpstr>INTERNET OF THINGS</vt:lpstr>
      <vt:lpstr>INTERNET OF THINGS (IoT)</vt:lpstr>
      <vt:lpstr>IoT(INTERNET OF THINGS)</vt:lpstr>
      <vt:lpstr>IoT(INTERNET OF THINGS)</vt:lpstr>
      <vt:lpstr>APPLICATIONS OF IoT</vt:lpstr>
      <vt:lpstr> Conclusion: the Internet of Things (IoT) is a modern technology where devices collect data from the environment using sensors and send it through connectivity networks like Wi-Fi or Bluetooth. This data is then processed in the cloud to make decisions, and the results are shown to the user through a user interface such as a mobile app or dashboard. IoT is widely used in smart homes, healthcare, agriculture, transportation, industries, and smart cities. Overall, IoT makes everyday devices smart, automated, and more efficient, improving comfort, safety, and productivity in daily life.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2025-12-07T13:55:29Z</dcterms:created>
  <dcterms:modified xsi:type="dcterms:W3CDTF">2025-12-07T17:20:22Z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