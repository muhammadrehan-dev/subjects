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26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35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85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61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97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12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4227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78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53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50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04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54045-7A20-43D0-88CA-78C7BD214BB9}" type="datetimeFigureOut">
              <a:rPr lang="en-PK" smtClean="0"/>
              <a:t>07/12/2025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5B6473E-A57E-498D-91A9-A75512A2E26F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55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04CF-56A5-A590-010E-80DAB7A0A1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Scope of Information and Communication Technologies (ICT)</a:t>
            </a:r>
            <a:endParaRPr lang="en-PK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958EC-5B81-44B7-A461-C67AF0F23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By- Maria Sikandar</a:t>
            </a:r>
          </a:p>
          <a:p>
            <a:r>
              <a:rPr lang="en-US" b="1"/>
              <a:t>Roll no: 25f-cy-70</a:t>
            </a:r>
            <a:endParaRPr lang="en-PK" b="1"/>
          </a:p>
        </p:txBody>
      </p:sp>
    </p:spTree>
    <p:extLst>
      <p:ext uri="{BB962C8B-B14F-4D97-AF65-F5344CB8AC3E}">
        <p14:creationId xmlns:p14="http://schemas.microsoft.com/office/powerpoint/2010/main" val="3854351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9905-948F-93F1-77DD-EA80F15A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   </a:t>
            </a:r>
            <a:r>
              <a:rPr lang="en-US" b="1"/>
              <a:t>Scope of ICT </a:t>
            </a:r>
            <a:endParaRPr lang="en-PK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45E44-16F8-280D-DC48-0B4AADB87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3875"/>
          </a:xfrm>
        </p:spPr>
        <p:txBody>
          <a:bodyPr/>
          <a:lstStyle/>
          <a:p>
            <a:r>
              <a:rPr lang="en-US"/>
              <a:t>ICT </a:t>
            </a:r>
            <a:r>
              <a:rPr lang="en-US" b="1"/>
              <a:t>(Information and Communication Technology) </a:t>
            </a:r>
            <a:r>
              <a:rPr lang="en-US"/>
              <a:t>is used almost every field of life. It helps people connect ,share information and solve problems using computers the internet and other digital tools.</a:t>
            </a:r>
          </a:p>
          <a:p>
            <a:pPr marL="0" indent="0">
              <a:buNone/>
            </a:pPr>
            <a:r>
              <a:rPr lang="en-US"/>
              <a:t>It play important role in:</a:t>
            </a:r>
          </a:p>
          <a:p>
            <a:r>
              <a:rPr lang="en-US" b="1"/>
              <a:t>Education</a:t>
            </a:r>
          </a:p>
          <a:p>
            <a:r>
              <a:rPr lang="en-US" b="1"/>
              <a:t>Business</a:t>
            </a:r>
          </a:p>
          <a:p>
            <a:r>
              <a:rPr lang="en-US" b="1"/>
              <a:t>(Governance (E - Government)</a:t>
            </a:r>
            <a:endParaRPr lang="en-US"/>
          </a:p>
          <a:p>
            <a:r>
              <a:rPr lang="en-US" b="1"/>
              <a:t>Health care</a:t>
            </a:r>
          </a:p>
          <a:p>
            <a:r>
              <a:rPr lang="en-US" b="1"/>
              <a:t>Digital Media and Entertainment</a:t>
            </a:r>
          </a:p>
        </p:txBody>
      </p:sp>
    </p:spTree>
    <p:extLst>
      <p:ext uri="{BB962C8B-B14F-4D97-AF65-F5344CB8AC3E}">
        <p14:creationId xmlns:p14="http://schemas.microsoft.com/office/powerpoint/2010/main" val="344964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ACC08-AF87-0872-2BF7-33B042DE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                       ICT in Education</a:t>
            </a:r>
            <a:endParaRPr lang="en-PK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1780C-44B8-2320-738F-0610E395B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1600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ICT transforms how people learn , teach and access knowledge.</a:t>
            </a:r>
          </a:p>
          <a:p>
            <a:pPr marL="0" indent="0">
              <a:buNone/>
            </a:pPr>
            <a:r>
              <a:rPr lang="en-US" b="1"/>
              <a:t> Uses:</a:t>
            </a:r>
          </a:p>
          <a:p>
            <a:r>
              <a:rPr lang="en-US" b="1"/>
              <a:t>E- Learning platforms: </a:t>
            </a:r>
            <a:r>
              <a:rPr lang="en-US"/>
              <a:t>Google Classroom, Moodle, </a:t>
            </a:r>
            <a:r>
              <a:rPr lang="en-US" err="1"/>
              <a:t>coursea</a:t>
            </a:r>
            <a:endParaRPr lang="en-US"/>
          </a:p>
          <a:p>
            <a:r>
              <a:rPr lang="en-US" b="1"/>
              <a:t>Smart classrooms: </a:t>
            </a:r>
            <a:r>
              <a:rPr lang="en-US"/>
              <a:t>use of projectors , interactive whiteboards, tablets.</a:t>
            </a:r>
          </a:p>
          <a:p>
            <a:r>
              <a:rPr lang="en-US" b="1"/>
              <a:t>Online resources: </a:t>
            </a:r>
            <a:r>
              <a:rPr lang="en-US"/>
              <a:t>E- Books, educational videos, academic databases.</a:t>
            </a:r>
          </a:p>
          <a:p>
            <a:r>
              <a:rPr lang="en-US" b="1"/>
              <a:t>Distance learning: </a:t>
            </a:r>
            <a:r>
              <a:rPr lang="en-US"/>
              <a:t>Virtual classes and remote education via zoom, MS Teams.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4323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EAF-971F-A052-1E25-5E52B66E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         </a:t>
            </a:r>
            <a:r>
              <a:rPr lang="en-US" b="1"/>
              <a:t>ICT in Business</a:t>
            </a:r>
            <a:endParaRPr lang="en-PK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8FB80-E84B-CBDC-2102-DBB909D86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ICT increase productivity, efficiency and communication in business operations.</a:t>
            </a:r>
          </a:p>
          <a:p>
            <a:pPr marL="0" indent="0">
              <a:buNone/>
            </a:pPr>
            <a:r>
              <a:rPr lang="en-US" b="1"/>
              <a:t>Uses:</a:t>
            </a:r>
          </a:p>
          <a:p>
            <a:pPr marL="0" indent="0">
              <a:buNone/>
            </a:pPr>
            <a:r>
              <a:rPr lang="en-US" b="1"/>
              <a:t>Communication:</a:t>
            </a:r>
            <a:r>
              <a:rPr lang="en-US"/>
              <a:t> Emails, video calls, business chat apps.</a:t>
            </a:r>
          </a:p>
          <a:p>
            <a:pPr marL="0" indent="0">
              <a:buNone/>
            </a:pPr>
            <a:r>
              <a:rPr lang="en-US" b="1"/>
              <a:t>Online Marketing: </a:t>
            </a:r>
            <a:r>
              <a:rPr lang="en-US"/>
              <a:t>Businesses use social media ads to promote their products.</a:t>
            </a:r>
          </a:p>
          <a:p>
            <a:pPr marL="0" indent="0">
              <a:buNone/>
            </a:pPr>
            <a:r>
              <a:rPr lang="en-US" b="1"/>
              <a:t>Online selling: </a:t>
            </a:r>
            <a:r>
              <a:rPr lang="en-US"/>
              <a:t>E-Commerce website like </a:t>
            </a:r>
            <a:r>
              <a:rPr lang="en-US" err="1"/>
              <a:t>Daraz</a:t>
            </a:r>
            <a:r>
              <a:rPr lang="en-US"/>
              <a:t> help business sell products online. </a:t>
            </a:r>
          </a:p>
          <a:p>
            <a:pPr marL="0" indent="0">
              <a:buNone/>
            </a:pPr>
            <a:r>
              <a:rPr lang="en-US" b="1"/>
              <a:t>Data storage: </a:t>
            </a:r>
            <a:r>
              <a:rPr lang="en-US"/>
              <a:t>Business store records, customer details, and sales data on computers.</a:t>
            </a:r>
          </a:p>
        </p:txBody>
      </p:sp>
    </p:spTree>
    <p:extLst>
      <p:ext uri="{BB962C8B-B14F-4D97-AF65-F5344CB8AC3E}">
        <p14:creationId xmlns:p14="http://schemas.microsoft.com/office/powerpoint/2010/main" val="47107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7F2B-0F55-551F-8382-5A9CA3CA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</a:t>
            </a:r>
            <a:r>
              <a:rPr lang="en-US" b="1"/>
              <a:t>ICT in Governance (E-Government)</a:t>
            </a:r>
            <a:endParaRPr lang="en-PK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E8715-F325-3F65-241B-4335D8E6D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ICT helps governments become more </a:t>
            </a:r>
            <a:r>
              <a:rPr lang="en-US" b="1"/>
              <a:t>transparent, efficient , and accessible</a:t>
            </a:r>
            <a:r>
              <a:rPr lang="en-US"/>
              <a:t> to  citizens.</a:t>
            </a:r>
          </a:p>
          <a:p>
            <a:r>
              <a:rPr lang="en-US" b="1"/>
              <a:t>Uses:</a:t>
            </a:r>
          </a:p>
          <a:p>
            <a:r>
              <a:rPr lang="en-US" b="1"/>
              <a:t>Online services: </a:t>
            </a:r>
            <a:r>
              <a:rPr lang="en-US"/>
              <a:t>E-filing taxes, applying for documents, bill payments.</a:t>
            </a:r>
          </a:p>
          <a:p>
            <a:r>
              <a:rPr lang="en-US" b="1"/>
              <a:t>Digital identity systems: </a:t>
            </a:r>
            <a:r>
              <a:rPr lang="en-US"/>
              <a:t>National ID, e- passports.</a:t>
            </a:r>
          </a:p>
          <a:p>
            <a:r>
              <a:rPr lang="en-US" b="1"/>
              <a:t>E-voting: </a:t>
            </a:r>
            <a:r>
              <a:rPr lang="en-US"/>
              <a:t>electronic voting systems in some countries.</a:t>
            </a:r>
          </a:p>
          <a:p>
            <a:r>
              <a:rPr lang="en-US" b="1"/>
              <a:t>Open data: </a:t>
            </a:r>
            <a:r>
              <a:rPr lang="en-US"/>
              <a:t>Making government data available for public access.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83387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6AFD4-99F1-60A3-50EE-5AC99A8D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                       ICT in Healthcare</a:t>
            </a:r>
            <a:endParaRPr lang="en-PK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C2A8E-C688-F36B-9EFD-7D1CF1A2B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ICT improves the </a:t>
            </a:r>
            <a:r>
              <a:rPr lang="en-US" b="1"/>
              <a:t>quality, accessibility, and efficiency </a:t>
            </a:r>
            <a:r>
              <a:rPr lang="en-US"/>
              <a:t>of healthcare services.</a:t>
            </a:r>
          </a:p>
          <a:p>
            <a:r>
              <a:rPr lang="en-US" b="1"/>
              <a:t>Uses:</a:t>
            </a:r>
          </a:p>
          <a:p>
            <a:r>
              <a:rPr lang="en-US" b="1"/>
              <a:t>Online patient records: </a:t>
            </a:r>
            <a:r>
              <a:rPr lang="en-US"/>
              <a:t>Doctors can store and check patient history, reports, and medications easily.</a:t>
            </a:r>
          </a:p>
          <a:p>
            <a:r>
              <a:rPr lang="en-US" b="1"/>
              <a:t>Telemedicine: p</a:t>
            </a:r>
            <a:r>
              <a:rPr lang="en-US"/>
              <a:t>atient can talk to doctors online using video calls and health apps.</a:t>
            </a:r>
          </a:p>
          <a:p>
            <a:r>
              <a:rPr lang="en-US" b="1"/>
              <a:t>Medical Research: </a:t>
            </a:r>
            <a:r>
              <a:rPr lang="en-US"/>
              <a:t>Doctors can researchers use ICT to study diseases and find treatments.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7845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DAFD-EBB4-E926-6788-D801C1D9FF7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73138"/>
            <a:ext cx="8761413" cy="708025"/>
          </a:xfrm>
        </p:spPr>
        <p:txBody>
          <a:bodyPr>
            <a:normAutofit fontScale="90000"/>
          </a:bodyPr>
          <a:lstStyle/>
          <a:p>
            <a:r>
              <a:rPr lang="en-US"/>
              <a:t>           </a:t>
            </a:r>
            <a:r>
              <a:rPr lang="en-US" b="1"/>
              <a:t>Digital Media &amp; Entertainment           </a:t>
            </a:r>
            <a:endParaRPr lang="en-PK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F024-4EBB-38EF-EBF1-A218352B7F3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603500"/>
            <a:ext cx="8824913" cy="3416300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Digital media is driven by ICT tools and platforms.</a:t>
            </a:r>
          </a:p>
          <a:p>
            <a:r>
              <a:rPr lang="en-US"/>
              <a:t>Uses:</a:t>
            </a:r>
          </a:p>
          <a:p>
            <a:r>
              <a:rPr lang="en-US" b="1"/>
              <a:t>Content creation: </a:t>
            </a:r>
            <a:r>
              <a:rPr lang="en-US"/>
              <a:t>Anyone can make videos, podcasts, or blogs, and earn money online</a:t>
            </a:r>
          </a:p>
          <a:p>
            <a:r>
              <a:rPr lang="en-US" b="1"/>
              <a:t>Online Music: </a:t>
            </a:r>
            <a:r>
              <a:rPr lang="en-US"/>
              <a:t>Users listen to songs on  </a:t>
            </a:r>
            <a:r>
              <a:rPr lang="en-US" err="1"/>
              <a:t>spotify</a:t>
            </a:r>
            <a:r>
              <a:rPr lang="en-US"/>
              <a:t>, </a:t>
            </a:r>
            <a:r>
              <a:rPr lang="en-US" err="1"/>
              <a:t>youtube</a:t>
            </a:r>
            <a:r>
              <a:rPr lang="en-US"/>
              <a:t>, music, and other apps.</a:t>
            </a:r>
          </a:p>
          <a:p>
            <a:r>
              <a:rPr lang="en-US" b="1"/>
              <a:t>Live streaming:  </a:t>
            </a:r>
            <a:r>
              <a:rPr lang="en-US"/>
              <a:t>people watch live shows, gaming streams, concerts, and events online.</a:t>
            </a:r>
          </a:p>
          <a:p>
            <a:r>
              <a:rPr lang="en-US" b="1"/>
              <a:t>News &amp; journalism: </a:t>
            </a:r>
            <a:r>
              <a:rPr lang="en-US"/>
              <a:t>people get updates about politics, </a:t>
            </a:r>
            <a:r>
              <a:rPr lang="en-US" err="1"/>
              <a:t>wheather</a:t>
            </a:r>
            <a:r>
              <a:rPr lang="en-US"/>
              <a:t>, sports, and other events.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03037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76</TotalTime>
  <Words>431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Scope of Information and Communication Technologies (ICT)</vt:lpstr>
      <vt:lpstr>                    Scope of ICT </vt:lpstr>
      <vt:lpstr>                       ICT in Education</vt:lpstr>
      <vt:lpstr>                          ICT in Business</vt:lpstr>
      <vt:lpstr>        ICT in Governance (E-Government)</vt:lpstr>
      <vt:lpstr>                       ICT in Healthcare</vt:lpstr>
      <vt:lpstr>           Digital Media &amp; Entertainment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sajid</dc:creator>
  <cp:lastModifiedBy>sajid</cp:lastModifiedBy>
  <cp:revision>2</cp:revision>
  <dcterms:created xsi:type="dcterms:W3CDTF">2025-12-07T18:23:48Z</dcterms:created>
  <dcterms:modified xsi:type="dcterms:W3CDTF">2025-12-08T01:10:06Z</dcterms:modified>
</cp:coreProperties>
</file>