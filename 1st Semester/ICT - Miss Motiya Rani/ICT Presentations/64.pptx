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61" r:id="rId6"/>
    <p:sldId id="272" r:id="rId7"/>
    <p:sldId id="275" r:id="rId8"/>
    <p:sldId id="273" r:id="rId9"/>
    <p:sldId id="274" r:id="rId10"/>
    <p:sldId id="270" r:id="rId11"/>
  </p:sldIdLst>
  <p:sldSz cx="18288000" cy="10287000"/>
  <p:notesSz cx="6858000" cy="9144000"/>
  <p:embeddedFontLst>
    <p:embeddedFont>
      <p:font typeface="Algerian" panose="04020705040A02060702" pitchFamily="82" charset="0"/>
      <p:regular r:id="rId12"/>
    </p:embeddedFont>
    <p:embeddedFont>
      <p:font typeface="Anton" pitchFamily="2" charset="0"/>
      <p:regular r:id="rId13"/>
    </p:embeddedFont>
    <p:embeddedFont>
      <p:font typeface="Bahnschrift" panose="020B0502040204020203" pitchFamily="34" charset="0"/>
      <p:regular r:id="rId14"/>
      <p:bold r:id="rId15"/>
    </p:embeddedFont>
    <p:embeddedFont>
      <p:font typeface="DM Sans" pitchFamily="2" charset="0"/>
      <p:regular r:id="rId16"/>
    </p:embeddedFont>
    <p:embeddedFont>
      <p:font typeface="DM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51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ngall.com/microsoft-teams-logo-png/download/167198/" TargetMode="External"/><Relationship Id="rId13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hyperlink" Target="https://luca.co.in/video-conferencing-and-online-lectures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thub.ubc.ca/guides/zoom-student-guide/?file=2020/04/zoom-student-guide.pdf?login" TargetMode="Externa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hyperlink" Target="https://creativecommons.org/licenses/by-sa/3.0/" TargetMode="External"/><Relationship Id="rId10" Type="http://schemas.openxmlformats.org/officeDocument/2006/relationships/hyperlink" Target="https://wgoqatar.com/205988" TargetMode="External"/><Relationship Id="rId4" Type="http://schemas.openxmlformats.org/officeDocument/2006/relationships/image" Target="../media/image12.svg"/><Relationship Id="rId9" Type="http://schemas.openxmlformats.org/officeDocument/2006/relationships/image" Target="../media/image15.jpeg"/><Relationship Id="rId14" Type="http://schemas.openxmlformats.org/officeDocument/2006/relationships/hyperlink" Target="https://nl.wikipedia.org/wiki/Skype_for_Busines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ngall.com/microsoft-teams-logo-png/download/167198/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goqatar.com/205988" TargetMode="External"/><Relationship Id="rId5" Type="http://schemas.openxmlformats.org/officeDocument/2006/relationships/image" Target="../media/image15.jpe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nl.wikipedia.org/wiki/Skype_for_Business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thub.ubc.ca/guides/zoom-student-guide/?file=2020/04/zoom-student-guide.pdf?login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uca.co.in/video-conferencing-and-online-lectures/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openclipart.org/detail/194111/handshake-by-dear_theophilus-1941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8123464" y="122464"/>
            <a:ext cx="10287000" cy="10042071"/>
            <a:chOff x="0" y="0"/>
            <a:chExt cx="660400" cy="6446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644676"/>
            </a:xfrm>
            <a:custGeom>
              <a:avLst/>
              <a:gdLst/>
              <a:ahLst/>
              <a:cxnLst/>
              <a:rect l="l" t="t" r="r" b="b"/>
              <a:pathLst>
                <a:path w="660400" h="644676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4768"/>
                  </a:cubicBezTo>
                  <a:lnTo>
                    <a:pt x="660400" y="644676"/>
                  </a:lnTo>
                  <a:lnTo>
                    <a:pt x="0" y="644676"/>
                  </a:lnTo>
                  <a:lnTo>
                    <a:pt x="0" y="32500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9850"/>
              <a:ext cx="660400" cy="574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7072601"/>
            <a:ext cx="5218555" cy="2326770"/>
            <a:chOff x="0" y="0"/>
            <a:chExt cx="1548679" cy="6905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48679" cy="690501"/>
            </a:xfrm>
            <a:custGeom>
              <a:avLst/>
              <a:gdLst/>
              <a:ahLst/>
              <a:cxnLst/>
              <a:rect l="l" t="t" r="r" b="b"/>
              <a:pathLst>
                <a:path w="1548679" h="690501">
                  <a:moveTo>
                    <a:pt x="75660" y="0"/>
                  </a:moveTo>
                  <a:lnTo>
                    <a:pt x="1473018" y="0"/>
                  </a:lnTo>
                  <a:cubicBezTo>
                    <a:pt x="1493085" y="0"/>
                    <a:pt x="1512329" y="7971"/>
                    <a:pt x="1526518" y="22160"/>
                  </a:cubicBezTo>
                  <a:cubicBezTo>
                    <a:pt x="1540707" y="36349"/>
                    <a:pt x="1548679" y="55594"/>
                    <a:pt x="1548679" y="75660"/>
                  </a:cubicBezTo>
                  <a:lnTo>
                    <a:pt x="1548679" y="614841"/>
                  </a:lnTo>
                  <a:cubicBezTo>
                    <a:pt x="1548679" y="634907"/>
                    <a:pt x="1540707" y="654152"/>
                    <a:pt x="1526518" y="668341"/>
                  </a:cubicBezTo>
                  <a:cubicBezTo>
                    <a:pt x="1512329" y="682530"/>
                    <a:pt x="1493085" y="690501"/>
                    <a:pt x="1473018" y="690501"/>
                  </a:cubicBezTo>
                  <a:lnTo>
                    <a:pt x="75660" y="690501"/>
                  </a:lnTo>
                  <a:cubicBezTo>
                    <a:pt x="33874" y="690501"/>
                    <a:pt x="0" y="656627"/>
                    <a:pt x="0" y="614841"/>
                  </a:cubicBezTo>
                  <a:lnTo>
                    <a:pt x="0" y="75660"/>
                  </a:lnTo>
                  <a:cubicBezTo>
                    <a:pt x="0" y="55594"/>
                    <a:pt x="7971" y="36349"/>
                    <a:pt x="22160" y="22160"/>
                  </a:cubicBezTo>
                  <a:cubicBezTo>
                    <a:pt x="36349" y="7971"/>
                    <a:pt x="55594" y="0"/>
                    <a:pt x="75660" y="0"/>
                  </a:cubicBezTo>
                  <a:close/>
                </a:path>
              </a:pathLst>
            </a:custGeom>
            <a:solidFill>
              <a:srgbClr val="5E17EB"/>
            </a:solidFill>
            <a:ln w="38100" cap="rnd">
              <a:solidFill>
                <a:srgbClr val="F2EFEB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548679" cy="738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Aateka Hassan latki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25F-CY-04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1028700"/>
            <a:ext cx="515057" cy="515057"/>
          </a:xfrm>
          <a:custGeom>
            <a:avLst/>
            <a:gdLst/>
            <a:ahLst/>
            <a:cxnLst/>
            <a:rect l="l" t="t" r="r" b="b"/>
            <a:pathLst>
              <a:path w="515057" h="515057">
                <a:moveTo>
                  <a:pt x="0" y="0"/>
                </a:moveTo>
                <a:lnTo>
                  <a:pt x="515057" y="0"/>
                </a:lnTo>
                <a:lnTo>
                  <a:pt x="515057" y="515057"/>
                </a:lnTo>
                <a:lnTo>
                  <a:pt x="0" y="5150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523346" y="8831427"/>
            <a:ext cx="2576253" cy="2576253"/>
          </a:xfrm>
          <a:custGeom>
            <a:avLst/>
            <a:gdLst/>
            <a:ahLst/>
            <a:cxnLst/>
            <a:rect l="l" t="t" r="r" b="b"/>
            <a:pathLst>
              <a:path w="2576253" h="2576253">
                <a:moveTo>
                  <a:pt x="0" y="0"/>
                </a:moveTo>
                <a:lnTo>
                  <a:pt x="2576252" y="0"/>
                </a:lnTo>
                <a:lnTo>
                  <a:pt x="2576252" y="2576252"/>
                </a:lnTo>
                <a:lnTo>
                  <a:pt x="0" y="2576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45132" y="-699810"/>
            <a:ext cx="1399621" cy="1399621"/>
          </a:xfrm>
          <a:custGeom>
            <a:avLst/>
            <a:gdLst/>
            <a:ahLst/>
            <a:cxnLst/>
            <a:rect l="l" t="t" r="r" b="b"/>
            <a:pathLst>
              <a:path w="1399621" h="1399621">
                <a:moveTo>
                  <a:pt x="0" y="0"/>
                </a:moveTo>
                <a:lnTo>
                  <a:pt x="1399621" y="0"/>
                </a:lnTo>
                <a:lnTo>
                  <a:pt x="1399621" y="1399620"/>
                </a:lnTo>
                <a:lnTo>
                  <a:pt x="0" y="13996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109166" y="2111834"/>
            <a:ext cx="6441570" cy="6441570"/>
          </a:xfrm>
          <a:custGeom>
            <a:avLst/>
            <a:gdLst/>
            <a:ahLst/>
            <a:cxnLst/>
            <a:rect l="l" t="t" r="r" b="b"/>
            <a:pathLst>
              <a:path w="6441570" h="6441570">
                <a:moveTo>
                  <a:pt x="0" y="0"/>
                </a:moveTo>
                <a:lnTo>
                  <a:pt x="6441570" y="0"/>
                </a:lnTo>
                <a:lnTo>
                  <a:pt x="6441570" y="6441570"/>
                </a:lnTo>
                <a:lnTo>
                  <a:pt x="0" y="64415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2168984"/>
            <a:ext cx="7432486" cy="458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83"/>
              </a:lnSpc>
            </a:pPr>
            <a:r>
              <a:rPr lang="en-US" sz="10599">
                <a:solidFill>
                  <a:srgbClr val="FFFBF7"/>
                </a:solidFill>
                <a:latin typeface="Anton"/>
                <a:ea typeface="Anton"/>
                <a:cs typeface="Anton"/>
                <a:sym typeface="Anton"/>
              </a:rPr>
              <a:t>ICT PRODUCTIVITY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94995" y="2852683"/>
            <a:ext cx="9596802" cy="434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7"/>
              </a:lnSpc>
            </a:pPr>
            <a:r>
              <a:rPr lang="en-US" sz="4183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Video Conferencing is a technology that allows people to meet and communicate in real-time using video and audio, even if they are in different locations.</a:t>
            </a:r>
          </a:p>
          <a:p>
            <a:pPr algn="l">
              <a:lnSpc>
                <a:spcPts val="4317"/>
              </a:lnSpc>
            </a:pPr>
            <a:endParaRPr lang="en-US" sz="4183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4813052" y="8705088"/>
            <a:ext cx="3387318" cy="3387318"/>
          </a:xfrm>
          <a:custGeom>
            <a:avLst/>
            <a:gdLst/>
            <a:ahLst/>
            <a:cxnLst/>
            <a:rect l="l" t="t" r="r" b="b"/>
            <a:pathLst>
              <a:path w="3387318" h="3387318">
                <a:moveTo>
                  <a:pt x="0" y="0"/>
                </a:moveTo>
                <a:lnTo>
                  <a:pt x="3387319" y="0"/>
                </a:lnTo>
                <a:lnTo>
                  <a:pt x="3387319" y="3387319"/>
                </a:lnTo>
                <a:lnTo>
                  <a:pt x="0" y="3387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09854" y="-927799"/>
            <a:ext cx="1956499" cy="1956499"/>
          </a:xfrm>
          <a:custGeom>
            <a:avLst/>
            <a:gdLst/>
            <a:ahLst/>
            <a:cxnLst/>
            <a:rect l="l" t="t" r="r" b="b"/>
            <a:pathLst>
              <a:path w="1956499" h="1956499">
                <a:moveTo>
                  <a:pt x="0" y="0"/>
                </a:moveTo>
                <a:lnTo>
                  <a:pt x="1956499" y="0"/>
                </a:lnTo>
                <a:lnTo>
                  <a:pt x="1956499" y="1956499"/>
                </a:lnTo>
                <a:lnTo>
                  <a:pt x="0" y="1956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04104" y="2692137"/>
            <a:ext cx="5615732" cy="4114800"/>
          </a:xfrm>
          <a:custGeom>
            <a:avLst/>
            <a:gdLst/>
            <a:ahLst/>
            <a:cxnLst/>
            <a:rect l="l" t="t" r="r" b="b"/>
            <a:pathLst>
              <a:path w="5615732" h="4114800">
                <a:moveTo>
                  <a:pt x="0" y="0"/>
                </a:moveTo>
                <a:lnTo>
                  <a:pt x="5615732" y="0"/>
                </a:lnTo>
                <a:lnTo>
                  <a:pt x="56157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44395" y="701898"/>
            <a:ext cx="9711951" cy="1464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21"/>
              </a:lnSpc>
              <a:spcBef>
                <a:spcPct val="0"/>
              </a:spcBef>
            </a:pPr>
            <a:r>
              <a:rPr lang="en-US" sz="993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VIDEO CONFRENCING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03149" y="8593341"/>
            <a:ext cx="3387318" cy="3387318"/>
          </a:xfrm>
          <a:custGeom>
            <a:avLst/>
            <a:gdLst/>
            <a:ahLst/>
            <a:cxnLst/>
            <a:rect l="l" t="t" r="r" b="b"/>
            <a:pathLst>
              <a:path w="3387318" h="3387318">
                <a:moveTo>
                  <a:pt x="0" y="0"/>
                </a:moveTo>
                <a:lnTo>
                  <a:pt x="3387318" y="0"/>
                </a:lnTo>
                <a:lnTo>
                  <a:pt x="3387318" y="3387318"/>
                </a:lnTo>
                <a:lnTo>
                  <a:pt x="0" y="3387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48756" y="-927799"/>
            <a:ext cx="1956499" cy="1956499"/>
          </a:xfrm>
          <a:custGeom>
            <a:avLst/>
            <a:gdLst/>
            <a:ahLst/>
            <a:cxnLst/>
            <a:rect l="l" t="t" r="r" b="b"/>
            <a:pathLst>
              <a:path w="1956499" h="1956499">
                <a:moveTo>
                  <a:pt x="0" y="0"/>
                </a:moveTo>
                <a:lnTo>
                  <a:pt x="1956500" y="0"/>
                </a:lnTo>
                <a:lnTo>
                  <a:pt x="1956500" y="1956499"/>
                </a:lnTo>
                <a:lnTo>
                  <a:pt x="0" y="1956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45851" y="3086100"/>
            <a:ext cx="7718808" cy="4503816"/>
          </a:xfrm>
          <a:custGeom>
            <a:avLst/>
            <a:gdLst/>
            <a:ahLst/>
            <a:cxnLst/>
            <a:rect l="l" t="t" r="r" b="b"/>
            <a:pathLst>
              <a:path w="7718808" h="4503816">
                <a:moveTo>
                  <a:pt x="0" y="0"/>
                </a:moveTo>
                <a:lnTo>
                  <a:pt x="7718807" y="0"/>
                </a:lnTo>
                <a:lnTo>
                  <a:pt x="7718807" y="4503816"/>
                </a:lnTo>
                <a:lnTo>
                  <a:pt x="0" y="45038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179" b="-717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751526" y="642400"/>
            <a:ext cx="8647672" cy="155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83"/>
              </a:lnSpc>
              <a:spcBef>
                <a:spcPct val="0"/>
              </a:spcBef>
            </a:pPr>
            <a:r>
              <a:rPr lang="en-US" sz="105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USES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8568" y="3329935"/>
            <a:ext cx="8680209" cy="4259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0988" lvl="1" indent="-435494" algn="l">
              <a:lnSpc>
                <a:spcPts val="5647"/>
              </a:lnSpc>
              <a:buFont typeface="Arial"/>
              <a:buChar char="•"/>
            </a:pPr>
            <a:r>
              <a:rPr lang="en-US" sz="4034" dirty="0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Online meetings for business</a:t>
            </a:r>
          </a:p>
          <a:p>
            <a:pPr marL="870988" lvl="1" indent="-435494" algn="l">
              <a:lnSpc>
                <a:spcPts val="5647"/>
              </a:lnSpc>
              <a:buFont typeface="Arial"/>
              <a:buChar char="•"/>
            </a:pPr>
            <a:r>
              <a:rPr lang="en-US" sz="4034" dirty="0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Online classes</a:t>
            </a:r>
          </a:p>
          <a:p>
            <a:pPr marL="870988" lvl="1" indent="-435494" algn="l">
              <a:lnSpc>
                <a:spcPts val="5647"/>
              </a:lnSpc>
              <a:buFont typeface="Arial"/>
              <a:buChar char="•"/>
            </a:pPr>
            <a:r>
              <a:rPr lang="en-US" sz="4034" dirty="0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Job interviews</a:t>
            </a:r>
          </a:p>
          <a:p>
            <a:pPr marL="870988" lvl="1" indent="-435494" algn="l">
              <a:lnSpc>
                <a:spcPts val="5647"/>
              </a:lnSpc>
              <a:buFont typeface="Arial"/>
              <a:buChar char="•"/>
            </a:pPr>
            <a:r>
              <a:rPr lang="en-US" sz="4034" dirty="0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Training sessions and workshops.</a:t>
            </a:r>
          </a:p>
          <a:p>
            <a:pPr marL="870988" lvl="1" indent="-435494" algn="l">
              <a:lnSpc>
                <a:spcPts val="5647"/>
              </a:lnSpc>
              <a:buFont typeface="Arial"/>
              <a:buChar char="•"/>
            </a:pPr>
            <a:r>
              <a:rPr lang="en-US" sz="4034" dirty="0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Family communication across long distances</a:t>
            </a:r>
            <a:r>
              <a:rPr lang="en-US" sz="4034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" y="-6998"/>
            <a:ext cx="18288000" cy="3442100"/>
            <a:chOff x="0" y="0"/>
            <a:chExt cx="4816593" cy="9065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06561"/>
            </a:xfrm>
            <a:custGeom>
              <a:avLst/>
              <a:gdLst/>
              <a:ahLst/>
              <a:cxnLst/>
              <a:rect l="l" t="t" r="r" b="b"/>
              <a:pathLst>
                <a:path w="4816592" h="906561">
                  <a:moveTo>
                    <a:pt x="0" y="0"/>
                  </a:moveTo>
                  <a:lnTo>
                    <a:pt x="4816592" y="0"/>
                  </a:lnTo>
                  <a:lnTo>
                    <a:pt x="4816592" y="906561"/>
                  </a:lnTo>
                  <a:lnTo>
                    <a:pt x="0" y="906561"/>
                  </a:lnTo>
                  <a:close/>
                </a:path>
              </a:pathLst>
            </a:custGeom>
            <a:solidFill>
              <a:srgbClr val="FFFBF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954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63236" y="338686"/>
            <a:ext cx="12420600" cy="3103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83"/>
              </a:lnSpc>
              <a:spcBef>
                <a:spcPct val="0"/>
              </a:spcBef>
            </a:pPr>
            <a:r>
              <a:rPr lang="en-US" sz="10599" dirty="0">
                <a:solidFill>
                  <a:srgbClr val="4B008D"/>
                </a:solidFill>
                <a:latin typeface="Anton"/>
                <a:ea typeface="Anton"/>
                <a:cs typeface="Anton"/>
                <a:sym typeface="Anton"/>
              </a:rPr>
              <a:t>EXAMPLE OF VIDEO CONFRENCING TOOL</a:t>
            </a:r>
          </a:p>
        </p:txBody>
      </p:sp>
      <p:sp>
        <p:nvSpPr>
          <p:cNvPr id="13" name="Freeform 13"/>
          <p:cNvSpPr/>
          <p:nvPr/>
        </p:nvSpPr>
        <p:spPr>
          <a:xfrm>
            <a:off x="17309750" y="302020"/>
            <a:ext cx="1956499" cy="1956499"/>
          </a:xfrm>
          <a:custGeom>
            <a:avLst/>
            <a:gdLst/>
            <a:ahLst/>
            <a:cxnLst/>
            <a:rect l="l" t="t" r="r" b="b"/>
            <a:pathLst>
              <a:path w="1956499" h="1956499">
                <a:moveTo>
                  <a:pt x="0" y="0"/>
                </a:moveTo>
                <a:lnTo>
                  <a:pt x="1956500" y="0"/>
                </a:lnTo>
                <a:lnTo>
                  <a:pt x="1956500" y="1956499"/>
                </a:lnTo>
                <a:lnTo>
                  <a:pt x="0" y="1956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AF994-39B7-125F-4349-B4F8E3955D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2877800" y="3615928"/>
            <a:ext cx="3121476" cy="31214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1BF97F-D1C0-F8B3-EB72-C2F3FD06EA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839068" y="3514300"/>
            <a:ext cx="3355956" cy="249789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0FC3275-CC15-918F-273B-EC55F0642095}"/>
              </a:ext>
            </a:extLst>
          </p:cNvPr>
          <p:cNvSpPr txBox="1"/>
          <p:nvPr/>
        </p:nvSpPr>
        <p:spPr>
          <a:xfrm>
            <a:off x="342855" y="6005195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MICROSOFT TEAM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33F73D1-86D6-1D73-33F4-981E0538940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017364" y="3773788"/>
            <a:ext cx="3571712" cy="267878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30B6AF6-E0FA-E408-B5F2-BE5996CEC613}"/>
              </a:ext>
            </a:extLst>
          </p:cNvPr>
          <p:cNvSpPr txBox="1"/>
          <p:nvPr/>
        </p:nvSpPr>
        <p:spPr>
          <a:xfrm>
            <a:off x="13944600" y="6833673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ZOOM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01E29D0-6495-5630-253F-54B29449533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2971800" y="7095283"/>
            <a:ext cx="4508326" cy="236687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FF607EF-A6A5-1861-940D-B051931A49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10832758" y="6844901"/>
            <a:ext cx="2693520" cy="269352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E41B2EB-C398-76BB-C2C9-B2BDAC4CBD73}"/>
              </a:ext>
            </a:extLst>
          </p:cNvPr>
          <p:cNvSpPr txBox="1"/>
          <p:nvPr/>
        </p:nvSpPr>
        <p:spPr>
          <a:xfrm>
            <a:off x="11745018" y="9464635"/>
            <a:ext cx="2693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hlinkClick r:id="rId1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SKYPEA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"/>
            <a:ext cx="18288000" cy="10287001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191000" y="500425"/>
            <a:ext cx="9415410" cy="1551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083"/>
              </a:lnSpc>
              <a:spcBef>
                <a:spcPct val="0"/>
              </a:spcBef>
            </a:pPr>
            <a:r>
              <a:rPr lang="en-US" sz="105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MICROSOFT TEAM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77544" y="2276621"/>
            <a:ext cx="7467600" cy="976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3600" dirty="0">
                <a:solidFill>
                  <a:schemeClr val="bg1"/>
                </a:solidFill>
                <a:latin typeface="Bahnschrift" panose="020B0502040204020203" pitchFamily="34" charset="0"/>
              </a:rPr>
              <a:t>Microsoft Teams is an app used for online classes, meetings, and teamwork</a:t>
            </a:r>
            <a:r>
              <a:rPr lang="en-US" dirty="0"/>
              <a:t>.</a:t>
            </a:r>
            <a:endParaRPr lang="en-US" sz="18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777544" y="7857163"/>
            <a:ext cx="6783816" cy="30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26897" y="5029965"/>
            <a:ext cx="3387318" cy="3387318"/>
          </a:xfrm>
          <a:custGeom>
            <a:avLst/>
            <a:gdLst/>
            <a:ahLst/>
            <a:cxnLst/>
            <a:rect l="l" t="t" r="r" b="b"/>
            <a:pathLst>
              <a:path w="3387318" h="3387318">
                <a:moveTo>
                  <a:pt x="0" y="0"/>
                </a:moveTo>
                <a:lnTo>
                  <a:pt x="3387318" y="0"/>
                </a:lnTo>
                <a:lnTo>
                  <a:pt x="3387318" y="3387318"/>
                </a:lnTo>
                <a:lnTo>
                  <a:pt x="0" y="3387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>
          <a:xfrm>
            <a:off x="7533095" y="-978250"/>
            <a:ext cx="1956499" cy="1956499"/>
          </a:xfrm>
          <a:custGeom>
            <a:avLst/>
            <a:gdLst/>
            <a:ahLst/>
            <a:cxnLst/>
            <a:rect l="l" t="t" r="r" b="b"/>
            <a:pathLst>
              <a:path w="1956499" h="1956499">
                <a:moveTo>
                  <a:pt x="0" y="0"/>
                </a:moveTo>
                <a:lnTo>
                  <a:pt x="1956499" y="0"/>
                </a:lnTo>
                <a:lnTo>
                  <a:pt x="1956499" y="1956500"/>
                </a:lnTo>
                <a:lnTo>
                  <a:pt x="0" y="1956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2FF4B06-BF3D-10BF-D230-D933081D1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64598"/>
              </p:ext>
            </p:extLst>
          </p:nvPr>
        </p:nvGraphicFramePr>
        <p:xfrm>
          <a:off x="2971800" y="3711994"/>
          <a:ext cx="10301987" cy="48605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09902">
                  <a:extLst>
                    <a:ext uri="{9D8B030D-6E8A-4147-A177-3AD203B41FA5}">
                      <a16:colId xmlns:a16="http://schemas.microsoft.com/office/drawing/2014/main" val="1472022052"/>
                    </a:ext>
                  </a:extLst>
                </a:gridCol>
                <a:gridCol w="7192085">
                  <a:extLst>
                    <a:ext uri="{9D8B030D-6E8A-4147-A177-3AD203B41FA5}">
                      <a16:colId xmlns:a16="http://schemas.microsoft.com/office/drawing/2014/main" val="2026465708"/>
                    </a:ext>
                  </a:extLst>
                </a:gridCol>
              </a:tblGrid>
              <a:tr h="972101">
                <a:tc>
                  <a:txBody>
                    <a:bodyPr/>
                    <a:lstStyle/>
                    <a:p>
                      <a:r>
                        <a:rPr lang="en-US" sz="40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936198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Send messages, files ,and images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92405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Online classes and video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246564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FILE SHARING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Upload and share documents directly in chat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984351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INTEGERATION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Work with word ,</a:t>
                      </a:r>
                      <a:r>
                        <a:rPr lang="en-US" sz="2400" dirty="0" err="1"/>
                        <a:t>PPT,onenote</a:t>
                      </a:r>
                      <a:r>
                        <a:rPr lang="en-US" sz="2400" dirty="0"/>
                        <a:t>  </a:t>
                      </a:r>
                      <a:r>
                        <a:rPr lang="en-US" sz="2400" dirty="0" err="1"/>
                        <a:t>etc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511203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39FB7927-E14C-FEF0-2CF2-86CA911C1E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3606410" y="3692944"/>
            <a:ext cx="4258893" cy="31699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87D3-F1BC-876E-C2D7-6A3C65F09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346E5D-E57D-E2B2-319B-04F9D68FFC7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26F8BA6-F399-A15A-3677-68282D1D45F3}"/>
              </a:ext>
            </a:extLst>
          </p:cNvPr>
          <p:cNvSpPr txBox="1"/>
          <p:nvPr/>
        </p:nvSpPr>
        <p:spPr>
          <a:xfrm>
            <a:off x="5334000" y="562843"/>
            <a:ext cx="9415410" cy="1551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083"/>
              </a:lnSpc>
              <a:spcBef>
                <a:spcPct val="0"/>
              </a:spcBef>
            </a:pPr>
            <a:r>
              <a:rPr lang="en-US" sz="105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GOOGLE MEET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3481F65-4B1B-E817-E050-8A157ABF7B16}"/>
              </a:ext>
            </a:extLst>
          </p:cNvPr>
          <p:cNvSpPr txBox="1"/>
          <p:nvPr/>
        </p:nvSpPr>
        <p:spPr>
          <a:xfrm>
            <a:off x="4796594" y="2162629"/>
            <a:ext cx="7467600" cy="1295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meet is an online video calling tool made by google that is used for meetings, classes, and group discussions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ea typeface="DM Sans"/>
              <a:cs typeface="Arial" panose="020B0604020202020204" pitchFamily="34" charset="0"/>
              <a:sym typeface="DM San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737C955-DE17-78E4-9412-71B20F27BEF8}"/>
              </a:ext>
            </a:extLst>
          </p:cNvPr>
          <p:cNvSpPr txBox="1"/>
          <p:nvPr/>
        </p:nvSpPr>
        <p:spPr>
          <a:xfrm>
            <a:off x="4777544" y="7857163"/>
            <a:ext cx="6783816" cy="30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E70D202-7DF2-1421-3473-2CBCB83F0654}"/>
              </a:ext>
            </a:extLst>
          </p:cNvPr>
          <p:cNvSpPr/>
          <p:nvPr/>
        </p:nvSpPr>
        <p:spPr>
          <a:xfrm>
            <a:off x="1626897" y="5029965"/>
            <a:ext cx="3387318" cy="3387318"/>
          </a:xfrm>
          <a:custGeom>
            <a:avLst/>
            <a:gdLst/>
            <a:ahLst/>
            <a:cxnLst/>
            <a:rect l="l" t="t" r="r" b="b"/>
            <a:pathLst>
              <a:path w="3387318" h="3387318">
                <a:moveTo>
                  <a:pt x="0" y="0"/>
                </a:moveTo>
                <a:lnTo>
                  <a:pt x="3387318" y="0"/>
                </a:lnTo>
                <a:lnTo>
                  <a:pt x="3387318" y="3387318"/>
                </a:lnTo>
                <a:lnTo>
                  <a:pt x="0" y="3387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D85A1CE-5CFA-2401-617C-8EFC2640AC0B}"/>
              </a:ext>
            </a:extLst>
          </p:cNvPr>
          <p:cNvSpPr/>
          <p:nvPr/>
        </p:nvSpPr>
        <p:spPr>
          <a:xfrm>
            <a:off x="7533095" y="-978250"/>
            <a:ext cx="1956499" cy="1956499"/>
          </a:xfrm>
          <a:custGeom>
            <a:avLst/>
            <a:gdLst/>
            <a:ahLst/>
            <a:cxnLst/>
            <a:rect l="l" t="t" r="r" b="b"/>
            <a:pathLst>
              <a:path w="1956499" h="1956499">
                <a:moveTo>
                  <a:pt x="0" y="0"/>
                </a:moveTo>
                <a:lnTo>
                  <a:pt x="1956499" y="0"/>
                </a:lnTo>
                <a:lnTo>
                  <a:pt x="1956499" y="1956500"/>
                </a:lnTo>
                <a:lnTo>
                  <a:pt x="0" y="1956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30923D4-4623-4858-FE1F-61FB4CD04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023900"/>
              </p:ext>
            </p:extLst>
          </p:nvPr>
        </p:nvGraphicFramePr>
        <p:xfrm>
          <a:off x="2971800" y="3711994"/>
          <a:ext cx="10301987" cy="48605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09902">
                  <a:extLst>
                    <a:ext uri="{9D8B030D-6E8A-4147-A177-3AD203B41FA5}">
                      <a16:colId xmlns:a16="http://schemas.microsoft.com/office/drawing/2014/main" val="1472022052"/>
                    </a:ext>
                  </a:extLst>
                </a:gridCol>
                <a:gridCol w="7192085">
                  <a:extLst>
                    <a:ext uri="{9D8B030D-6E8A-4147-A177-3AD203B41FA5}">
                      <a16:colId xmlns:a16="http://schemas.microsoft.com/office/drawing/2014/main" val="2026465708"/>
                    </a:ext>
                  </a:extLst>
                </a:gridCol>
              </a:tblGrid>
              <a:tr h="972101">
                <a:tc>
                  <a:txBody>
                    <a:bodyPr/>
                    <a:lstStyle/>
                    <a:p>
                      <a:r>
                        <a:rPr lang="en-US" sz="40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936198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VIDEO MEETING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join online classes and meetings easily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92405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SCREEN SHARING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show slides, documents, or your screen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246564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EASY JOIN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join meetings through link or google calendar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984351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CHAT BOX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send messages during the meeting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5112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D4BE30C-FA16-592C-57F3-E005651796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3995037" y="4229100"/>
            <a:ext cx="3571712" cy="267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5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C9DEE-356B-D158-6201-861A9BF97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A8587A-2CF4-BC69-2E66-64F5DC9D999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6EF4C6F-5C5A-FF60-3AEA-6C8495ECB5CA}"/>
              </a:ext>
            </a:extLst>
          </p:cNvPr>
          <p:cNvSpPr txBox="1"/>
          <p:nvPr/>
        </p:nvSpPr>
        <p:spPr>
          <a:xfrm>
            <a:off x="6705600" y="462252"/>
            <a:ext cx="9415410" cy="1551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083"/>
              </a:lnSpc>
              <a:spcBef>
                <a:spcPct val="0"/>
              </a:spcBef>
            </a:pPr>
            <a:r>
              <a:rPr lang="en-US" sz="105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SKYPE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5ED5914-9996-CA90-5D0E-BD540A0A5F55}"/>
              </a:ext>
            </a:extLst>
          </p:cNvPr>
          <p:cNvSpPr txBox="1"/>
          <p:nvPr/>
        </p:nvSpPr>
        <p:spPr>
          <a:xfrm>
            <a:off x="4796594" y="2162629"/>
            <a:ext cx="8309806" cy="1003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3600" b="1" dirty="0">
                <a:solidFill>
                  <a:schemeClr val="bg1"/>
                </a:solidFill>
              </a:rPr>
              <a:t>Skype is an online communication tool used for voice calls, video calls, and instant messaging.</a:t>
            </a:r>
            <a:endParaRPr lang="en-US" sz="3600" b="1" dirty="0">
              <a:solidFill>
                <a:schemeClr val="bg1"/>
              </a:solidFill>
              <a:ea typeface="DM Sans"/>
              <a:cs typeface="Arial" panose="020B0604020202020204" pitchFamily="34" charset="0"/>
              <a:sym typeface="DM San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97D077D-0259-4CF9-221A-A08C68DACF39}"/>
              </a:ext>
            </a:extLst>
          </p:cNvPr>
          <p:cNvSpPr txBox="1"/>
          <p:nvPr/>
        </p:nvSpPr>
        <p:spPr>
          <a:xfrm>
            <a:off x="4777544" y="7857163"/>
            <a:ext cx="6783816" cy="30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6815DD4-E683-C89A-FF8E-F7DC2677AD51}"/>
              </a:ext>
            </a:extLst>
          </p:cNvPr>
          <p:cNvSpPr/>
          <p:nvPr/>
        </p:nvSpPr>
        <p:spPr>
          <a:xfrm>
            <a:off x="1626897" y="5029965"/>
            <a:ext cx="3387318" cy="3387318"/>
          </a:xfrm>
          <a:custGeom>
            <a:avLst/>
            <a:gdLst/>
            <a:ahLst/>
            <a:cxnLst/>
            <a:rect l="l" t="t" r="r" b="b"/>
            <a:pathLst>
              <a:path w="3387318" h="3387318">
                <a:moveTo>
                  <a:pt x="0" y="0"/>
                </a:moveTo>
                <a:lnTo>
                  <a:pt x="3387318" y="0"/>
                </a:lnTo>
                <a:lnTo>
                  <a:pt x="3387318" y="3387318"/>
                </a:lnTo>
                <a:lnTo>
                  <a:pt x="0" y="3387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E563096-AC1C-7A0D-CA75-20901BE346D1}"/>
              </a:ext>
            </a:extLst>
          </p:cNvPr>
          <p:cNvSpPr/>
          <p:nvPr/>
        </p:nvSpPr>
        <p:spPr>
          <a:xfrm>
            <a:off x="7552144" y="-978250"/>
            <a:ext cx="1956499" cy="1956499"/>
          </a:xfrm>
          <a:custGeom>
            <a:avLst/>
            <a:gdLst/>
            <a:ahLst/>
            <a:cxnLst/>
            <a:rect l="l" t="t" r="r" b="b"/>
            <a:pathLst>
              <a:path w="1956499" h="1956499">
                <a:moveTo>
                  <a:pt x="0" y="0"/>
                </a:moveTo>
                <a:lnTo>
                  <a:pt x="1956499" y="0"/>
                </a:lnTo>
                <a:lnTo>
                  <a:pt x="1956499" y="1956500"/>
                </a:lnTo>
                <a:lnTo>
                  <a:pt x="0" y="1956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6736CFD-8320-BC74-0806-9838ECE41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425661"/>
              </p:ext>
            </p:extLst>
          </p:nvPr>
        </p:nvGraphicFramePr>
        <p:xfrm>
          <a:off x="2401150" y="3822802"/>
          <a:ext cx="10301987" cy="48605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61450">
                  <a:extLst>
                    <a:ext uri="{9D8B030D-6E8A-4147-A177-3AD203B41FA5}">
                      <a16:colId xmlns:a16="http://schemas.microsoft.com/office/drawing/2014/main" val="1472022052"/>
                    </a:ext>
                  </a:extLst>
                </a:gridCol>
                <a:gridCol w="7140537">
                  <a:extLst>
                    <a:ext uri="{9D8B030D-6E8A-4147-A177-3AD203B41FA5}">
                      <a16:colId xmlns:a16="http://schemas.microsoft.com/office/drawing/2014/main" val="2026465708"/>
                    </a:ext>
                  </a:extLst>
                </a:gridCol>
              </a:tblGrid>
              <a:tr h="972101">
                <a:tc>
                  <a:txBody>
                    <a:bodyPr/>
                    <a:lstStyle/>
                    <a:p>
                      <a:r>
                        <a:rPr lang="en-US" sz="40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936198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VIDEO AND VOICE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talk to friends, family, or teams online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92405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CONTACT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saves all your contacts and syncs them on all devices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8246564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SKYPE TRANSLATOR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translates voice and text into other languages instantly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984351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VOICE 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send recorded audio messages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5112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4202941-4A45-E622-E87C-0315233EBA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4087057" y="4754761"/>
            <a:ext cx="2693520" cy="269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57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F241A-251A-E5C9-3010-FEB02761F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8E7740-8264-F926-8E74-B0C71B2599A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528A4B7-3C63-9AC8-4BB3-4C53722B586E}"/>
              </a:ext>
            </a:extLst>
          </p:cNvPr>
          <p:cNvSpPr txBox="1"/>
          <p:nvPr/>
        </p:nvSpPr>
        <p:spPr>
          <a:xfrm>
            <a:off x="6629400" y="411741"/>
            <a:ext cx="9415410" cy="1551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083"/>
              </a:lnSpc>
              <a:spcBef>
                <a:spcPct val="0"/>
              </a:spcBef>
            </a:pPr>
            <a:r>
              <a:rPr lang="en-US" sz="105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ZOOM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0FB95CE-7EBB-BA8E-60B4-43424DAB948E}"/>
              </a:ext>
            </a:extLst>
          </p:cNvPr>
          <p:cNvSpPr txBox="1"/>
          <p:nvPr/>
        </p:nvSpPr>
        <p:spPr>
          <a:xfrm>
            <a:off x="4796594" y="2162629"/>
            <a:ext cx="8309806" cy="1003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3600" dirty="0">
                <a:solidFill>
                  <a:schemeClr val="bg1"/>
                </a:solidFill>
              </a:rPr>
              <a:t>zoom is an online video conferencing tool used for meetings, online classes, webinars, and group discussions.</a:t>
            </a:r>
            <a:endParaRPr lang="en-US" sz="3600" dirty="0">
              <a:solidFill>
                <a:schemeClr val="bg1"/>
              </a:solidFill>
              <a:ea typeface="DM Sans"/>
              <a:cs typeface="Arial" panose="020B0604020202020204" pitchFamily="34" charset="0"/>
              <a:sym typeface="DM San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3BDCBA1-67F3-85B6-C9E8-94390E6745D2}"/>
              </a:ext>
            </a:extLst>
          </p:cNvPr>
          <p:cNvSpPr txBox="1"/>
          <p:nvPr/>
        </p:nvSpPr>
        <p:spPr>
          <a:xfrm>
            <a:off x="4777544" y="7857163"/>
            <a:ext cx="6783816" cy="30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096CEA6-6006-0714-8CB6-E5EF35628747}"/>
              </a:ext>
            </a:extLst>
          </p:cNvPr>
          <p:cNvSpPr/>
          <p:nvPr/>
        </p:nvSpPr>
        <p:spPr>
          <a:xfrm>
            <a:off x="1626897" y="5029965"/>
            <a:ext cx="3387318" cy="3387318"/>
          </a:xfrm>
          <a:custGeom>
            <a:avLst/>
            <a:gdLst/>
            <a:ahLst/>
            <a:cxnLst/>
            <a:rect l="l" t="t" r="r" b="b"/>
            <a:pathLst>
              <a:path w="3387318" h="3387318">
                <a:moveTo>
                  <a:pt x="0" y="0"/>
                </a:moveTo>
                <a:lnTo>
                  <a:pt x="3387318" y="0"/>
                </a:lnTo>
                <a:lnTo>
                  <a:pt x="3387318" y="3387318"/>
                </a:lnTo>
                <a:lnTo>
                  <a:pt x="0" y="3387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4CCC217-8F7F-C4D5-18B5-8D6025E1C370}"/>
              </a:ext>
            </a:extLst>
          </p:cNvPr>
          <p:cNvSpPr/>
          <p:nvPr/>
        </p:nvSpPr>
        <p:spPr>
          <a:xfrm>
            <a:off x="7552144" y="-978250"/>
            <a:ext cx="1956499" cy="1956499"/>
          </a:xfrm>
          <a:custGeom>
            <a:avLst/>
            <a:gdLst/>
            <a:ahLst/>
            <a:cxnLst/>
            <a:rect l="l" t="t" r="r" b="b"/>
            <a:pathLst>
              <a:path w="1956499" h="1956499">
                <a:moveTo>
                  <a:pt x="0" y="0"/>
                </a:moveTo>
                <a:lnTo>
                  <a:pt x="1956499" y="0"/>
                </a:lnTo>
                <a:lnTo>
                  <a:pt x="1956499" y="1956500"/>
                </a:lnTo>
                <a:lnTo>
                  <a:pt x="0" y="1956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033A1F1-27D4-866C-FA74-2406B4AE9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276111"/>
              </p:ext>
            </p:extLst>
          </p:nvPr>
        </p:nvGraphicFramePr>
        <p:xfrm>
          <a:off x="2971800" y="3711994"/>
          <a:ext cx="10301987" cy="48605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09902">
                  <a:extLst>
                    <a:ext uri="{9D8B030D-6E8A-4147-A177-3AD203B41FA5}">
                      <a16:colId xmlns:a16="http://schemas.microsoft.com/office/drawing/2014/main" val="1472022052"/>
                    </a:ext>
                  </a:extLst>
                </a:gridCol>
                <a:gridCol w="7192085">
                  <a:extLst>
                    <a:ext uri="{9D8B030D-6E8A-4147-A177-3AD203B41FA5}">
                      <a16:colId xmlns:a16="http://schemas.microsoft.com/office/drawing/2014/main" val="2026465708"/>
                    </a:ext>
                  </a:extLst>
                </a:gridCol>
              </a:tblGrid>
              <a:tr h="972101">
                <a:tc>
                  <a:txBody>
                    <a:bodyPr/>
                    <a:lstStyle/>
                    <a:p>
                      <a:r>
                        <a:rPr lang="en-US" sz="40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936198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VIDEO MEETING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online classes and meetings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92405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SCREEN SHARING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show presentations, documents, or apps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246564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BREAKOUT 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split participants into small groups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984351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CHAT BOX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send messages during the meeting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51120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F909BF2-6C6F-AA5C-1939-269449AA52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4177454" y="4152900"/>
            <a:ext cx="3121476" cy="312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18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25958-A01D-0482-5E95-226532B5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4E69CA-36B7-39D5-FD55-E200090251D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8330D38-6BF3-3A16-DDF3-5BEC05A8E2D8}"/>
              </a:ext>
            </a:extLst>
          </p:cNvPr>
          <p:cNvSpPr txBox="1"/>
          <p:nvPr/>
        </p:nvSpPr>
        <p:spPr>
          <a:xfrm>
            <a:off x="5257800" y="475306"/>
            <a:ext cx="9415410" cy="1551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083"/>
              </a:lnSpc>
              <a:spcBef>
                <a:spcPct val="0"/>
              </a:spcBef>
            </a:pPr>
            <a:r>
              <a:rPr lang="en-US" sz="105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CISCO WEBEX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579BB77-092A-D00F-AD92-4C13F990D6D9}"/>
              </a:ext>
            </a:extLst>
          </p:cNvPr>
          <p:cNvSpPr txBox="1"/>
          <p:nvPr/>
        </p:nvSpPr>
        <p:spPr>
          <a:xfrm>
            <a:off x="4796594" y="2162629"/>
            <a:ext cx="8309806" cy="1003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3600" dirty="0">
                <a:solidFill>
                  <a:schemeClr val="bg1"/>
                </a:solidFill>
              </a:rPr>
              <a:t>Cisco </a:t>
            </a:r>
            <a:r>
              <a:rPr lang="en-US" sz="3600" dirty="0" err="1">
                <a:solidFill>
                  <a:schemeClr val="bg1"/>
                </a:solidFill>
              </a:rPr>
              <a:t>webex</a:t>
            </a:r>
            <a:r>
              <a:rPr lang="en-US" sz="3600" dirty="0">
                <a:solidFill>
                  <a:schemeClr val="bg1"/>
                </a:solidFill>
              </a:rPr>
              <a:t> is an online meeting and video conferencing tool used for classes, business meetings, and teamwork</a:t>
            </a:r>
            <a:endParaRPr lang="en-US" sz="3600" dirty="0">
              <a:solidFill>
                <a:schemeClr val="bg1"/>
              </a:solidFill>
              <a:ea typeface="DM Sans"/>
              <a:cs typeface="Arial" panose="020B0604020202020204" pitchFamily="34" charset="0"/>
              <a:sym typeface="DM San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FC043D9-E938-2DA4-6280-AC3085D2FAF3}"/>
              </a:ext>
            </a:extLst>
          </p:cNvPr>
          <p:cNvSpPr txBox="1"/>
          <p:nvPr/>
        </p:nvSpPr>
        <p:spPr>
          <a:xfrm>
            <a:off x="4777544" y="7857163"/>
            <a:ext cx="6783816" cy="30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8AA4B66-8287-A8B4-4978-4793FFE30A94}"/>
              </a:ext>
            </a:extLst>
          </p:cNvPr>
          <p:cNvSpPr/>
          <p:nvPr/>
        </p:nvSpPr>
        <p:spPr>
          <a:xfrm>
            <a:off x="1626897" y="5029965"/>
            <a:ext cx="3387318" cy="3387318"/>
          </a:xfrm>
          <a:custGeom>
            <a:avLst/>
            <a:gdLst/>
            <a:ahLst/>
            <a:cxnLst/>
            <a:rect l="l" t="t" r="r" b="b"/>
            <a:pathLst>
              <a:path w="3387318" h="3387318">
                <a:moveTo>
                  <a:pt x="0" y="0"/>
                </a:moveTo>
                <a:lnTo>
                  <a:pt x="3387318" y="0"/>
                </a:lnTo>
                <a:lnTo>
                  <a:pt x="3387318" y="3387318"/>
                </a:lnTo>
                <a:lnTo>
                  <a:pt x="0" y="3387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243A952-9135-8FF7-A9C7-D25428B7EEDD}"/>
              </a:ext>
            </a:extLst>
          </p:cNvPr>
          <p:cNvSpPr/>
          <p:nvPr/>
        </p:nvSpPr>
        <p:spPr>
          <a:xfrm>
            <a:off x="7552144" y="-978250"/>
            <a:ext cx="1956499" cy="1956499"/>
          </a:xfrm>
          <a:custGeom>
            <a:avLst/>
            <a:gdLst/>
            <a:ahLst/>
            <a:cxnLst/>
            <a:rect l="l" t="t" r="r" b="b"/>
            <a:pathLst>
              <a:path w="1956499" h="1956499">
                <a:moveTo>
                  <a:pt x="0" y="0"/>
                </a:moveTo>
                <a:lnTo>
                  <a:pt x="1956499" y="0"/>
                </a:lnTo>
                <a:lnTo>
                  <a:pt x="1956499" y="1956500"/>
                </a:lnTo>
                <a:lnTo>
                  <a:pt x="0" y="1956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07F24DB-5FDA-7782-63D3-F6487F013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05686"/>
              </p:ext>
            </p:extLst>
          </p:nvPr>
        </p:nvGraphicFramePr>
        <p:xfrm>
          <a:off x="2401150" y="3822802"/>
          <a:ext cx="10301987" cy="48605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1472022052"/>
                    </a:ext>
                  </a:extLst>
                </a:gridCol>
                <a:gridCol w="7177787">
                  <a:extLst>
                    <a:ext uri="{9D8B030D-6E8A-4147-A177-3AD203B41FA5}">
                      <a16:colId xmlns:a16="http://schemas.microsoft.com/office/drawing/2014/main" val="2026465708"/>
                    </a:ext>
                  </a:extLst>
                </a:gridCol>
              </a:tblGrid>
              <a:tr h="972101">
                <a:tc>
                  <a:txBody>
                    <a:bodyPr/>
                    <a:lstStyle/>
                    <a:p>
                      <a:r>
                        <a:rPr lang="en-US" sz="40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936198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VIDEO MEETING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join online classes and professional meetings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92405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RECORDING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save the meeting to watch later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246564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HIGH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protects meetings with strong security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984351"/>
                  </a:ext>
                </a:extLst>
              </a:tr>
              <a:tr h="972101">
                <a:tc>
                  <a:txBody>
                    <a:bodyPr/>
                    <a:lstStyle/>
                    <a:p>
                      <a:r>
                        <a:rPr lang="en-US" sz="2400" dirty="0"/>
                        <a:t>CHAT BOX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send messages during the meeting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5112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04092A2-F176-F915-8024-4AB6F7C1CF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3198704" y="4686300"/>
            <a:ext cx="4508326" cy="236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91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400" y="1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440552" y="723900"/>
            <a:ext cx="11125200" cy="6360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840"/>
              </a:lnSpc>
            </a:pPr>
            <a:r>
              <a:rPr lang="en-US" sz="21789" dirty="0">
                <a:solidFill>
                  <a:srgbClr val="FFFBF7"/>
                </a:solidFill>
                <a:latin typeface="Algerian" panose="04020705040A02060702" pitchFamily="82" charset="0"/>
                <a:ea typeface="Anton"/>
                <a:cs typeface="Anton"/>
                <a:sym typeface="Anton"/>
              </a:rPr>
              <a:t>THANK YOU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1958C3-1067-5772-5F5D-9A9C8C4437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553200" y="6876058"/>
            <a:ext cx="4899904" cy="20620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350</Words>
  <Application>Microsoft Office PowerPoint</Application>
  <PresentationFormat>Custom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DM Sans Bold</vt:lpstr>
      <vt:lpstr>Calibri</vt:lpstr>
      <vt:lpstr>Arial</vt:lpstr>
      <vt:lpstr>Anton</vt:lpstr>
      <vt:lpstr>Bahnschrift</vt:lpstr>
      <vt:lpstr>DM Sans</vt:lpstr>
      <vt:lpstr>Algerian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Purple Blue Futuristic Modern Technology Evolution Presentation</dc:title>
  <dc:creator>Dell</dc:creator>
  <cp:lastModifiedBy>Dell</cp:lastModifiedBy>
  <cp:revision>3</cp:revision>
  <dcterms:created xsi:type="dcterms:W3CDTF">2006-08-16T00:00:00Z</dcterms:created>
  <dcterms:modified xsi:type="dcterms:W3CDTF">2025-11-15T16:46:07Z</dcterms:modified>
  <dc:identifier>DAG4mVlOOYQ</dc:identifier>
</cp:coreProperties>
</file>