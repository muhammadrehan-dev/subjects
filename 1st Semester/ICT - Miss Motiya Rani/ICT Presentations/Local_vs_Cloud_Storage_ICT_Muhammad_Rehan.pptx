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Storage vs 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Data Storage Options</a:t>
            </a:r>
          </a:p>
          <a:p/>
          <a:p>
            <a:r>
              <a:t>Name: Muhammad Rehan</a:t>
            </a:r>
          </a:p>
          <a:p>
            <a:r>
              <a:t>Roll No: 25F-CY-102</a:t>
            </a:r>
          </a:p>
          <a:p>
            <a:r>
              <a:t>Subject: 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Local Storage?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stored on physical devices</a:t>
            </a:r>
          </a:p>
          <a:p>
            <a:r>
              <a:t>• Examples:</a:t>
            </a:r>
          </a:p>
          <a:p>
            <a:r>
              <a:t>  - Hard Drives (HDD)</a:t>
            </a:r>
          </a:p>
          <a:p>
            <a:r>
              <a:t>  - SSDs</a:t>
            </a:r>
          </a:p>
          <a:p>
            <a:r>
              <a:t>  - USB Flash Drives</a:t>
            </a:r>
          </a:p>
          <a:p>
            <a:r>
              <a:t>• Accessed directly from the 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of Local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access (no internet needed)</a:t>
            </a:r>
          </a:p>
          <a:p>
            <a:r>
              <a:t>• Full control over data</a:t>
            </a:r>
          </a:p>
          <a:p>
            <a:r>
              <a:t>• One-time cost</a:t>
            </a:r>
          </a:p>
          <a:p>
            <a:r>
              <a:t>• Works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 of Local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Limited storage capacity</a:t>
            </a:r>
          </a:p>
          <a:p>
            <a:r>
              <a:t>• Risk of data loss (damage or theft)</a:t>
            </a:r>
          </a:p>
          <a:p>
            <a:r>
              <a:t>• No automatic backup</a:t>
            </a:r>
          </a:p>
          <a:p>
            <a:r>
              <a:t>• Limited remote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Storage?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stored on remote servers</a:t>
            </a:r>
          </a:p>
          <a:p>
            <a:r>
              <a:t>• Accessed via internet</a:t>
            </a:r>
          </a:p>
          <a:p>
            <a:r>
              <a:t>• Examples:</a:t>
            </a:r>
          </a:p>
          <a:p>
            <a:r>
              <a:t>  - Google Drive</a:t>
            </a:r>
          </a:p>
          <a:p>
            <a:r>
              <a:t>  - Dropbox</a:t>
            </a:r>
          </a:p>
          <a:p>
            <a:r>
              <a:t>  - OneDrive</a:t>
            </a:r>
          </a:p>
          <a:p>
            <a:r>
              <a:t>  - iCloud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of 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 from anywhere</a:t>
            </a:r>
          </a:p>
          <a:p>
            <a:r>
              <a:t>• Automatic backup and syncing</a:t>
            </a:r>
          </a:p>
          <a:p>
            <a:r>
              <a:t>• Scalable storage</a:t>
            </a:r>
          </a:p>
          <a:p>
            <a:r>
              <a:t>• Easy sharing and collaboration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 of 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Internet required</a:t>
            </a:r>
          </a:p>
          <a:p>
            <a:r>
              <a:t>• Subscription cost</a:t>
            </a:r>
          </a:p>
          <a:p>
            <a:r>
              <a:t>• Privacy and security concerns</a:t>
            </a:r>
          </a:p>
          <a:p>
            <a:r>
              <a:t>• Dependent on service provider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vs 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Storage:</a:t>
            </a:r>
          </a:p>
          <a:p>
            <a:r>
              <a:t>• No internet needed</a:t>
            </a:r>
          </a:p>
          <a:p>
            <a:r>
              <a:t>• One-time cost</a:t>
            </a:r>
          </a:p>
          <a:p/>
          <a:p>
            <a:r>
              <a:t>Cloud Storage:</a:t>
            </a:r>
          </a:p>
          <a:p>
            <a:r>
              <a:t>• Internet required</a:t>
            </a:r>
          </a:p>
          <a:p>
            <a:r>
              <a:t>• Subscription-based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One Should You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 Storage: Offline work, sensitive data</a:t>
            </a:r>
          </a:p>
          <a:p>
            <a:r>
              <a:t>• Cloud Storage: Backup, collaboration</a:t>
            </a:r>
          </a:p>
          <a:p>
            <a:r>
              <a:t>• Best option: Use both together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 Storage offers control and speed</a:t>
            </a:r>
          </a:p>
          <a:p>
            <a:r>
              <a:t>• Cloud Storage offers flexibility</a:t>
            </a:r>
          </a:p>
          <a:p>
            <a:r>
              <a:t>• Hybrid approach provides best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