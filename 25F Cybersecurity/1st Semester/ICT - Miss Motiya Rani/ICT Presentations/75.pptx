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9" d="100"/>
          <a:sy n="79" d="100"/>
        </p:scale>
        <p:origin x="258"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5ADC9C-CE6B-4117-BBFD-67DE9BFAB6D3}"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881CB2F-8430-4BC0-9F00-0DBE5ADB97D0}">
      <dgm:prSet/>
      <dgm:spPr/>
      <dgm:t>
        <a:bodyPr/>
        <a:lstStyle/>
        <a:p>
          <a:pPr>
            <a:defRPr cap="all"/>
          </a:pPr>
          <a:r>
            <a:rPr lang="en-US"/>
            <a:t>Intellectual Property protects ideas.</a:t>
          </a:r>
        </a:p>
      </dgm:t>
    </dgm:pt>
    <dgm:pt modelId="{CC9C3CF7-29B7-4920-B267-A04B9B9694A6}" type="parTrans" cxnId="{53C5AFA6-6E7F-4216-8B1D-CE40CAD74A3B}">
      <dgm:prSet/>
      <dgm:spPr/>
      <dgm:t>
        <a:bodyPr/>
        <a:lstStyle/>
        <a:p>
          <a:endParaRPr lang="en-US"/>
        </a:p>
      </dgm:t>
    </dgm:pt>
    <dgm:pt modelId="{EC7A2384-0574-4722-947D-9DCD27655795}" type="sibTrans" cxnId="{53C5AFA6-6E7F-4216-8B1D-CE40CAD74A3B}">
      <dgm:prSet/>
      <dgm:spPr/>
      <dgm:t>
        <a:bodyPr/>
        <a:lstStyle/>
        <a:p>
          <a:endParaRPr lang="en-US"/>
        </a:p>
      </dgm:t>
    </dgm:pt>
    <dgm:pt modelId="{1C13B14A-8FA2-468D-84C6-DE653CA713F8}">
      <dgm:prSet/>
      <dgm:spPr/>
      <dgm:t>
        <a:bodyPr/>
        <a:lstStyle/>
        <a:p>
          <a:pPr>
            <a:defRPr cap="all"/>
          </a:pPr>
          <a:r>
            <a:rPr lang="en-US"/>
            <a:t>Copyright protects digital work.</a:t>
          </a:r>
        </a:p>
      </dgm:t>
    </dgm:pt>
    <dgm:pt modelId="{D2881CF7-6DD0-4C44-B24E-306A3464CF9F}" type="parTrans" cxnId="{70463E60-9B35-4AF4-A150-1B921EFB121B}">
      <dgm:prSet/>
      <dgm:spPr/>
      <dgm:t>
        <a:bodyPr/>
        <a:lstStyle/>
        <a:p>
          <a:endParaRPr lang="en-US"/>
        </a:p>
      </dgm:t>
    </dgm:pt>
    <dgm:pt modelId="{E3A23D0C-A6AF-42F5-9CBA-178449FCFA92}" type="sibTrans" cxnId="{70463E60-9B35-4AF4-A150-1B921EFB121B}">
      <dgm:prSet/>
      <dgm:spPr/>
      <dgm:t>
        <a:bodyPr/>
        <a:lstStyle/>
        <a:p>
          <a:endParaRPr lang="en-US"/>
        </a:p>
      </dgm:t>
    </dgm:pt>
    <dgm:pt modelId="{B9482067-D9E7-4F40-A879-3490427B95CE}">
      <dgm:prSet/>
      <dgm:spPr/>
      <dgm:t>
        <a:bodyPr/>
        <a:lstStyle/>
        <a:p>
          <a:pPr>
            <a:defRPr cap="all"/>
          </a:pPr>
          <a:r>
            <a:rPr lang="en-US"/>
            <a:t>Respecting copyright helps everyone.</a:t>
          </a:r>
        </a:p>
      </dgm:t>
    </dgm:pt>
    <dgm:pt modelId="{EEF4CED7-ACA4-4B89-B974-5D9A83617029}" type="parTrans" cxnId="{A748A0DA-8C3A-40C9-984B-1636AD347D52}">
      <dgm:prSet/>
      <dgm:spPr/>
      <dgm:t>
        <a:bodyPr/>
        <a:lstStyle/>
        <a:p>
          <a:endParaRPr lang="en-US"/>
        </a:p>
      </dgm:t>
    </dgm:pt>
    <dgm:pt modelId="{59D86C32-0388-4568-A908-77468C49E6FF}" type="sibTrans" cxnId="{A748A0DA-8C3A-40C9-984B-1636AD347D52}">
      <dgm:prSet/>
      <dgm:spPr/>
      <dgm:t>
        <a:bodyPr/>
        <a:lstStyle/>
        <a:p>
          <a:endParaRPr lang="en-US"/>
        </a:p>
      </dgm:t>
    </dgm:pt>
    <dgm:pt modelId="{428EAC0C-40B6-41BD-96D2-3261484FB786}" type="pres">
      <dgm:prSet presAssocID="{A15ADC9C-CE6B-4117-BBFD-67DE9BFAB6D3}" presName="root" presStyleCnt="0">
        <dgm:presLayoutVars>
          <dgm:dir/>
          <dgm:resizeHandles val="exact"/>
        </dgm:presLayoutVars>
      </dgm:prSet>
      <dgm:spPr/>
    </dgm:pt>
    <dgm:pt modelId="{9B9C88B3-067F-4261-BD8F-E4FFADFEACEC}" type="pres">
      <dgm:prSet presAssocID="{3881CB2F-8430-4BC0-9F00-0DBE5ADB97D0}" presName="compNode" presStyleCnt="0"/>
      <dgm:spPr/>
    </dgm:pt>
    <dgm:pt modelId="{D859E74B-76A8-4350-982E-3C9835A9B67D}" type="pres">
      <dgm:prSet presAssocID="{3881CB2F-8430-4BC0-9F00-0DBE5ADB97D0}" presName="iconBgRect" presStyleLbl="bgShp" presStyleIdx="0" presStyleCnt="3"/>
      <dgm:spPr>
        <a:prstGeom prst="round2DiagRect">
          <a:avLst>
            <a:gd name="adj1" fmla="val 29727"/>
            <a:gd name="adj2" fmla="val 0"/>
          </a:avLst>
        </a:prstGeom>
      </dgm:spPr>
    </dgm:pt>
    <dgm:pt modelId="{D9010849-4D33-45D1-9AEF-C6CB07004BB9}" type="pres">
      <dgm:prSet presAssocID="{3881CB2F-8430-4BC0-9F00-0DBE5ADB97D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hought bubble"/>
        </a:ext>
      </dgm:extLst>
    </dgm:pt>
    <dgm:pt modelId="{7227B6D0-85E2-4FCE-A971-09355981C05B}" type="pres">
      <dgm:prSet presAssocID="{3881CB2F-8430-4BC0-9F00-0DBE5ADB97D0}" presName="spaceRect" presStyleCnt="0"/>
      <dgm:spPr/>
    </dgm:pt>
    <dgm:pt modelId="{AC120CA6-F356-4BC3-A202-113FD5F8F227}" type="pres">
      <dgm:prSet presAssocID="{3881CB2F-8430-4BC0-9F00-0DBE5ADB97D0}" presName="textRect" presStyleLbl="revTx" presStyleIdx="0" presStyleCnt="3">
        <dgm:presLayoutVars>
          <dgm:chMax val="1"/>
          <dgm:chPref val="1"/>
        </dgm:presLayoutVars>
      </dgm:prSet>
      <dgm:spPr/>
    </dgm:pt>
    <dgm:pt modelId="{E1AF98D4-0B3A-434B-A740-9919E5DDA802}" type="pres">
      <dgm:prSet presAssocID="{EC7A2384-0574-4722-947D-9DCD27655795}" presName="sibTrans" presStyleCnt="0"/>
      <dgm:spPr/>
    </dgm:pt>
    <dgm:pt modelId="{A55A972A-F8D8-4385-884B-7D340C9A09AA}" type="pres">
      <dgm:prSet presAssocID="{1C13B14A-8FA2-468D-84C6-DE653CA713F8}" presName="compNode" presStyleCnt="0"/>
      <dgm:spPr/>
    </dgm:pt>
    <dgm:pt modelId="{042F2D1D-F4C4-47A5-BABD-ED54BBFAD5FE}" type="pres">
      <dgm:prSet presAssocID="{1C13B14A-8FA2-468D-84C6-DE653CA713F8}" presName="iconBgRect" presStyleLbl="bgShp" presStyleIdx="1" presStyleCnt="3"/>
      <dgm:spPr>
        <a:prstGeom prst="round2DiagRect">
          <a:avLst>
            <a:gd name="adj1" fmla="val 29727"/>
            <a:gd name="adj2" fmla="val 0"/>
          </a:avLst>
        </a:prstGeom>
      </dgm:spPr>
    </dgm:pt>
    <dgm:pt modelId="{65364E2D-F4AE-43CB-825B-A95C5222F91F}" type="pres">
      <dgm:prSet presAssocID="{1C13B14A-8FA2-468D-84C6-DE653CA713F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ideo camera"/>
        </a:ext>
      </dgm:extLst>
    </dgm:pt>
    <dgm:pt modelId="{88BBC4E2-7400-45CC-A0CD-0BB3CDCDBFCB}" type="pres">
      <dgm:prSet presAssocID="{1C13B14A-8FA2-468D-84C6-DE653CA713F8}" presName="spaceRect" presStyleCnt="0"/>
      <dgm:spPr/>
    </dgm:pt>
    <dgm:pt modelId="{37DCC269-5A81-467F-8944-5C3AA8034187}" type="pres">
      <dgm:prSet presAssocID="{1C13B14A-8FA2-468D-84C6-DE653CA713F8}" presName="textRect" presStyleLbl="revTx" presStyleIdx="1" presStyleCnt="3">
        <dgm:presLayoutVars>
          <dgm:chMax val="1"/>
          <dgm:chPref val="1"/>
        </dgm:presLayoutVars>
      </dgm:prSet>
      <dgm:spPr/>
    </dgm:pt>
    <dgm:pt modelId="{155F0E59-07E5-464D-B05A-8E758A77EE52}" type="pres">
      <dgm:prSet presAssocID="{E3A23D0C-A6AF-42F5-9CBA-178449FCFA92}" presName="sibTrans" presStyleCnt="0"/>
      <dgm:spPr/>
    </dgm:pt>
    <dgm:pt modelId="{0C00E735-512D-41D1-A4BF-5C6777C65D86}" type="pres">
      <dgm:prSet presAssocID="{B9482067-D9E7-4F40-A879-3490427B95CE}" presName="compNode" presStyleCnt="0"/>
      <dgm:spPr/>
    </dgm:pt>
    <dgm:pt modelId="{E131D56A-F845-45C3-8C71-7E10DA1EA714}" type="pres">
      <dgm:prSet presAssocID="{B9482067-D9E7-4F40-A879-3490427B95CE}" presName="iconBgRect" presStyleLbl="bgShp" presStyleIdx="2" presStyleCnt="3"/>
      <dgm:spPr>
        <a:prstGeom prst="round2DiagRect">
          <a:avLst>
            <a:gd name="adj1" fmla="val 29727"/>
            <a:gd name="adj2" fmla="val 0"/>
          </a:avLst>
        </a:prstGeom>
      </dgm:spPr>
    </dgm:pt>
    <dgm:pt modelId="{FF4085E5-76F2-4122-A07B-6EA3EF6B8979}" type="pres">
      <dgm:prSet presAssocID="{B9482067-D9E7-4F40-A879-3490427B95C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18B071E-B5AA-4728-A328-BD8EB8590CC6}" type="pres">
      <dgm:prSet presAssocID="{B9482067-D9E7-4F40-A879-3490427B95CE}" presName="spaceRect" presStyleCnt="0"/>
      <dgm:spPr/>
    </dgm:pt>
    <dgm:pt modelId="{5F50A3A4-5AA8-4937-BC21-87DD75C44559}" type="pres">
      <dgm:prSet presAssocID="{B9482067-D9E7-4F40-A879-3490427B95CE}" presName="textRect" presStyleLbl="revTx" presStyleIdx="2" presStyleCnt="3">
        <dgm:presLayoutVars>
          <dgm:chMax val="1"/>
          <dgm:chPref val="1"/>
        </dgm:presLayoutVars>
      </dgm:prSet>
      <dgm:spPr/>
    </dgm:pt>
  </dgm:ptLst>
  <dgm:cxnLst>
    <dgm:cxn modelId="{B441AA1D-2737-49F8-9F18-3033FC7347AA}" type="presOf" srcId="{A15ADC9C-CE6B-4117-BBFD-67DE9BFAB6D3}" destId="{428EAC0C-40B6-41BD-96D2-3261484FB786}" srcOrd="0" destOrd="0" presId="urn:microsoft.com/office/officeart/2018/5/layout/IconLeafLabelList"/>
    <dgm:cxn modelId="{CEE69525-B25E-42F0-B262-C98FBD922DA7}" type="presOf" srcId="{3881CB2F-8430-4BC0-9F00-0DBE5ADB97D0}" destId="{AC120CA6-F356-4BC3-A202-113FD5F8F227}" srcOrd="0" destOrd="0" presId="urn:microsoft.com/office/officeart/2018/5/layout/IconLeafLabelList"/>
    <dgm:cxn modelId="{53F1923B-2068-453B-8A62-320427BA08D2}" type="presOf" srcId="{B9482067-D9E7-4F40-A879-3490427B95CE}" destId="{5F50A3A4-5AA8-4937-BC21-87DD75C44559}" srcOrd="0" destOrd="0" presId="urn:microsoft.com/office/officeart/2018/5/layout/IconLeafLabelList"/>
    <dgm:cxn modelId="{70463E60-9B35-4AF4-A150-1B921EFB121B}" srcId="{A15ADC9C-CE6B-4117-BBFD-67DE9BFAB6D3}" destId="{1C13B14A-8FA2-468D-84C6-DE653CA713F8}" srcOrd="1" destOrd="0" parTransId="{D2881CF7-6DD0-4C44-B24E-306A3464CF9F}" sibTransId="{E3A23D0C-A6AF-42F5-9CBA-178449FCFA92}"/>
    <dgm:cxn modelId="{53C5AFA6-6E7F-4216-8B1D-CE40CAD74A3B}" srcId="{A15ADC9C-CE6B-4117-BBFD-67DE9BFAB6D3}" destId="{3881CB2F-8430-4BC0-9F00-0DBE5ADB97D0}" srcOrd="0" destOrd="0" parTransId="{CC9C3CF7-29B7-4920-B267-A04B9B9694A6}" sibTransId="{EC7A2384-0574-4722-947D-9DCD27655795}"/>
    <dgm:cxn modelId="{623F71B8-FC20-4514-AB18-9FF402E4373E}" type="presOf" srcId="{1C13B14A-8FA2-468D-84C6-DE653CA713F8}" destId="{37DCC269-5A81-467F-8944-5C3AA8034187}" srcOrd="0" destOrd="0" presId="urn:microsoft.com/office/officeart/2018/5/layout/IconLeafLabelList"/>
    <dgm:cxn modelId="{A748A0DA-8C3A-40C9-984B-1636AD347D52}" srcId="{A15ADC9C-CE6B-4117-BBFD-67DE9BFAB6D3}" destId="{B9482067-D9E7-4F40-A879-3490427B95CE}" srcOrd="2" destOrd="0" parTransId="{EEF4CED7-ACA4-4B89-B974-5D9A83617029}" sibTransId="{59D86C32-0388-4568-A908-77468C49E6FF}"/>
    <dgm:cxn modelId="{DE6B549B-B877-40AA-8B95-95AA0211B2B7}" type="presParOf" srcId="{428EAC0C-40B6-41BD-96D2-3261484FB786}" destId="{9B9C88B3-067F-4261-BD8F-E4FFADFEACEC}" srcOrd="0" destOrd="0" presId="urn:microsoft.com/office/officeart/2018/5/layout/IconLeafLabelList"/>
    <dgm:cxn modelId="{FB6A93BC-8C82-4D40-A26B-BBF88F250944}" type="presParOf" srcId="{9B9C88B3-067F-4261-BD8F-E4FFADFEACEC}" destId="{D859E74B-76A8-4350-982E-3C9835A9B67D}" srcOrd="0" destOrd="0" presId="urn:microsoft.com/office/officeart/2018/5/layout/IconLeafLabelList"/>
    <dgm:cxn modelId="{F0473FB7-DDCE-4F0B-98A0-713EE9F787CA}" type="presParOf" srcId="{9B9C88B3-067F-4261-BD8F-E4FFADFEACEC}" destId="{D9010849-4D33-45D1-9AEF-C6CB07004BB9}" srcOrd="1" destOrd="0" presId="urn:microsoft.com/office/officeart/2018/5/layout/IconLeafLabelList"/>
    <dgm:cxn modelId="{55A78367-00A2-40ED-AC71-028D8358D959}" type="presParOf" srcId="{9B9C88B3-067F-4261-BD8F-E4FFADFEACEC}" destId="{7227B6D0-85E2-4FCE-A971-09355981C05B}" srcOrd="2" destOrd="0" presId="urn:microsoft.com/office/officeart/2018/5/layout/IconLeafLabelList"/>
    <dgm:cxn modelId="{16E5D775-CC55-408C-BCD5-981E35366EA3}" type="presParOf" srcId="{9B9C88B3-067F-4261-BD8F-E4FFADFEACEC}" destId="{AC120CA6-F356-4BC3-A202-113FD5F8F227}" srcOrd="3" destOrd="0" presId="urn:microsoft.com/office/officeart/2018/5/layout/IconLeafLabelList"/>
    <dgm:cxn modelId="{30F0CE96-7D7E-4918-BA2F-F1E98CC0B58C}" type="presParOf" srcId="{428EAC0C-40B6-41BD-96D2-3261484FB786}" destId="{E1AF98D4-0B3A-434B-A740-9919E5DDA802}" srcOrd="1" destOrd="0" presId="urn:microsoft.com/office/officeart/2018/5/layout/IconLeafLabelList"/>
    <dgm:cxn modelId="{D78ADB84-4371-4DB4-9692-1E6005B50852}" type="presParOf" srcId="{428EAC0C-40B6-41BD-96D2-3261484FB786}" destId="{A55A972A-F8D8-4385-884B-7D340C9A09AA}" srcOrd="2" destOrd="0" presId="urn:microsoft.com/office/officeart/2018/5/layout/IconLeafLabelList"/>
    <dgm:cxn modelId="{7D6D175C-0157-4897-BE9E-C999C3DA3DDB}" type="presParOf" srcId="{A55A972A-F8D8-4385-884B-7D340C9A09AA}" destId="{042F2D1D-F4C4-47A5-BABD-ED54BBFAD5FE}" srcOrd="0" destOrd="0" presId="urn:microsoft.com/office/officeart/2018/5/layout/IconLeafLabelList"/>
    <dgm:cxn modelId="{2A90EB67-F604-48EB-B5C6-E34BC27904C2}" type="presParOf" srcId="{A55A972A-F8D8-4385-884B-7D340C9A09AA}" destId="{65364E2D-F4AE-43CB-825B-A95C5222F91F}" srcOrd="1" destOrd="0" presId="urn:microsoft.com/office/officeart/2018/5/layout/IconLeafLabelList"/>
    <dgm:cxn modelId="{BBEA00F1-E0F2-4020-A68C-A3E81CECA14E}" type="presParOf" srcId="{A55A972A-F8D8-4385-884B-7D340C9A09AA}" destId="{88BBC4E2-7400-45CC-A0CD-0BB3CDCDBFCB}" srcOrd="2" destOrd="0" presId="urn:microsoft.com/office/officeart/2018/5/layout/IconLeafLabelList"/>
    <dgm:cxn modelId="{6CA34BB5-4751-45C1-A9D1-DEF8B6573214}" type="presParOf" srcId="{A55A972A-F8D8-4385-884B-7D340C9A09AA}" destId="{37DCC269-5A81-467F-8944-5C3AA8034187}" srcOrd="3" destOrd="0" presId="urn:microsoft.com/office/officeart/2018/5/layout/IconLeafLabelList"/>
    <dgm:cxn modelId="{39C273C0-1635-4FCF-950D-A2884AA0DFE5}" type="presParOf" srcId="{428EAC0C-40B6-41BD-96D2-3261484FB786}" destId="{155F0E59-07E5-464D-B05A-8E758A77EE52}" srcOrd="3" destOrd="0" presId="urn:microsoft.com/office/officeart/2018/5/layout/IconLeafLabelList"/>
    <dgm:cxn modelId="{5CA2B827-D51C-4BD9-868C-36EC458E67F1}" type="presParOf" srcId="{428EAC0C-40B6-41BD-96D2-3261484FB786}" destId="{0C00E735-512D-41D1-A4BF-5C6777C65D86}" srcOrd="4" destOrd="0" presId="urn:microsoft.com/office/officeart/2018/5/layout/IconLeafLabelList"/>
    <dgm:cxn modelId="{9963E8A0-EEDE-4279-AED1-9A66E6D298D7}" type="presParOf" srcId="{0C00E735-512D-41D1-A4BF-5C6777C65D86}" destId="{E131D56A-F845-45C3-8C71-7E10DA1EA714}" srcOrd="0" destOrd="0" presId="urn:microsoft.com/office/officeart/2018/5/layout/IconLeafLabelList"/>
    <dgm:cxn modelId="{8D1C55DC-8D6E-4F29-864C-5B584C30465A}" type="presParOf" srcId="{0C00E735-512D-41D1-A4BF-5C6777C65D86}" destId="{FF4085E5-76F2-4122-A07B-6EA3EF6B8979}" srcOrd="1" destOrd="0" presId="urn:microsoft.com/office/officeart/2018/5/layout/IconLeafLabelList"/>
    <dgm:cxn modelId="{C1ABE1B6-BB55-4DE4-A8C1-984528D23F65}" type="presParOf" srcId="{0C00E735-512D-41D1-A4BF-5C6777C65D86}" destId="{018B071E-B5AA-4728-A328-BD8EB8590CC6}" srcOrd="2" destOrd="0" presId="urn:microsoft.com/office/officeart/2018/5/layout/IconLeafLabelList"/>
    <dgm:cxn modelId="{F4660C24-05A1-4159-87AA-1B92EC9BB05A}" type="presParOf" srcId="{0C00E735-512D-41D1-A4BF-5C6777C65D86}" destId="{5F50A3A4-5AA8-4937-BC21-87DD75C44559}"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59E74B-76A8-4350-982E-3C9835A9B67D}">
      <dsp:nvSpPr>
        <dsp:cNvPr id="0" name=""/>
        <dsp:cNvSpPr/>
      </dsp:nvSpPr>
      <dsp:spPr>
        <a:xfrm>
          <a:off x="438140" y="646613"/>
          <a:ext cx="1303875" cy="130387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010849-4D33-45D1-9AEF-C6CB07004BB9}">
      <dsp:nvSpPr>
        <dsp:cNvPr id="0" name=""/>
        <dsp:cNvSpPr/>
      </dsp:nvSpPr>
      <dsp:spPr>
        <a:xfrm>
          <a:off x="716015" y="924488"/>
          <a:ext cx="748125" cy="748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C120CA6-F356-4BC3-A202-113FD5F8F227}">
      <dsp:nvSpPr>
        <dsp:cNvPr id="0" name=""/>
        <dsp:cNvSpPr/>
      </dsp:nvSpPr>
      <dsp:spPr>
        <a:xfrm>
          <a:off x="21327" y="2356613"/>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Intellectual Property protects ideas.</a:t>
          </a:r>
        </a:p>
      </dsp:txBody>
      <dsp:txXfrm>
        <a:off x="21327" y="2356613"/>
        <a:ext cx="2137500" cy="720000"/>
      </dsp:txXfrm>
    </dsp:sp>
    <dsp:sp modelId="{042F2D1D-F4C4-47A5-BABD-ED54BBFAD5FE}">
      <dsp:nvSpPr>
        <dsp:cNvPr id="0" name=""/>
        <dsp:cNvSpPr/>
      </dsp:nvSpPr>
      <dsp:spPr>
        <a:xfrm>
          <a:off x="2949702" y="646613"/>
          <a:ext cx="1303875" cy="130387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364E2D-F4AE-43CB-825B-A95C5222F91F}">
      <dsp:nvSpPr>
        <dsp:cNvPr id="0" name=""/>
        <dsp:cNvSpPr/>
      </dsp:nvSpPr>
      <dsp:spPr>
        <a:xfrm>
          <a:off x="3227577" y="924488"/>
          <a:ext cx="748125" cy="748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7DCC269-5A81-467F-8944-5C3AA8034187}">
      <dsp:nvSpPr>
        <dsp:cNvPr id="0" name=""/>
        <dsp:cNvSpPr/>
      </dsp:nvSpPr>
      <dsp:spPr>
        <a:xfrm>
          <a:off x="2532890" y="2356613"/>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Copyright protects digital work.</a:t>
          </a:r>
        </a:p>
      </dsp:txBody>
      <dsp:txXfrm>
        <a:off x="2532890" y="2356613"/>
        <a:ext cx="2137500" cy="720000"/>
      </dsp:txXfrm>
    </dsp:sp>
    <dsp:sp modelId="{E131D56A-F845-45C3-8C71-7E10DA1EA714}">
      <dsp:nvSpPr>
        <dsp:cNvPr id="0" name=""/>
        <dsp:cNvSpPr/>
      </dsp:nvSpPr>
      <dsp:spPr>
        <a:xfrm>
          <a:off x="5461265" y="646613"/>
          <a:ext cx="1303875" cy="1303875"/>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4085E5-76F2-4122-A07B-6EA3EF6B8979}">
      <dsp:nvSpPr>
        <dsp:cNvPr id="0" name=""/>
        <dsp:cNvSpPr/>
      </dsp:nvSpPr>
      <dsp:spPr>
        <a:xfrm>
          <a:off x="5739140" y="924488"/>
          <a:ext cx="748125" cy="748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F50A3A4-5AA8-4937-BC21-87DD75C44559}">
      <dsp:nvSpPr>
        <dsp:cNvPr id="0" name=""/>
        <dsp:cNvSpPr/>
      </dsp:nvSpPr>
      <dsp:spPr>
        <a:xfrm>
          <a:off x="5044452" y="2356613"/>
          <a:ext cx="21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a:t>Respecting copyright helps everyone.</a:t>
          </a:r>
        </a:p>
      </dsp:txBody>
      <dsp:txXfrm>
        <a:off x="5044452" y="2356613"/>
        <a:ext cx="21375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6313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5334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6316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72402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9868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1134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52786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5643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12/13/2025</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1617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5387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89110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12/13/2025</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254430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3357" y="1600199"/>
            <a:ext cx="2654449" cy="4297680"/>
          </a:xfrm>
        </p:spPr>
        <p:txBody>
          <a:bodyPr anchor="ctr">
            <a:normAutofit/>
          </a:bodyPr>
          <a:lstStyle/>
          <a:p>
            <a:r>
              <a:rPr lang="en-US" sz="2700"/>
              <a:t>Intellectual Property &amp; Copyright in ICT</a:t>
            </a:r>
          </a:p>
        </p:txBody>
      </p:sp>
      <p:cxnSp>
        <p:nvCxnSpPr>
          <p:cNvPr id="6" name="Straight Connector 5">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693638" y="1600199"/>
            <a:ext cx="4597502" cy="4297680"/>
          </a:xfrm>
        </p:spPr>
        <p:txBody>
          <a:bodyPr anchor="ctr">
            <a:normAutofit/>
          </a:bodyPr>
          <a:lstStyle/>
          <a:p>
            <a:pPr marL="0" indent="0">
              <a:buNone/>
            </a:pPr>
            <a:endParaRPr dirty="0"/>
          </a:p>
          <a:p>
            <a:r>
              <a:rPr dirty="0"/>
              <a:t>Name: </a:t>
            </a:r>
            <a:r>
              <a:rPr lang="en-US" dirty="0"/>
              <a:t>Mubeen Ul Haq</a:t>
            </a:r>
          </a:p>
          <a:p>
            <a:r>
              <a:rPr lang="en-US" dirty="0"/>
              <a:t>Roll No: 25F-CY-075</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3357" y="1600199"/>
            <a:ext cx="2654449" cy="4297680"/>
          </a:xfrm>
        </p:spPr>
        <p:txBody>
          <a:bodyPr anchor="ctr">
            <a:normAutofit/>
          </a:bodyPr>
          <a:lstStyle/>
          <a:p>
            <a:r>
              <a:rPr lang="en-US" sz="2700"/>
              <a:t>What is Intellectual Property (IP)?</a:t>
            </a:r>
          </a:p>
        </p:txBody>
      </p:sp>
      <p:cxnSp>
        <p:nvCxnSpPr>
          <p:cNvPr id="10" name="Straight Connector 9">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693638" y="1600199"/>
            <a:ext cx="4597502" cy="4297680"/>
          </a:xfrm>
        </p:spPr>
        <p:txBody>
          <a:bodyPr anchor="ctr">
            <a:normAutofit/>
          </a:bodyPr>
          <a:lstStyle/>
          <a:p>
            <a:r>
              <a:rPr lang="en-US" dirty="0"/>
              <a:t>Intellectual Property, or IP, refers to ideas and creations made by the human mind. These creations have value and can be protected by law. In ICT, intellectual property includes things like computer software, mobile applications, websites, digital designs, and online content.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3357" y="1600199"/>
            <a:ext cx="2654449" cy="4297680"/>
          </a:xfrm>
        </p:spPr>
        <p:txBody>
          <a:bodyPr anchor="ctr">
            <a:normAutofit/>
          </a:bodyPr>
          <a:lstStyle/>
          <a:p>
            <a:r>
              <a:rPr lang="en-US" sz="2700"/>
              <a:t>Types of Intellectual Property</a:t>
            </a:r>
          </a:p>
        </p:txBody>
      </p:sp>
      <p:cxnSp>
        <p:nvCxnSpPr>
          <p:cNvPr id="10" name="Straight Connector 9">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693638" y="1600199"/>
            <a:ext cx="4597502" cy="4297680"/>
          </a:xfrm>
        </p:spPr>
        <p:txBody>
          <a:bodyPr anchor="ctr">
            <a:normAutofit/>
          </a:bodyPr>
          <a:lstStyle/>
          <a:p>
            <a:pPr>
              <a:lnSpc>
                <a:spcPct val="110000"/>
              </a:lnSpc>
            </a:pPr>
            <a:r>
              <a:rPr lang="en-US" dirty="0"/>
              <a:t>There are different types of intellectual property:</a:t>
            </a:r>
            <a:endParaRPr lang="en-US"/>
          </a:p>
          <a:p>
            <a:pPr>
              <a:lnSpc>
                <a:spcPct val="110000"/>
              </a:lnSpc>
            </a:pPr>
            <a:r>
              <a:rPr lang="en-US" b="1" dirty="0"/>
              <a:t>Copyright</a:t>
            </a:r>
            <a:r>
              <a:rPr lang="en-US" dirty="0"/>
              <a:t>: protects creative works such as software, music, videos, and written content.</a:t>
            </a:r>
            <a:endParaRPr lang="en-US"/>
          </a:p>
          <a:p>
            <a:pPr>
              <a:lnSpc>
                <a:spcPct val="110000"/>
              </a:lnSpc>
            </a:pPr>
            <a:r>
              <a:rPr lang="en-US" b="1" dirty="0"/>
              <a:t>Patents</a:t>
            </a:r>
            <a:r>
              <a:rPr lang="en-US" dirty="0"/>
              <a:t>: protect new inventions or technologies.</a:t>
            </a:r>
            <a:endParaRPr lang="en-US"/>
          </a:p>
          <a:p>
            <a:pPr>
              <a:lnSpc>
                <a:spcPct val="110000"/>
              </a:lnSpc>
            </a:pPr>
            <a:r>
              <a:rPr lang="en-US" b="1" dirty="0"/>
              <a:t>Trademarks</a:t>
            </a:r>
            <a:r>
              <a:rPr lang="en-US" dirty="0"/>
              <a:t>: protect names, logos, and symbols of companies.</a:t>
            </a:r>
            <a:endParaRPr lang="en-US"/>
          </a:p>
          <a:p>
            <a:pPr>
              <a:lnSpc>
                <a:spcPct val="110000"/>
              </a:lnSpc>
            </a:pPr>
            <a:r>
              <a:rPr lang="en-US" b="1" dirty="0"/>
              <a:t>Trade Secrets</a:t>
            </a:r>
            <a:r>
              <a:rPr lang="en-US" dirty="0"/>
              <a:t>: protect confidential business information.</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3357" y="1600199"/>
            <a:ext cx="2654449" cy="4297680"/>
          </a:xfrm>
        </p:spPr>
        <p:txBody>
          <a:bodyPr anchor="ctr">
            <a:normAutofit/>
          </a:bodyPr>
          <a:lstStyle/>
          <a:p>
            <a:r>
              <a:t>What is Copyright?</a:t>
            </a:r>
          </a:p>
        </p:txBody>
      </p:sp>
      <p:cxnSp>
        <p:nvCxnSpPr>
          <p:cNvPr id="10" name="Straight Connector 9">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693638" y="1600199"/>
            <a:ext cx="4597502" cy="4297680"/>
          </a:xfrm>
        </p:spPr>
        <p:txBody>
          <a:bodyPr anchor="ctr">
            <a:normAutofit/>
          </a:bodyPr>
          <a:lstStyle/>
          <a:p>
            <a:r>
              <a:rPr lang="en-US" dirty="0"/>
              <a:t>Copyright is a legal right that gives protection to original work. It allows the creator to control how their work is used, copied, or shared. Copyright applies automatically when a work is created, and it helps prevent others from using the work without permission.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3357" y="1600199"/>
            <a:ext cx="2654449" cy="4297680"/>
          </a:xfrm>
        </p:spPr>
        <p:txBody>
          <a:bodyPr anchor="ctr">
            <a:normAutofit/>
          </a:bodyPr>
          <a:lstStyle/>
          <a:p>
            <a:r>
              <a:t>Copyright in ICT</a:t>
            </a:r>
          </a:p>
        </p:txBody>
      </p:sp>
      <p:cxnSp>
        <p:nvCxnSpPr>
          <p:cNvPr id="10" name="Straight Connector 9">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693638" y="1600199"/>
            <a:ext cx="4597502" cy="4297680"/>
          </a:xfrm>
        </p:spPr>
        <p:txBody>
          <a:bodyPr anchor="ctr">
            <a:normAutofit/>
          </a:bodyPr>
          <a:lstStyle/>
          <a:p>
            <a:r>
              <a:rPr lang="en-US" dirty="0"/>
              <a:t>In the field of ICT, copyright protects many digital materials, such as computer programs, mobile apps, websites, databases, images, videos, and online articles. When someone copies or shares these materials without permission, it becomes a copyright issue.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3357" y="1600199"/>
            <a:ext cx="2654449" cy="4297680"/>
          </a:xfrm>
        </p:spPr>
        <p:txBody>
          <a:bodyPr anchor="ctr">
            <a:normAutofit/>
          </a:bodyPr>
          <a:lstStyle/>
          <a:p>
            <a:r>
              <a:t>Copyright Issues in ICT</a:t>
            </a:r>
          </a:p>
        </p:txBody>
      </p:sp>
      <p:cxnSp>
        <p:nvCxnSpPr>
          <p:cNvPr id="10" name="Straight Connector 9">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693638" y="1600199"/>
            <a:ext cx="4597502" cy="4297680"/>
          </a:xfrm>
        </p:spPr>
        <p:txBody>
          <a:bodyPr anchor="ctr">
            <a:normAutofit/>
          </a:bodyPr>
          <a:lstStyle/>
          <a:p>
            <a:r>
              <a:rPr lang="en-US" dirty="0"/>
              <a:t>Some common copyright issues in ICT include software piracy, using cracked or unlicensed software, copying content from websites without giving credit, and downloading movies or music illegally. These actions are illegal and unfair to the creators.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3357" y="1600199"/>
            <a:ext cx="2654449" cy="4297680"/>
          </a:xfrm>
        </p:spPr>
        <p:txBody>
          <a:bodyPr anchor="ctr">
            <a:normAutofit/>
          </a:bodyPr>
          <a:lstStyle/>
          <a:p>
            <a:r>
              <a:t>Why Copyright is Important</a:t>
            </a:r>
          </a:p>
        </p:txBody>
      </p:sp>
      <p:cxnSp>
        <p:nvCxnSpPr>
          <p:cNvPr id="10" name="Straight Connector 9">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693638" y="1600199"/>
            <a:ext cx="4597502" cy="4297680"/>
          </a:xfrm>
        </p:spPr>
        <p:txBody>
          <a:bodyPr anchor="ctr">
            <a:normAutofit/>
          </a:bodyPr>
          <a:lstStyle/>
          <a:p>
            <a:r>
              <a:rPr lang="en-US" dirty="0"/>
              <a:t>Copyright is important because it protects the rights of creators and developers. It encourages people to create new software and digital content. It also helps reduce theft and promotes fair and legal use of technology.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C51009-A09A-4689-8E6C-F8FC99E6A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3357" y="1600199"/>
            <a:ext cx="2654449" cy="4297680"/>
          </a:xfrm>
        </p:spPr>
        <p:txBody>
          <a:bodyPr anchor="ctr">
            <a:normAutofit/>
          </a:bodyPr>
          <a:lstStyle/>
          <a:p>
            <a:r>
              <a:t>How to Avoid Copyright Problems</a:t>
            </a:r>
          </a:p>
        </p:txBody>
      </p:sp>
      <p:cxnSp>
        <p:nvCxnSpPr>
          <p:cNvPr id="10" name="Straight Connector 9">
            <a:extLst>
              <a:ext uri="{FF2B5EF4-FFF2-40B4-BE49-F238E27FC236}">
                <a16:creationId xmlns:a16="http://schemas.microsoft.com/office/drawing/2014/main" id="{9EC65442-F244-409C-BF44-C5D6472E81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2148839"/>
            <a:ext cx="0" cy="3200400"/>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693638" y="1600199"/>
            <a:ext cx="4597502" cy="4297680"/>
          </a:xfrm>
        </p:spPr>
        <p:txBody>
          <a:bodyPr anchor="ctr">
            <a:normAutofit/>
          </a:bodyPr>
          <a:lstStyle/>
          <a:p>
            <a:r>
              <a:rPr lang="en-US" dirty="0"/>
              <a:t>We can avoid copyright problems by using licensed or original software, giving proper credit to authors, using free or open-source resources legally, and following copyright laws while using digital content.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88684" y="804519"/>
            <a:ext cx="7202456" cy="1049235"/>
          </a:xfrm>
        </p:spPr>
        <p:txBody>
          <a:bodyPr>
            <a:normAutofit/>
          </a:bodyPr>
          <a:lstStyle/>
          <a:p>
            <a:r>
              <a:rPr lang="en-US"/>
              <a:t>Conclusion</a:t>
            </a:r>
          </a:p>
        </p:txBody>
      </p:sp>
      <p:graphicFrame>
        <p:nvGraphicFramePr>
          <p:cNvPr id="5" name="Content Placeholder 2">
            <a:extLst>
              <a:ext uri="{FF2B5EF4-FFF2-40B4-BE49-F238E27FC236}">
                <a16:creationId xmlns:a16="http://schemas.microsoft.com/office/drawing/2014/main" id="{CD02BBCC-B19C-EE75-EDF1-99ACACA33082}"/>
              </a:ext>
            </a:extLst>
          </p:cNvPr>
          <p:cNvGraphicFramePr>
            <a:graphicFrameLocks noGrp="1"/>
          </p:cNvGraphicFramePr>
          <p:nvPr>
            <p:ph idx="1"/>
            <p:extLst>
              <p:ext uri="{D42A27DB-BD31-4B8C-83A1-F6EECF244321}">
                <p14:modId xmlns:p14="http://schemas.microsoft.com/office/powerpoint/2010/main" val="1522025782"/>
              </p:ext>
            </p:extLst>
          </p:nvPr>
        </p:nvGraphicFramePr>
        <p:xfrm>
          <a:off x="1088231" y="2331497"/>
          <a:ext cx="7203281" cy="37232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9</TotalTime>
  <Words>377</Words>
  <Application>Microsoft Office PowerPoint</Application>
  <PresentationFormat>On-screen Show (4:3)</PresentationFormat>
  <Paragraphs>26</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Gill Sans MT</vt:lpstr>
      <vt:lpstr>Gallery</vt:lpstr>
      <vt:lpstr>Intellectual Property &amp; Copyright in ICT</vt:lpstr>
      <vt:lpstr>What is Intellectual Property (IP)?</vt:lpstr>
      <vt:lpstr>Types of Intellectual Property</vt:lpstr>
      <vt:lpstr>What is Copyright?</vt:lpstr>
      <vt:lpstr>Copyright in ICT</vt:lpstr>
      <vt:lpstr>Copyright Issues in ICT</vt:lpstr>
      <vt:lpstr>Why Copyright is Important</vt:lpstr>
      <vt:lpstr>How to Avoid Copyright Problems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MASHHOOD UL HAQ</cp:lastModifiedBy>
  <cp:revision>2</cp:revision>
  <dcterms:created xsi:type="dcterms:W3CDTF">2013-01-27T09:14:16Z</dcterms:created>
  <dcterms:modified xsi:type="dcterms:W3CDTF">2025-12-13T13:29:53Z</dcterms:modified>
  <cp:category/>
</cp:coreProperties>
</file>