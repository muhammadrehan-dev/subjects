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23980-2A80-6557-6B45-59F652C5C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8AC8D-4838-FFAE-EA1A-4674100C1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728F5-6D6D-84CC-1297-73D673FA7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E8D7D-A412-004D-EA76-802FA1C0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EF4E0-4447-9C32-92A6-E8D684CB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9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6418-A628-41C6-745D-E027B7D4E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184E8-BD39-D92A-5223-E51F8A902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2714-6E76-1DB4-5C1F-9EE0670B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5CC6F-C471-F945-9612-340B067D3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A0CA3-4C75-91AB-CA15-5E354210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0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1EE3-604C-79EA-7ADA-10FC3549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34442-F643-67DD-4F21-091A9207A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14252-7E92-E79C-1EFA-6FB97B650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9DD4C-4CF2-E802-4EEA-C02B3559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55A57-89E3-2807-8566-FE20EFB9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572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3B93-3378-5335-528D-3D59B99E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BA670-AEDA-561E-A469-BA95F7197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D2F73-58CA-8BFA-2050-1D609B0F9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2B9A4-6D31-95AE-2FA9-180E41F5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E4A4A-1175-CE94-278F-1C2A08A5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01365-511E-FCAB-FBA1-11D2F9BD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8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4814-F0EF-D920-BFDA-3718E85A6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B6AFE-A8A7-11CA-59F2-D4A26B11C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7201DC-325F-0BA6-49B8-07C7C8B97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7DAC91-0E0E-B2F5-9E4F-7B07C193B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01299-8F10-6BE9-72B2-CBFB7A9C6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41BFC-7260-44D5-FA0B-03FE5389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E84CC-E091-5318-7E83-B7E736CB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5E2B7-0549-29E3-B17A-ADBE833E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1E5E3-40FC-3814-ECE7-789FC4FEB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F2276C-1EDF-F7E7-8A18-9133BC98D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53143-7F4F-C708-3017-3D8C0D4F7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1FF48-AB93-83BB-0851-163526C5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33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24F34-0AAA-A07A-0479-63643EED3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67E0D3-A1BA-FBDE-3B07-2124B872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8E73D-68D0-4028-9E9B-2DB0B4D7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77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033A-490B-4A7B-B2C1-6B1020D4F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904F-A4DE-DE39-D546-98BEC50FC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BDB01-FA2B-30DB-226C-0A11FF0BD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6284C-2541-D8BE-8A7E-5872394BF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84084-522D-C6B4-9534-5103232C3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3C02E-9F5B-F432-63DA-6B6670A3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71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7E18-1168-D26C-F383-B7AE1A353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8B0465-1ACE-C8CF-D548-3FC0808A9F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A33D8-429E-C48B-C6FD-1E22B51E2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FA7CA-3EDF-59C8-72BC-75B5BE1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1AE6-E032-497A-170F-4A254EBC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593E6-2AB0-321F-1EA3-BA6CA023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6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29CA1-E9A5-543F-4796-674370FA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5D6AA-8A21-3437-F6A3-5A7442C9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765E8-E574-0B91-3753-89091D6F8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39392-0962-EDFE-E86A-78C2CF31A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DB612-65B6-7BB4-2AE6-ED5C12D0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917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72BDB-ADF1-AC97-B338-F17A74CE9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B7F3D-AE08-1977-BE26-ABF9431E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705A6-F91F-6920-9BDD-F005D1233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E8D4F-F50B-868F-0FCE-E8DCF007A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86C2D-4A70-0A33-6986-8C5125D9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72FEAD-7B25-8DB7-1F46-D6099008A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FC67E-5E21-39CA-FE6C-5768B78C2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A6365-68FC-7258-AA86-9D76D1887A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0311A-921E-4B68-8F1F-120360E716BC}" type="datetimeFigureOut">
              <a:rPr lang="en-US" smtClean="0"/>
              <a:t>08-Dec-25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226E8-6B2E-1C10-7B15-A222EAEFB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4D499-E056-6EDE-186C-A89AE3FB3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FE73E-FF34-4E26-8DB5-058B17333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109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7410-E46B-C86D-FA62-EB4F270780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Arial Rounded MT Bold" panose="020F0704030504030204" pitchFamily="34" charset="0"/>
              </a:rPr>
              <a:t>Topic:</a:t>
            </a:r>
            <a:r>
              <a:rPr lang="en-US" sz="5400" dirty="0"/>
              <a:t> </a:t>
            </a:r>
            <a:r>
              <a:rPr lang="en-US" sz="5400" dirty="0">
                <a:latin typeface="Arial Rounded MT Bold" panose="020F0704030504030204" pitchFamily="34" charset="0"/>
              </a:rPr>
              <a:t>Ethical Considerations in ICT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6E6A-8E0D-7307-623D-38588BC2C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Presented by:</a:t>
            </a:r>
            <a:r>
              <a:rPr lang="en-US" dirty="0"/>
              <a:t> </a:t>
            </a:r>
            <a:r>
              <a:rPr lang="en-US" i="1" dirty="0"/>
              <a:t>Asiya Shoaib</a:t>
            </a:r>
            <a:br>
              <a:rPr lang="en-US" dirty="0"/>
            </a:br>
            <a:r>
              <a:rPr lang="en-US" b="1" dirty="0"/>
              <a:t>Roll No:</a:t>
            </a:r>
            <a:r>
              <a:rPr lang="en-US" dirty="0"/>
              <a:t>072-CY 25-F </a:t>
            </a: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315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E419-F0F6-05DA-B9A0-FABF5DFB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Introduction: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52BBE0-5A3F-A69D-C913-5D38AF5149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844533"/>
            <a:ext cx="8195440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Ethics means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right and wrong behavior.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ICT, ethics help us use technology in a safe, honest, and responsible way.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Ethical rules protect people, data, and society.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8A8D3C-AD6C-8DBF-F580-E458961E7403}"/>
              </a:ext>
            </a:extLst>
          </p:cNvPr>
          <p:cNvSpPr/>
          <p:nvPr/>
        </p:nvSpPr>
        <p:spPr>
          <a:xfrm>
            <a:off x="9743090" y="2979683"/>
            <a:ext cx="1610709" cy="1166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8BB829-52D3-9D3B-7376-8714C2B35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8440" y="216824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7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4E6A-8380-6AC6-32B3-D1B55523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Importance of Ethics in ICT: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A2607-A4B0-99E4-4725-D43A03E1D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844769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Why Ethics Are Important: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stops people from using technology in a wrong way.</a:t>
            </a:r>
          </a:p>
          <a:p>
            <a:pPr>
              <a:lnSpc>
                <a:spcPct val="150000"/>
              </a:lnSpc>
            </a:pPr>
            <a:r>
              <a:rPr lang="en-US" dirty="0"/>
              <a:t>It protects our privacy and personal information.</a:t>
            </a:r>
          </a:p>
          <a:p>
            <a:pPr>
              <a:lnSpc>
                <a:spcPct val="150000"/>
              </a:lnSpc>
            </a:pPr>
            <a:r>
              <a:rPr lang="en-US" dirty="0"/>
              <a:t>It helps build trust between users and technology.</a:t>
            </a:r>
          </a:p>
          <a:p>
            <a:pPr>
              <a:lnSpc>
                <a:spcPct val="150000"/>
              </a:lnSpc>
            </a:pPr>
            <a:r>
              <a:rPr lang="en-US" dirty="0"/>
              <a:t>It creates a safe and responsible digital environment for everyone.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18BC17-A0BF-FC70-4B41-17DD4F11A1F9}"/>
              </a:ext>
            </a:extLst>
          </p:cNvPr>
          <p:cNvSpPr/>
          <p:nvPr/>
        </p:nvSpPr>
        <p:spPr>
          <a:xfrm>
            <a:off x="9553902" y="2522483"/>
            <a:ext cx="1799897" cy="20495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8DC2AF-474C-3E3E-1D3D-B302CE6EC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5343" y="2948152"/>
            <a:ext cx="1673771" cy="164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72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DC4C-E75A-8506-BE4B-51B95128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Privacy: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CAA873-313C-76DE-C020-7396506502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5701"/>
            <a:ext cx="7426264" cy="2556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Respecting people’s personal information.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sharing someone’s data without permission.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strong passwords and security tools.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FF73B8-CBB0-B07E-D42F-127274156471}"/>
              </a:ext>
            </a:extLst>
          </p:cNvPr>
          <p:cNvSpPr/>
          <p:nvPr/>
        </p:nvSpPr>
        <p:spPr>
          <a:xfrm>
            <a:off x="9490841" y="2758966"/>
            <a:ext cx="1862959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90D46B-231D-E07C-2377-21FF1C914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663" y="2238696"/>
            <a:ext cx="1434662" cy="19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20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02F1-95C7-F5B7-1561-C5A691F4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Data Protection: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8E6FF-4796-E0B6-ABB2-595B6275B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Keeping data </a:t>
            </a:r>
            <a:r>
              <a:rPr lang="en-US" b="1" dirty="0"/>
              <a:t>safe</a:t>
            </a:r>
            <a:r>
              <a:rPr lang="en-US" dirty="0"/>
              <a:t> from hackers or misuse.</a:t>
            </a:r>
          </a:p>
          <a:p>
            <a:pPr>
              <a:lnSpc>
                <a:spcPct val="200000"/>
              </a:lnSpc>
            </a:pPr>
            <a:r>
              <a:rPr lang="en-US" dirty="0"/>
              <a:t>Using </a:t>
            </a:r>
            <a:r>
              <a:rPr lang="en-US" b="1" dirty="0"/>
              <a:t>encryption</a:t>
            </a:r>
            <a:r>
              <a:rPr lang="en-US" dirty="0"/>
              <a:t>, backups, and secure systems.</a:t>
            </a:r>
          </a:p>
          <a:p>
            <a:pPr>
              <a:lnSpc>
                <a:spcPct val="200000"/>
              </a:lnSpc>
            </a:pPr>
            <a:r>
              <a:rPr lang="en-US" dirty="0"/>
              <a:t>Not collecting unnecessary personal information.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117B5F-8268-0A96-DB11-38DD5E69035E}"/>
              </a:ext>
            </a:extLst>
          </p:cNvPr>
          <p:cNvSpPr/>
          <p:nvPr/>
        </p:nvSpPr>
        <p:spPr>
          <a:xfrm>
            <a:off x="9191297" y="2601314"/>
            <a:ext cx="2162503" cy="14188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61948B-CAC4-2161-6D41-21D926B75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523" y="2519197"/>
            <a:ext cx="24669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476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643CBE0-1D94-A0E1-1697-83EB09ADF9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10583"/>
            <a:ext cx="7375634" cy="3709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Following safe practices while using the internet.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Avoiding harmful activities like hacking.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Reporting cyber threats and suspicious activities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BC0CCFD-A8EB-2F78-F608-5A9D00F299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92807"/>
            <a:ext cx="10515600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 Rounded MT Bold" panose="020F0704030504030204" pitchFamily="34" charset="0"/>
              </a:rPr>
              <a:t>Cybersecurity: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50B94-C420-E3A8-F36D-C568EE380C9F}"/>
              </a:ext>
            </a:extLst>
          </p:cNvPr>
          <p:cNvSpPr/>
          <p:nvPr/>
        </p:nvSpPr>
        <p:spPr>
          <a:xfrm>
            <a:off x="9522372" y="2617076"/>
            <a:ext cx="1182419" cy="1213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F43E6-E37F-507B-069D-986BA5E94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71237" y="23574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81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C5AF-A25D-9DDF-AE88-F19B5E196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Intellectual Property: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6190F7-1D2E-7E51-098F-83043C2296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081007"/>
            <a:ext cx="7596352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copying software, videos, music, or images illegally.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Giving credit to the real creators.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Avoiding software piracy.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66D11-8702-4AB7-29AF-443D056E94AA}"/>
              </a:ext>
            </a:extLst>
          </p:cNvPr>
          <p:cNvSpPr/>
          <p:nvPr/>
        </p:nvSpPr>
        <p:spPr>
          <a:xfrm>
            <a:off x="9159766" y="2916616"/>
            <a:ext cx="1844565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173CC-B3A5-062B-4E66-0F27A45C0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65172" y="2593923"/>
            <a:ext cx="1844565" cy="177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09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5C52-37E7-2506-74E0-678F3437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Digital Communication Ethics: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480350-58A8-3470-D195-F37B3C5165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71000"/>
            <a:ext cx="6868740" cy="2556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polite and respectful language online.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spreading fake news or harmful content.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Avoiding cyberbullying and harassment.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62E199-9B21-FAC5-374F-8B1338E57671}"/>
              </a:ext>
            </a:extLst>
          </p:cNvPr>
          <p:cNvSpPr/>
          <p:nvPr/>
        </p:nvSpPr>
        <p:spPr>
          <a:xfrm>
            <a:off x="8765628" y="2869324"/>
            <a:ext cx="2443655" cy="16080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64A601-7A76-AC78-831C-3EDCD9AF1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92419" y="243626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67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EA8A1-B8E9-1301-46AF-281CDC31A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Ethical Use of Social Media: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B14491-47DF-BDDE-2558-FCF1DDE5CE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29573"/>
            <a:ext cx="7259423" cy="2556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Sharing only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truthful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safe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content.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posting others' photos without permission.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Being careful with personal details.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66D7F3-C5E0-03CE-DDCB-CFD08F75EA9F}"/>
              </a:ext>
            </a:extLst>
          </p:cNvPr>
          <p:cNvSpPr/>
          <p:nvPr/>
        </p:nvSpPr>
        <p:spPr>
          <a:xfrm>
            <a:off x="8749862" y="2632841"/>
            <a:ext cx="2364828" cy="11666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BA0477-773D-2688-AC16-A0D1B780A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73367" y="2361540"/>
            <a:ext cx="2364828" cy="143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14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E91B-E4B4-33B8-480E-675D29CA3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Workplace Ethics in ICT: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F46308-46F2-9B3D-712E-3DC90CE71F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4162"/>
            <a:ext cx="7257115" cy="2556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Using office computers for official work only.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leaking company data.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Being honest and responsible with digital tasks.</a:t>
            </a:r>
          </a:p>
        </p:txBody>
      </p:sp>
      <p:pic>
        <p:nvPicPr>
          <p:cNvPr id="6" name="Graphic 5" descr="Computer">
            <a:extLst>
              <a:ext uri="{FF2B5EF4-FFF2-40B4-BE49-F238E27FC236}">
                <a16:creationId xmlns:a16="http://schemas.microsoft.com/office/drawing/2014/main" id="{3B3C6728-0C05-351A-A7FF-0C642CF23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7783" y="2560637"/>
            <a:ext cx="1450428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93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CAD10-1020-4F06-AC92-A5F1F3EE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Examples of Unethical Behavior: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E314C9-FA4F-B34D-547B-1D171E11E9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58946"/>
            <a:ext cx="5588389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Hacking accounts.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Copying software without buying.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Sharing private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fake profiles.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Cyberbullying.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15C04-0271-3377-9013-051AD0E368AE}"/>
              </a:ext>
            </a:extLst>
          </p:cNvPr>
          <p:cNvSpPr/>
          <p:nvPr/>
        </p:nvSpPr>
        <p:spPr>
          <a:xfrm>
            <a:off x="8607975" y="2554014"/>
            <a:ext cx="2081048" cy="1325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4F7AB8-FD3E-8430-2E1D-B47C8CA4A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29347" y="23574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30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2E988-F4E4-9ECD-E728-897C6E7B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How to Behave Ethically Online?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68261A-4F93-4354-6BF0-26A9C2A868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14105"/>
            <a:ext cx="6548588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before you share.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Respect people’s privacy.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technology for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purposes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laws and school/company rules.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05119-F855-D203-71E8-7072B5AAF960}"/>
              </a:ext>
            </a:extLst>
          </p:cNvPr>
          <p:cNvSpPr/>
          <p:nvPr/>
        </p:nvSpPr>
        <p:spPr>
          <a:xfrm>
            <a:off x="8860221" y="2948152"/>
            <a:ext cx="2081048" cy="11981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978E32-B45D-2D09-B866-89CB780AA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18786" y="2657475"/>
            <a:ext cx="2558952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07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8FEB-F9FE-FF16-D9FC-5D751936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982EA-E0E2-1036-0461-75632340E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60324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Ethics guide us to use ICT responsibly.</a:t>
            </a:r>
          </a:p>
          <a:p>
            <a:pPr>
              <a:lnSpc>
                <a:spcPct val="150000"/>
              </a:lnSpc>
            </a:pPr>
            <a:r>
              <a:rPr lang="en-US" dirty="0"/>
              <a:t>They protect data, people, and society.</a:t>
            </a:r>
          </a:p>
          <a:p>
            <a:pPr>
              <a:lnSpc>
                <a:spcPct val="150000"/>
              </a:lnSpc>
            </a:pPr>
            <a:r>
              <a:rPr lang="en-US" dirty="0"/>
              <a:t>By following ethical rules, we make the digital world </a:t>
            </a:r>
            <a:r>
              <a:rPr lang="en-US" b="1" dirty="0"/>
              <a:t>safe and positive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5D95B7-D250-8DCD-E20B-89445860D009}"/>
              </a:ext>
            </a:extLst>
          </p:cNvPr>
          <p:cNvSpPr/>
          <p:nvPr/>
        </p:nvSpPr>
        <p:spPr>
          <a:xfrm>
            <a:off x="8655269" y="2112579"/>
            <a:ext cx="2443655" cy="1639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66CB6-95CC-2126-989D-C6244DFB2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71235" y="202635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98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AD2BEA-3572-D00D-19FC-3CEE922AB1B5}"/>
              </a:ext>
            </a:extLst>
          </p:cNvPr>
          <p:cNvSpPr txBox="1"/>
          <p:nvPr/>
        </p:nvSpPr>
        <p:spPr>
          <a:xfrm>
            <a:off x="2979683" y="1655379"/>
            <a:ext cx="581747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Thank</a:t>
            </a:r>
            <a:br>
              <a:rPr lang="en-US" sz="9600" dirty="0"/>
            </a:br>
            <a:r>
              <a:rPr lang="en-US" sz="9600" dirty="0"/>
              <a:t> you!</a:t>
            </a:r>
          </a:p>
        </p:txBody>
      </p:sp>
    </p:spTree>
    <p:extLst>
      <p:ext uri="{BB962C8B-B14F-4D97-AF65-F5344CB8AC3E}">
        <p14:creationId xmlns:p14="http://schemas.microsoft.com/office/powerpoint/2010/main" val="198228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367</Words>
  <Application>Microsoft Office PowerPoint</Application>
  <PresentationFormat>Widescreen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Rounded MT Bold</vt:lpstr>
      <vt:lpstr>Calibri</vt:lpstr>
      <vt:lpstr>Calibri Light</vt:lpstr>
      <vt:lpstr>Office Theme</vt:lpstr>
      <vt:lpstr>Topic: Ethical Considerations in ICT</vt:lpstr>
      <vt:lpstr>Introduction:</vt:lpstr>
      <vt:lpstr>Importance of Ethics in ICT:</vt:lpstr>
      <vt:lpstr>Privacy:</vt:lpstr>
      <vt:lpstr>Data Protection:</vt:lpstr>
      <vt:lpstr>Cybersecurity:</vt:lpstr>
      <vt:lpstr>Intellectual Property:</vt:lpstr>
      <vt:lpstr>Digital Communication Ethics:</vt:lpstr>
      <vt:lpstr>Ethical Use of Social Media:</vt:lpstr>
      <vt:lpstr>Workplace Ethics in ICT:</vt:lpstr>
      <vt:lpstr>Examples of Unethical Behavior:</vt:lpstr>
      <vt:lpstr>How to Behave Ethically Online?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</dc:creator>
  <cp:lastModifiedBy>MR</cp:lastModifiedBy>
  <cp:revision>3</cp:revision>
  <dcterms:created xsi:type="dcterms:W3CDTF">2025-12-07T18:51:54Z</dcterms:created>
  <dcterms:modified xsi:type="dcterms:W3CDTF">2025-12-08T02:27:21Z</dcterms:modified>
</cp:coreProperties>
</file>