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Workspace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M.NABEEL</a:t>
            </a:r>
          </a:p>
          <a:p>
            <a:r>
              <a:rPr lang="en-US" dirty="0"/>
              <a:t>25F-CY-065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Workspace?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collection of cloud-based productivity tools by Google</a:t>
            </a:r>
          </a:p>
          <a:p>
            <a:r>
              <a:t>• Includes Gmail, Docs, Drive, Meet, Calendar, and more</a:t>
            </a:r>
          </a:p>
          <a:p>
            <a:r>
              <a:t>• Helps teams collaborate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Tools of Google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Gmail – Email communication</a:t>
            </a:r>
          </a:p>
          <a:p>
            <a:r>
              <a:t>• Google Drive – Cloud storage</a:t>
            </a:r>
          </a:p>
          <a:p>
            <a:r>
              <a:t>• Google Docs – Word processing</a:t>
            </a:r>
          </a:p>
          <a:p>
            <a:r>
              <a:t>• Google Sheets – Spreadsheets</a:t>
            </a:r>
          </a:p>
          <a:p>
            <a:r>
              <a:t>• Google Slides – Presentation tool</a:t>
            </a:r>
          </a:p>
          <a:p>
            <a:r>
              <a:t>• Google Meet – Video conferencing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Google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collaboration</a:t>
            </a:r>
          </a:p>
          <a:p>
            <a:r>
              <a:t>• Cloud-based access anywhere</a:t>
            </a:r>
          </a:p>
          <a:p>
            <a:r>
              <a:t>• Secure file sharing</a:t>
            </a:r>
          </a:p>
          <a:p>
            <a:r>
              <a:t>• Integration across all Google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Education &amp;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classes &amp; assignments</a:t>
            </a:r>
          </a:p>
          <a:p>
            <a:r>
              <a:t>• Business meetings and teamwork</a:t>
            </a:r>
          </a:p>
          <a:p>
            <a:r>
              <a:t>• Document sharing and editing</a:t>
            </a:r>
          </a:p>
          <a:p>
            <a:r>
              <a:t>• Project management using shared folders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Workspace makes communication, collaboration,</a:t>
            </a:r>
          </a:p>
          <a:p>
            <a:r>
              <a:t>and productivity easier through its cloud-based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Google Workspace</vt:lpstr>
      <vt:lpstr>What is Google Workspace?</vt:lpstr>
      <vt:lpstr>Core Tools of Google Workspace</vt:lpstr>
      <vt:lpstr>Benefits of Google Workspace</vt:lpstr>
      <vt:lpstr>Applications in Education &amp;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Nabeel</dc:creator>
  <cp:keywords/>
  <dc:description>generated using python-pptx</dc:description>
  <cp:lastModifiedBy>Muhammad Nabeel</cp:lastModifiedBy>
  <cp:revision>2</cp:revision>
  <dcterms:created xsi:type="dcterms:W3CDTF">2013-01-27T09:14:16Z</dcterms:created>
  <dcterms:modified xsi:type="dcterms:W3CDTF">2025-12-08T10:38:16Z</dcterms:modified>
  <cp:category/>
</cp:coreProperties>
</file>