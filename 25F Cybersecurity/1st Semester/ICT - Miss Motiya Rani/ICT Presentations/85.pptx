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5" r:id="rId4"/>
    <p:sldId id="258" r:id="rId5"/>
    <p:sldId id="259" r:id="rId6"/>
    <p:sldId id="260" r:id="rId7"/>
    <p:sldId id="261" r:id="rId8"/>
    <p:sldId id="262" r:id="rId9"/>
    <p:sldId id="263"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3" autoAdjust="0"/>
    <p:restoredTop sz="94660"/>
  </p:normalViewPr>
  <p:slideViewPr>
    <p:cSldViewPr snapToGrid="0">
      <p:cViewPr varScale="1">
        <p:scale>
          <a:sx n="69" d="100"/>
          <a:sy n="69" d="100"/>
        </p:scale>
        <p:origin x="96"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F87EB6-AB04-4137-A568-3C3D1E1D3420}"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B5E124AC-8065-4611-B625-94E19B54C4ED}">
      <dgm:prSet phldrT="[Text]" phldr="0"/>
      <dgm:spPr/>
      <dgm:t>
        <a:bodyPr/>
        <a:lstStyle/>
        <a:p>
          <a:r>
            <a:rPr lang="en-US" dirty="0"/>
            <a:t>Key Features</a:t>
          </a:r>
        </a:p>
      </dgm:t>
    </dgm:pt>
    <dgm:pt modelId="{2CBFE1BD-01A3-4DFA-A18A-1994DC9625ED}" type="parTrans" cxnId="{98391C7B-6135-4149-936B-EE391C27509F}">
      <dgm:prSet/>
      <dgm:spPr/>
      <dgm:t>
        <a:bodyPr/>
        <a:lstStyle/>
        <a:p>
          <a:endParaRPr lang="en-US"/>
        </a:p>
      </dgm:t>
    </dgm:pt>
    <dgm:pt modelId="{04A3B180-6D5D-4056-BE6A-C17166AA974A}" type="sibTrans" cxnId="{98391C7B-6135-4149-936B-EE391C27509F}">
      <dgm:prSet/>
      <dgm:spPr/>
      <dgm:t>
        <a:bodyPr/>
        <a:lstStyle/>
        <a:p>
          <a:endParaRPr lang="en-US"/>
        </a:p>
      </dgm:t>
    </dgm:pt>
    <dgm:pt modelId="{7AD6E280-87F0-4AB2-AF8A-E956F3A05319}">
      <dgm:prSet phldrT="[Text]" phldr="0"/>
      <dgm:spPr/>
      <dgm:t>
        <a:bodyPr/>
        <a:lstStyle/>
        <a:p>
          <a:r>
            <a:rPr lang="en-US" dirty="0"/>
            <a:t>Templates and Themes</a:t>
          </a:r>
        </a:p>
      </dgm:t>
    </dgm:pt>
    <dgm:pt modelId="{F74E241C-976B-431E-A7FE-A98095B36D15}" type="parTrans" cxnId="{83EE0E98-1738-4FC5-9A8A-4A83AE9655D1}">
      <dgm:prSet/>
      <dgm:spPr/>
      <dgm:t>
        <a:bodyPr/>
        <a:lstStyle/>
        <a:p>
          <a:endParaRPr lang="en-US"/>
        </a:p>
      </dgm:t>
    </dgm:pt>
    <dgm:pt modelId="{570FAC2B-DC0E-4463-A701-D9F39650A96E}" type="sibTrans" cxnId="{83EE0E98-1738-4FC5-9A8A-4A83AE9655D1}">
      <dgm:prSet/>
      <dgm:spPr/>
      <dgm:t>
        <a:bodyPr/>
        <a:lstStyle/>
        <a:p>
          <a:endParaRPr lang="en-US"/>
        </a:p>
      </dgm:t>
    </dgm:pt>
    <dgm:pt modelId="{D4177BC7-2132-451D-B047-293C6062F3AA}">
      <dgm:prSet phldrT="[Text]" phldr="0"/>
      <dgm:spPr/>
      <dgm:t>
        <a:bodyPr/>
        <a:lstStyle/>
        <a:p>
          <a:r>
            <a:rPr lang="en-US" dirty="0"/>
            <a:t>Slides Transitions</a:t>
          </a:r>
        </a:p>
      </dgm:t>
    </dgm:pt>
    <dgm:pt modelId="{1EC3362F-778E-4D45-BCDA-187BE7B9A641}" type="parTrans" cxnId="{416E946D-0C9C-4770-ACEC-A05EBB9AE561}">
      <dgm:prSet/>
      <dgm:spPr/>
      <dgm:t>
        <a:bodyPr/>
        <a:lstStyle/>
        <a:p>
          <a:endParaRPr lang="en-US"/>
        </a:p>
      </dgm:t>
    </dgm:pt>
    <dgm:pt modelId="{199DDA6E-3D0C-4A09-B2FA-EADB5343CEDD}" type="sibTrans" cxnId="{416E946D-0C9C-4770-ACEC-A05EBB9AE561}">
      <dgm:prSet/>
      <dgm:spPr/>
      <dgm:t>
        <a:bodyPr/>
        <a:lstStyle/>
        <a:p>
          <a:endParaRPr lang="en-US"/>
        </a:p>
      </dgm:t>
    </dgm:pt>
    <dgm:pt modelId="{DB449D30-101F-4436-AE7C-EF31659530ED}">
      <dgm:prSet phldrT="[Text]" phldr="0"/>
      <dgm:spPr/>
      <dgm:t>
        <a:bodyPr/>
        <a:lstStyle/>
        <a:p>
          <a:r>
            <a:rPr lang="en-US" dirty="0"/>
            <a:t>Animations</a:t>
          </a:r>
        </a:p>
      </dgm:t>
    </dgm:pt>
    <dgm:pt modelId="{FEAC40E7-0C2E-4926-B7F9-41CD27CE73BE}" type="parTrans" cxnId="{23803C15-7D94-4692-941E-F7654FABD45F}">
      <dgm:prSet/>
      <dgm:spPr/>
      <dgm:t>
        <a:bodyPr/>
        <a:lstStyle/>
        <a:p>
          <a:endParaRPr lang="en-US"/>
        </a:p>
      </dgm:t>
    </dgm:pt>
    <dgm:pt modelId="{AD78B5F1-B45D-429D-8E81-463ED1A7BACF}" type="sibTrans" cxnId="{23803C15-7D94-4692-941E-F7654FABD45F}">
      <dgm:prSet/>
      <dgm:spPr/>
      <dgm:t>
        <a:bodyPr/>
        <a:lstStyle/>
        <a:p>
          <a:endParaRPr lang="en-US"/>
        </a:p>
      </dgm:t>
    </dgm:pt>
    <dgm:pt modelId="{419C1ED1-188E-444D-8112-DB1E6D810A0F}">
      <dgm:prSet phldrT="[Text]" phldr="0"/>
      <dgm:spPr/>
      <dgm:t>
        <a:bodyPr/>
        <a:lstStyle/>
        <a:p>
          <a:r>
            <a:rPr lang="en-US" dirty="0"/>
            <a:t>Charts and Smart Arts</a:t>
          </a:r>
        </a:p>
      </dgm:t>
    </dgm:pt>
    <dgm:pt modelId="{C822C1DB-227F-453C-B122-B635DC6C6929}" type="parTrans" cxnId="{7F38DFE9-BE65-47C8-8FC6-A1E06851547E}">
      <dgm:prSet/>
      <dgm:spPr/>
      <dgm:t>
        <a:bodyPr/>
        <a:lstStyle/>
        <a:p>
          <a:endParaRPr lang="en-US"/>
        </a:p>
      </dgm:t>
    </dgm:pt>
    <dgm:pt modelId="{39234A32-7A27-48C3-85CC-B0216F1776AA}" type="sibTrans" cxnId="{7F38DFE9-BE65-47C8-8FC6-A1E06851547E}">
      <dgm:prSet/>
      <dgm:spPr/>
      <dgm:t>
        <a:bodyPr/>
        <a:lstStyle/>
        <a:p>
          <a:endParaRPr lang="en-US"/>
        </a:p>
      </dgm:t>
    </dgm:pt>
    <dgm:pt modelId="{3869B61A-A504-41A6-B3B1-9FB9CEADE417}">
      <dgm:prSet/>
      <dgm:spPr/>
      <dgm:t>
        <a:bodyPr/>
        <a:lstStyle/>
        <a:p>
          <a:endParaRPr lang="en-US"/>
        </a:p>
      </dgm:t>
    </dgm:pt>
    <dgm:pt modelId="{386B46F9-827F-4368-BD8E-A8A3D3ABDFC4}" type="parTrans" cxnId="{BF584255-7906-4C39-8F42-CD7AFCE3FC21}">
      <dgm:prSet/>
      <dgm:spPr/>
      <dgm:t>
        <a:bodyPr/>
        <a:lstStyle/>
        <a:p>
          <a:endParaRPr lang="en-US"/>
        </a:p>
      </dgm:t>
    </dgm:pt>
    <dgm:pt modelId="{F42065AB-F100-4DCB-B5A9-465F9036B346}" type="sibTrans" cxnId="{BF584255-7906-4C39-8F42-CD7AFCE3FC21}">
      <dgm:prSet/>
      <dgm:spPr/>
      <dgm:t>
        <a:bodyPr/>
        <a:lstStyle/>
        <a:p>
          <a:endParaRPr lang="en-US"/>
        </a:p>
      </dgm:t>
    </dgm:pt>
    <dgm:pt modelId="{FD98A1FE-8E64-4ABB-96F4-7EC40AAFBBBE}" type="pres">
      <dgm:prSet presAssocID="{37F87EB6-AB04-4137-A568-3C3D1E1D3420}" presName="Name0" presStyleCnt="0">
        <dgm:presLayoutVars>
          <dgm:chMax val="1"/>
          <dgm:dir/>
          <dgm:animLvl val="ctr"/>
          <dgm:resizeHandles val="exact"/>
        </dgm:presLayoutVars>
      </dgm:prSet>
      <dgm:spPr/>
    </dgm:pt>
    <dgm:pt modelId="{5AAC1F1A-14B9-4BBB-B182-0E358993D146}" type="pres">
      <dgm:prSet presAssocID="{B5E124AC-8065-4611-B625-94E19B54C4ED}" presName="centerShape" presStyleLbl="node0" presStyleIdx="0" presStyleCnt="1"/>
      <dgm:spPr/>
    </dgm:pt>
    <dgm:pt modelId="{60033B3C-777C-40D3-B3F9-4232B25443E0}" type="pres">
      <dgm:prSet presAssocID="{7AD6E280-87F0-4AB2-AF8A-E956F3A05319}" presName="node" presStyleLbl="node1" presStyleIdx="0" presStyleCnt="5">
        <dgm:presLayoutVars>
          <dgm:bulletEnabled val="1"/>
        </dgm:presLayoutVars>
      </dgm:prSet>
      <dgm:spPr/>
    </dgm:pt>
    <dgm:pt modelId="{537B05FD-3C6E-42CC-8282-EC1ED6F49313}" type="pres">
      <dgm:prSet presAssocID="{7AD6E280-87F0-4AB2-AF8A-E956F3A05319}" presName="dummy" presStyleCnt="0"/>
      <dgm:spPr/>
    </dgm:pt>
    <dgm:pt modelId="{BD2EFB78-EFAE-4BA9-8396-CC03D2640E14}" type="pres">
      <dgm:prSet presAssocID="{570FAC2B-DC0E-4463-A701-D9F39650A96E}" presName="sibTrans" presStyleLbl="sibTrans2D1" presStyleIdx="0" presStyleCnt="5"/>
      <dgm:spPr/>
    </dgm:pt>
    <dgm:pt modelId="{05345A6E-9C1F-4837-936A-43EF8130E13E}" type="pres">
      <dgm:prSet presAssocID="{D4177BC7-2132-451D-B047-293C6062F3AA}" presName="node" presStyleLbl="node1" presStyleIdx="1" presStyleCnt="5">
        <dgm:presLayoutVars>
          <dgm:bulletEnabled val="1"/>
        </dgm:presLayoutVars>
      </dgm:prSet>
      <dgm:spPr/>
    </dgm:pt>
    <dgm:pt modelId="{9EAA9891-CFFB-4F84-B4E5-934CB3F414F6}" type="pres">
      <dgm:prSet presAssocID="{D4177BC7-2132-451D-B047-293C6062F3AA}" presName="dummy" presStyleCnt="0"/>
      <dgm:spPr/>
    </dgm:pt>
    <dgm:pt modelId="{80BD74A0-F436-4133-A099-D892870FA72B}" type="pres">
      <dgm:prSet presAssocID="{199DDA6E-3D0C-4A09-B2FA-EADB5343CEDD}" presName="sibTrans" presStyleLbl="sibTrans2D1" presStyleIdx="1" presStyleCnt="5"/>
      <dgm:spPr/>
    </dgm:pt>
    <dgm:pt modelId="{7C2A6D8C-7E7B-4636-9D98-5629E0BF8702}" type="pres">
      <dgm:prSet presAssocID="{DB449D30-101F-4436-AE7C-EF31659530ED}" presName="node" presStyleLbl="node1" presStyleIdx="2" presStyleCnt="5">
        <dgm:presLayoutVars>
          <dgm:bulletEnabled val="1"/>
        </dgm:presLayoutVars>
      </dgm:prSet>
      <dgm:spPr/>
    </dgm:pt>
    <dgm:pt modelId="{12358E11-D8A8-4AF8-ADEC-E0020F3B9A92}" type="pres">
      <dgm:prSet presAssocID="{DB449D30-101F-4436-AE7C-EF31659530ED}" presName="dummy" presStyleCnt="0"/>
      <dgm:spPr/>
    </dgm:pt>
    <dgm:pt modelId="{BAD0683B-D14A-4E94-A6E3-ED8510588986}" type="pres">
      <dgm:prSet presAssocID="{AD78B5F1-B45D-429D-8E81-463ED1A7BACF}" presName="sibTrans" presStyleLbl="sibTrans2D1" presStyleIdx="2" presStyleCnt="5"/>
      <dgm:spPr/>
    </dgm:pt>
    <dgm:pt modelId="{21A23CB2-D621-4400-917E-182B879C122E}" type="pres">
      <dgm:prSet presAssocID="{419C1ED1-188E-444D-8112-DB1E6D810A0F}" presName="node" presStyleLbl="node1" presStyleIdx="3" presStyleCnt="5">
        <dgm:presLayoutVars>
          <dgm:bulletEnabled val="1"/>
        </dgm:presLayoutVars>
      </dgm:prSet>
      <dgm:spPr/>
    </dgm:pt>
    <dgm:pt modelId="{F1E43CEA-1F31-4D99-8FE5-60EA3E91D1CE}" type="pres">
      <dgm:prSet presAssocID="{419C1ED1-188E-444D-8112-DB1E6D810A0F}" presName="dummy" presStyleCnt="0"/>
      <dgm:spPr/>
    </dgm:pt>
    <dgm:pt modelId="{22415EA8-EAFA-4105-9D9A-CC1912142F6E}" type="pres">
      <dgm:prSet presAssocID="{39234A32-7A27-48C3-85CC-B0216F1776AA}" presName="sibTrans" presStyleLbl="sibTrans2D1" presStyleIdx="3" presStyleCnt="5"/>
      <dgm:spPr/>
    </dgm:pt>
    <dgm:pt modelId="{BEAFE44D-028E-4C3D-85A1-4384CB553643}" type="pres">
      <dgm:prSet presAssocID="{3869B61A-A504-41A6-B3B1-9FB9CEADE417}" presName="node" presStyleLbl="node1" presStyleIdx="4" presStyleCnt="5">
        <dgm:presLayoutVars>
          <dgm:bulletEnabled val="1"/>
        </dgm:presLayoutVars>
      </dgm:prSet>
      <dgm:spPr/>
    </dgm:pt>
    <dgm:pt modelId="{BE88D958-AF9E-4F72-AB12-3303695C81BF}" type="pres">
      <dgm:prSet presAssocID="{3869B61A-A504-41A6-B3B1-9FB9CEADE417}" presName="dummy" presStyleCnt="0"/>
      <dgm:spPr/>
    </dgm:pt>
    <dgm:pt modelId="{7A54A4EC-CE37-4FBE-A781-139972F84632}" type="pres">
      <dgm:prSet presAssocID="{F42065AB-F100-4DCB-B5A9-465F9036B346}" presName="sibTrans" presStyleLbl="sibTrans2D1" presStyleIdx="4" presStyleCnt="5"/>
      <dgm:spPr/>
    </dgm:pt>
  </dgm:ptLst>
  <dgm:cxnLst>
    <dgm:cxn modelId="{23803C15-7D94-4692-941E-F7654FABD45F}" srcId="{B5E124AC-8065-4611-B625-94E19B54C4ED}" destId="{DB449D30-101F-4436-AE7C-EF31659530ED}" srcOrd="2" destOrd="0" parTransId="{FEAC40E7-0C2E-4926-B7F9-41CD27CE73BE}" sibTransId="{AD78B5F1-B45D-429D-8E81-463ED1A7BACF}"/>
    <dgm:cxn modelId="{A1187C21-755C-4364-A46D-9F1D3FEBE3FC}" type="presOf" srcId="{419C1ED1-188E-444D-8112-DB1E6D810A0F}" destId="{21A23CB2-D621-4400-917E-182B879C122E}" srcOrd="0" destOrd="0" presId="urn:microsoft.com/office/officeart/2005/8/layout/radial6"/>
    <dgm:cxn modelId="{2067F45D-A22F-4059-A09C-862C3D32CD25}" type="presOf" srcId="{39234A32-7A27-48C3-85CC-B0216F1776AA}" destId="{22415EA8-EAFA-4105-9D9A-CC1912142F6E}" srcOrd="0" destOrd="0" presId="urn:microsoft.com/office/officeart/2005/8/layout/radial6"/>
    <dgm:cxn modelId="{B0360241-87F4-4442-B0EA-65A0DE907FF2}" type="presOf" srcId="{570FAC2B-DC0E-4463-A701-D9F39650A96E}" destId="{BD2EFB78-EFAE-4BA9-8396-CC03D2640E14}" srcOrd="0" destOrd="0" presId="urn:microsoft.com/office/officeart/2005/8/layout/radial6"/>
    <dgm:cxn modelId="{416E946D-0C9C-4770-ACEC-A05EBB9AE561}" srcId="{B5E124AC-8065-4611-B625-94E19B54C4ED}" destId="{D4177BC7-2132-451D-B047-293C6062F3AA}" srcOrd="1" destOrd="0" parTransId="{1EC3362F-778E-4D45-BCDA-187BE7B9A641}" sibTransId="{199DDA6E-3D0C-4A09-B2FA-EADB5343CEDD}"/>
    <dgm:cxn modelId="{E789F570-6F3E-4717-A9E7-F51E5CB1A598}" type="presOf" srcId="{F42065AB-F100-4DCB-B5A9-465F9036B346}" destId="{7A54A4EC-CE37-4FBE-A781-139972F84632}" srcOrd="0" destOrd="0" presId="urn:microsoft.com/office/officeart/2005/8/layout/radial6"/>
    <dgm:cxn modelId="{51617571-7B14-48FD-89A1-F897AAD45DD1}" type="presOf" srcId="{B5E124AC-8065-4611-B625-94E19B54C4ED}" destId="{5AAC1F1A-14B9-4BBB-B182-0E358993D146}" srcOrd="0" destOrd="0" presId="urn:microsoft.com/office/officeart/2005/8/layout/radial6"/>
    <dgm:cxn modelId="{8D190A74-03F3-4E9E-96E0-CB81C60BDA33}" type="presOf" srcId="{3869B61A-A504-41A6-B3B1-9FB9CEADE417}" destId="{BEAFE44D-028E-4C3D-85A1-4384CB553643}" srcOrd="0" destOrd="0" presId="urn:microsoft.com/office/officeart/2005/8/layout/radial6"/>
    <dgm:cxn modelId="{10CC4354-4A98-4BA6-98D3-C4B76135DF56}" type="presOf" srcId="{37F87EB6-AB04-4137-A568-3C3D1E1D3420}" destId="{FD98A1FE-8E64-4ABB-96F4-7EC40AAFBBBE}" srcOrd="0" destOrd="0" presId="urn:microsoft.com/office/officeart/2005/8/layout/radial6"/>
    <dgm:cxn modelId="{BF584255-7906-4C39-8F42-CD7AFCE3FC21}" srcId="{B5E124AC-8065-4611-B625-94E19B54C4ED}" destId="{3869B61A-A504-41A6-B3B1-9FB9CEADE417}" srcOrd="4" destOrd="0" parTransId="{386B46F9-827F-4368-BD8E-A8A3D3ABDFC4}" sibTransId="{F42065AB-F100-4DCB-B5A9-465F9036B346}"/>
    <dgm:cxn modelId="{98391C7B-6135-4149-936B-EE391C27509F}" srcId="{37F87EB6-AB04-4137-A568-3C3D1E1D3420}" destId="{B5E124AC-8065-4611-B625-94E19B54C4ED}" srcOrd="0" destOrd="0" parTransId="{2CBFE1BD-01A3-4DFA-A18A-1994DC9625ED}" sibTransId="{04A3B180-6D5D-4056-BE6A-C17166AA974A}"/>
    <dgm:cxn modelId="{83EE0E98-1738-4FC5-9A8A-4A83AE9655D1}" srcId="{B5E124AC-8065-4611-B625-94E19B54C4ED}" destId="{7AD6E280-87F0-4AB2-AF8A-E956F3A05319}" srcOrd="0" destOrd="0" parTransId="{F74E241C-976B-431E-A7FE-A98095B36D15}" sibTransId="{570FAC2B-DC0E-4463-A701-D9F39650A96E}"/>
    <dgm:cxn modelId="{A95EE1CB-F647-4A00-BA57-AC17884F26DB}" type="presOf" srcId="{7AD6E280-87F0-4AB2-AF8A-E956F3A05319}" destId="{60033B3C-777C-40D3-B3F9-4232B25443E0}" srcOrd="0" destOrd="0" presId="urn:microsoft.com/office/officeart/2005/8/layout/radial6"/>
    <dgm:cxn modelId="{296326D6-70D8-4AA6-BC83-B26E275A4566}" type="presOf" srcId="{199DDA6E-3D0C-4A09-B2FA-EADB5343CEDD}" destId="{80BD74A0-F436-4133-A099-D892870FA72B}" srcOrd="0" destOrd="0" presId="urn:microsoft.com/office/officeart/2005/8/layout/radial6"/>
    <dgm:cxn modelId="{0CF2E2D6-5D1F-432D-8C69-DC9326BB66E7}" type="presOf" srcId="{DB449D30-101F-4436-AE7C-EF31659530ED}" destId="{7C2A6D8C-7E7B-4636-9D98-5629E0BF8702}" srcOrd="0" destOrd="0" presId="urn:microsoft.com/office/officeart/2005/8/layout/radial6"/>
    <dgm:cxn modelId="{9B1C0CE2-50A9-42D9-AF8F-21772A6AAE49}" type="presOf" srcId="{D4177BC7-2132-451D-B047-293C6062F3AA}" destId="{05345A6E-9C1F-4837-936A-43EF8130E13E}" srcOrd="0" destOrd="0" presId="urn:microsoft.com/office/officeart/2005/8/layout/radial6"/>
    <dgm:cxn modelId="{550C3FE7-43AE-44D1-B0EA-FC75CDCB6BDC}" type="presOf" srcId="{AD78B5F1-B45D-429D-8E81-463ED1A7BACF}" destId="{BAD0683B-D14A-4E94-A6E3-ED8510588986}" srcOrd="0" destOrd="0" presId="urn:microsoft.com/office/officeart/2005/8/layout/radial6"/>
    <dgm:cxn modelId="{7F38DFE9-BE65-47C8-8FC6-A1E06851547E}" srcId="{B5E124AC-8065-4611-B625-94E19B54C4ED}" destId="{419C1ED1-188E-444D-8112-DB1E6D810A0F}" srcOrd="3" destOrd="0" parTransId="{C822C1DB-227F-453C-B122-B635DC6C6929}" sibTransId="{39234A32-7A27-48C3-85CC-B0216F1776AA}"/>
    <dgm:cxn modelId="{6908A3DF-822A-420D-AC43-5EDA1C0C7842}" type="presParOf" srcId="{FD98A1FE-8E64-4ABB-96F4-7EC40AAFBBBE}" destId="{5AAC1F1A-14B9-4BBB-B182-0E358993D146}" srcOrd="0" destOrd="0" presId="urn:microsoft.com/office/officeart/2005/8/layout/radial6"/>
    <dgm:cxn modelId="{6867FEEA-22B3-4AF1-B02B-09D7CFACA622}" type="presParOf" srcId="{FD98A1FE-8E64-4ABB-96F4-7EC40AAFBBBE}" destId="{60033B3C-777C-40D3-B3F9-4232B25443E0}" srcOrd="1" destOrd="0" presId="urn:microsoft.com/office/officeart/2005/8/layout/radial6"/>
    <dgm:cxn modelId="{4AC1D340-F0E3-4C86-861F-2DF3F88BF127}" type="presParOf" srcId="{FD98A1FE-8E64-4ABB-96F4-7EC40AAFBBBE}" destId="{537B05FD-3C6E-42CC-8282-EC1ED6F49313}" srcOrd="2" destOrd="0" presId="urn:microsoft.com/office/officeart/2005/8/layout/radial6"/>
    <dgm:cxn modelId="{6B0AC23B-12DF-4D52-B20C-D030CC0646B1}" type="presParOf" srcId="{FD98A1FE-8E64-4ABB-96F4-7EC40AAFBBBE}" destId="{BD2EFB78-EFAE-4BA9-8396-CC03D2640E14}" srcOrd="3" destOrd="0" presId="urn:microsoft.com/office/officeart/2005/8/layout/radial6"/>
    <dgm:cxn modelId="{44E42133-BC42-4937-AA85-7E775C75D790}" type="presParOf" srcId="{FD98A1FE-8E64-4ABB-96F4-7EC40AAFBBBE}" destId="{05345A6E-9C1F-4837-936A-43EF8130E13E}" srcOrd="4" destOrd="0" presId="urn:microsoft.com/office/officeart/2005/8/layout/radial6"/>
    <dgm:cxn modelId="{A929DC4B-D298-4B1E-869A-4BD8FAFFFAF4}" type="presParOf" srcId="{FD98A1FE-8E64-4ABB-96F4-7EC40AAFBBBE}" destId="{9EAA9891-CFFB-4F84-B4E5-934CB3F414F6}" srcOrd="5" destOrd="0" presId="urn:microsoft.com/office/officeart/2005/8/layout/radial6"/>
    <dgm:cxn modelId="{DDB127E8-CBDA-4733-8A3F-42B49E2995AA}" type="presParOf" srcId="{FD98A1FE-8E64-4ABB-96F4-7EC40AAFBBBE}" destId="{80BD74A0-F436-4133-A099-D892870FA72B}" srcOrd="6" destOrd="0" presId="urn:microsoft.com/office/officeart/2005/8/layout/radial6"/>
    <dgm:cxn modelId="{15CB424B-4739-470E-8B57-954BDA4EF241}" type="presParOf" srcId="{FD98A1FE-8E64-4ABB-96F4-7EC40AAFBBBE}" destId="{7C2A6D8C-7E7B-4636-9D98-5629E0BF8702}" srcOrd="7" destOrd="0" presId="urn:microsoft.com/office/officeart/2005/8/layout/radial6"/>
    <dgm:cxn modelId="{DDB5A8BE-987A-4597-BC50-5F57180382CF}" type="presParOf" srcId="{FD98A1FE-8E64-4ABB-96F4-7EC40AAFBBBE}" destId="{12358E11-D8A8-4AF8-ADEC-E0020F3B9A92}" srcOrd="8" destOrd="0" presId="urn:microsoft.com/office/officeart/2005/8/layout/radial6"/>
    <dgm:cxn modelId="{A4FF8FBB-E237-414A-A64E-02B8DA0AD934}" type="presParOf" srcId="{FD98A1FE-8E64-4ABB-96F4-7EC40AAFBBBE}" destId="{BAD0683B-D14A-4E94-A6E3-ED8510588986}" srcOrd="9" destOrd="0" presId="urn:microsoft.com/office/officeart/2005/8/layout/radial6"/>
    <dgm:cxn modelId="{DAB00FCE-2B34-4592-9D93-2857F34E79C2}" type="presParOf" srcId="{FD98A1FE-8E64-4ABB-96F4-7EC40AAFBBBE}" destId="{21A23CB2-D621-4400-917E-182B879C122E}" srcOrd="10" destOrd="0" presId="urn:microsoft.com/office/officeart/2005/8/layout/radial6"/>
    <dgm:cxn modelId="{40085289-645D-4A00-9322-49ED7ACCCBE5}" type="presParOf" srcId="{FD98A1FE-8E64-4ABB-96F4-7EC40AAFBBBE}" destId="{F1E43CEA-1F31-4D99-8FE5-60EA3E91D1CE}" srcOrd="11" destOrd="0" presId="urn:microsoft.com/office/officeart/2005/8/layout/radial6"/>
    <dgm:cxn modelId="{CEC2B88B-02D5-4B57-8D41-00B10742974F}" type="presParOf" srcId="{FD98A1FE-8E64-4ABB-96F4-7EC40AAFBBBE}" destId="{22415EA8-EAFA-4105-9D9A-CC1912142F6E}" srcOrd="12" destOrd="0" presId="urn:microsoft.com/office/officeart/2005/8/layout/radial6"/>
    <dgm:cxn modelId="{C2D1639E-EBD1-4DFA-A88F-CDE1E0256767}" type="presParOf" srcId="{FD98A1FE-8E64-4ABB-96F4-7EC40AAFBBBE}" destId="{BEAFE44D-028E-4C3D-85A1-4384CB553643}" srcOrd="13" destOrd="0" presId="urn:microsoft.com/office/officeart/2005/8/layout/radial6"/>
    <dgm:cxn modelId="{E8EB68BE-EE0E-4A49-84DA-3E50A6851C2A}" type="presParOf" srcId="{FD98A1FE-8E64-4ABB-96F4-7EC40AAFBBBE}" destId="{BE88D958-AF9E-4F72-AB12-3303695C81BF}" srcOrd="14" destOrd="0" presId="urn:microsoft.com/office/officeart/2005/8/layout/radial6"/>
    <dgm:cxn modelId="{CC050EF4-E372-4510-B026-EE0DB0907B84}" type="presParOf" srcId="{FD98A1FE-8E64-4ABB-96F4-7EC40AAFBBBE}" destId="{7A54A4EC-CE37-4FBE-A781-139972F84632}" srcOrd="15"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4A4EC-CE37-4FBE-A781-139972F84632}">
      <dsp:nvSpPr>
        <dsp:cNvPr id="0" name=""/>
        <dsp:cNvSpPr/>
      </dsp:nvSpPr>
      <dsp:spPr>
        <a:xfrm>
          <a:off x="4061887" y="823082"/>
          <a:ext cx="5465657" cy="5465657"/>
        </a:xfrm>
        <a:prstGeom prst="blockArc">
          <a:avLst>
            <a:gd name="adj1" fmla="val 11880000"/>
            <a:gd name="adj2" fmla="val 1620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2415EA8-EAFA-4105-9D9A-CC1912142F6E}">
      <dsp:nvSpPr>
        <dsp:cNvPr id="0" name=""/>
        <dsp:cNvSpPr/>
      </dsp:nvSpPr>
      <dsp:spPr>
        <a:xfrm>
          <a:off x="4061887" y="823082"/>
          <a:ext cx="5465657" cy="5465657"/>
        </a:xfrm>
        <a:prstGeom prst="blockArc">
          <a:avLst>
            <a:gd name="adj1" fmla="val 7560000"/>
            <a:gd name="adj2" fmla="val 1188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AD0683B-D14A-4E94-A6E3-ED8510588986}">
      <dsp:nvSpPr>
        <dsp:cNvPr id="0" name=""/>
        <dsp:cNvSpPr/>
      </dsp:nvSpPr>
      <dsp:spPr>
        <a:xfrm>
          <a:off x="4061887" y="823082"/>
          <a:ext cx="5465657" cy="5465657"/>
        </a:xfrm>
        <a:prstGeom prst="blockArc">
          <a:avLst>
            <a:gd name="adj1" fmla="val 3240000"/>
            <a:gd name="adj2" fmla="val 756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0BD74A0-F436-4133-A099-D892870FA72B}">
      <dsp:nvSpPr>
        <dsp:cNvPr id="0" name=""/>
        <dsp:cNvSpPr/>
      </dsp:nvSpPr>
      <dsp:spPr>
        <a:xfrm>
          <a:off x="4061887" y="823082"/>
          <a:ext cx="5465657" cy="5465657"/>
        </a:xfrm>
        <a:prstGeom prst="blockArc">
          <a:avLst>
            <a:gd name="adj1" fmla="val 20520000"/>
            <a:gd name="adj2" fmla="val 324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D2EFB78-EFAE-4BA9-8396-CC03D2640E14}">
      <dsp:nvSpPr>
        <dsp:cNvPr id="0" name=""/>
        <dsp:cNvSpPr/>
      </dsp:nvSpPr>
      <dsp:spPr>
        <a:xfrm>
          <a:off x="4061887" y="823082"/>
          <a:ext cx="5465657" cy="5465657"/>
        </a:xfrm>
        <a:prstGeom prst="blockArc">
          <a:avLst>
            <a:gd name="adj1" fmla="val 16200000"/>
            <a:gd name="adj2" fmla="val 20520000"/>
            <a:gd name="adj3" fmla="val 4644"/>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AAC1F1A-14B9-4BBB-B182-0E358993D146}">
      <dsp:nvSpPr>
        <dsp:cNvPr id="0" name=""/>
        <dsp:cNvSpPr/>
      </dsp:nvSpPr>
      <dsp:spPr>
        <a:xfrm>
          <a:off x="5535636" y="2296831"/>
          <a:ext cx="2518158" cy="2518158"/>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a:t>Key Features</a:t>
          </a:r>
        </a:p>
      </dsp:txBody>
      <dsp:txXfrm>
        <a:off x="5904412" y="2665607"/>
        <a:ext cx="1780606" cy="1780606"/>
      </dsp:txXfrm>
    </dsp:sp>
    <dsp:sp modelId="{60033B3C-777C-40D3-B3F9-4232B25443E0}">
      <dsp:nvSpPr>
        <dsp:cNvPr id="0" name=""/>
        <dsp:cNvSpPr/>
      </dsp:nvSpPr>
      <dsp:spPr>
        <a:xfrm>
          <a:off x="5913360" y="5184"/>
          <a:ext cx="1762711" cy="1762711"/>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Templates and Themes</a:t>
          </a:r>
        </a:p>
      </dsp:txBody>
      <dsp:txXfrm>
        <a:off x="6171503" y="263327"/>
        <a:ext cx="1246425" cy="1246425"/>
      </dsp:txXfrm>
    </dsp:sp>
    <dsp:sp modelId="{05345A6E-9C1F-4837-936A-43EF8130E13E}">
      <dsp:nvSpPr>
        <dsp:cNvPr id="0" name=""/>
        <dsp:cNvSpPr/>
      </dsp:nvSpPr>
      <dsp:spPr>
        <a:xfrm>
          <a:off x="8452083" y="1849674"/>
          <a:ext cx="1762711" cy="1762711"/>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Slides Transitions</a:t>
          </a:r>
        </a:p>
      </dsp:txBody>
      <dsp:txXfrm>
        <a:off x="8710226" y="2107817"/>
        <a:ext cx="1246425" cy="1246425"/>
      </dsp:txXfrm>
    </dsp:sp>
    <dsp:sp modelId="{7C2A6D8C-7E7B-4636-9D98-5629E0BF8702}">
      <dsp:nvSpPr>
        <dsp:cNvPr id="0" name=""/>
        <dsp:cNvSpPr/>
      </dsp:nvSpPr>
      <dsp:spPr>
        <a:xfrm>
          <a:off x="7482377" y="4834122"/>
          <a:ext cx="1762711" cy="1762711"/>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Animations</a:t>
          </a:r>
        </a:p>
      </dsp:txBody>
      <dsp:txXfrm>
        <a:off x="7740520" y="5092265"/>
        <a:ext cx="1246425" cy="1246425"/>
      </dsp:txXfrm>
    </dsp:sp>
    <dsp:sp modelId="{21A23CB2-D621-4400-917E-182B879C122E}">
      <dsp:nvSpPr>
        <dsp:cNvPr id="0" name=""/>
        <dsp:cNvSpPr/>
      </dsp:nvSpPr>
      <dsp:spPr>
        <a:xfrm>
          <a:off x="4344343" y="4834122"/>
          <a:ext cx="1762711" cy="1762711"/>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Charts and Smart Arts</a:t>
          </a:r>
        </a:p>
      </dsp:txBody>
      <dsp:txXfrm>
        <a:off x="4602486" y="5092265"/>
        <a:ext cx="1246425" cy="1246425"/>
      </dsp:txXfrm>
    </dsp:sp>
    <dsp:sp modelId="{BEAFE44D-028E-4C3D-85A1-4384CB553643}">
      <dsp:nvSpPr>
        <dsp:cNvPr id="0" name=""/>
        <dsp:cNvSpPr/>
      </dsp:nvSpPr>
      <dsp:spPr>
        <a:xfrm>
          <a:off x="3374637" y="1849674"/>
          <a:ext cx="1762711" cy="1762711"/>
        </a:xfrm>
        <a:prstGeom prst="ellipse">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3632780" y="2107817"/>
        <a:ext cx="1246425" cy="1246425"/>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1919999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1555901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2180391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54F1D1-9214-4305-810D-C548A842316A}"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688842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54F1D1-9214-4305-810D-C548A842316A}"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4049670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54F1D1-9214-4305-810D-C548A842316A}"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274860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4F1D1-9214-4305-810D-C548A842316A}"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807574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4F1D1-9214-4305-810D-C548A842316A}"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2608810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4F1D1-9214-4305-810D-C548A842316A}"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473383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4F1D1-9214-4305-810D-C548A842316A}"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2442436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1552696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3163629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3160041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466222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3930519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1141402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54F1D1-9214-4305-810D-C548A842316A}"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886139-8A79-4AE3-9C85-E50A917AB735}" type="slidenum">
              <a:rPr lang="en-US" smtClean="0"/>
              <a:t>‹#›</a:t>
            </a:fld>
            <a:endParaRPr lang="en-US"/>
          </a:p>
        </p:txBody>
      </p:sp>
    </p:spTree>
    <p:extLst>
      <p:ext uri="{BB962C8B-B14F-4D97-AF65-F5344CB8AC3E}">
        <p14:creationId xmlns:p14="http://schemas.microsoft.com/office/powerpoint/2010/main" val="4970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54F1D1-9214-4305-810D-C548A842316A}" type="datetimeFigureOut">
              <a:rPr lang="en-US" smtClean="0"/>
              <a:t>12/14/2025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886139-8A79-4AE3-9C85-E50A917AB735}" type="slidenum">
              <a:rPr lang="en-US" smtClean="0"/>
              <a:t>‹#›</a:t>
            </a:fld>
            <a:endParaRPr lang="en-US"/>
          </a:p>
        </p:txBody>
      </p:sp>
    </p:spTree>
    <p:extLst>
      <p:ext uri="{BB962C8B-B14F-4D97-AF65-F5344CB8AC3E}">
        <p14:creationId xmlns:p14="http://schemas.microsoft.com/office/powerpoint/2010/main" val="12499026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35C3-E5DC-1DE0-DD73-F8C44B5226D1}"/>
              </a:ext>
            </a:extLst>
          </p:cNvPr>
          <p:cNvSpPr>
            <a:spLocks noGrp="1"/>
          </p:cNvSpPr>
          <p:nvPr>
            <p:ph type="ctrTitle"/>
          </p:nvPr>
        </p:nvSpPr>
        <p:spPr/>
        <p:txBody>
          <a:bodyPr/>
          <a:lstStyle/>
          <a:p>
            <a:pPr algn="ctr"/>
            <a:r>
              <a:rPr lang="en-US" dirty="0"/>
              <a:t>Introduction MS PowerPoint</a:t>
            </a:r>
          </a:p>
        </p:txBody>
      </p:sp>
      <p:sp>
        <p:nvSpPr>
          <p:cNvPr id="3" name="Subtitle 2">
            <a:extLst>
              <a:ext uri="{FF2B5EF4-FFF2-40B4-BE49-F238E27FC236}">
                <a16:creationId xmlns:a16="http://schemas.microsoft.com/office/drawing/2014/main" id="{DE2880CC-2F9B-24E0-909A-14DC94891ADD}"/>
              </a:ext>
            </a:extLst>
          </p:cNvPr>
          <p:cNvSpPr>
            <a:spLocks noGrp="1"/>
          </p:cNvSpPr>
          <p:nvPr>
            <p:ph type="subTitle" idx="1"/>
          </p:nvPr>
        </p:nvSpPr>
        <p:spPr>
          <a:xfrm>
            <a:off x="3721889" y="4030134"/>
            <a:ext cx="6987645" cy="1388534"/>
          </a:xfrm>
        </p:spPr>
        <p:txBody>
          <a:bodyPr/>
          <a:lstStyle/>
          <a:p>
            <a:pPr algn="ctr"/>
            <a:r>
              <a:rPr lang="en-US" dirty="0"/>
              <a:t>Designed By Muhammad Yousuf</a:t>
            </a:r>
          </a:p>
          <a:p>
            <a:pPr algn="ctr"/>
            <a:r>
              <a:rPr lang="en-US" dirty="0"/>
              <a:t>25F-CY-085</a:t>
            </a:r>
          </a:p>
        </p:txBody>
      </p:sp>
    </p:spTree>
    <p:extLst>
      <p:ext uri="{BB962C8B-B14F-4D97-AF65-F5344CB8AC3E}">
        <p14:creationId xmlns:p14="http://schemas.microsoft.com/office/powerpoint/2010/main" val="3341699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E2AD9-AFE7-2A5A-9D9D-C801C7234C2C}"/>
              </a:ext>
            </a:extLst>
          </p:cNvPr>
          <p:cNvSpPr>
            <a:spLocks noGrp="1"/>
          </p:cNvSpPr>
          <p:nvPr>
            <p:ph type="title"/>
          </p:nvPr>
        </p:nvSpPr>
        <p:spPr/>
        <p:txBody>
          <a:bodyPr>
            <a:normAutofit/>
          </a:bodyPr>
          <a:lstStyle/>
          <a:p>
            <a:r>
              <a:rPr lang="en-US" sz="6600" b="1" dirty="0"/>
              <a:t>What is MS PowerPoint? </a:t>
            </a:r>
          </a:p>
        </p:txBody>
      </p:sp>
      <p:sp>
        <p:nvSpPr>
          <p:cNvPr id="3" name="Content Placeholder 2">
            <a:extLst>
              <a:ext uri="{FF2B5EF4-FFF2-40B4-BE49-F238E27FC236}">
                <a16:creationId xmlns:a16="http://schemas.microsoft.com/office/drawing/2014/main" id="{B5DACB65-E1BB-51B7-197C-3D2DA1651FB6}"/>
              </a:ext>
            </a:extLst>
          </p:cNvPr>
          <p:cNvSpPr>
            <a:spLocks noGrp="1"/>
          </p:cNvSpPr>
          <p:nvPr>
            <p:ph idx="1"/>
          </p:nvPr>
        </p:nvSpPr>
        <p:spPr>
          <a:xfrm>
            <a:off x="1983074" y="2978727"/>
            <a:ext cx="10018713" cy="3352801"/>
          </a:xfrm>
        </p:spPr>
        <p:txBody>
          <a:bodyPr>
            <a:normAutofit fontScale="92500" lnSpcReduction="20000"/>
          </a:bodyPr>
          <a:lstStyle/>
          <a:p>
            <a:r>
              <a:rPr lang="en-US" sz="3900" dirty="0"/>
              <a:t>MS PowerPoint is an application software which is developed Microsoft in 1987.</a:t>
            </a:r>
          </a:p>
          <a:p>
            <a:r>
              <a:rPr lang="en-US" sz="3900" dirty="0"/>
              <a:t>It is usually used to create slideshows or presentations.</a:t>
            </a:r>
          </a:p>
          <a:p>
            <a:r>
              <a:rPr lang="en-US" sz="3900" dirty="0"/>
              <a:t>It includes text, images ,charts ,shapes, animations, transitions etc. </a:t>
            </a:r>
          </a:p>
          <a:p>
            <a:endParaRPr lang="en-US" sz="3900" dirty="0"/>
          </a:p>
          <a:p>
            <a:endParaRPr lang="en-US" dirty="0"/>
          </a:p>
        </p:txBody>
      </p:sp>
    </p:spTree>
    <p:extLst>
      <p:ext uri="{BB962C8B-B14F-4D97-AF65-F5344CB8AC3E}">
        <p14:creationId xmlns:p14="http://schemas.microsoft.com/office/powerpoint/2010/main" val="35848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9D236-ECC8-6EBD-1A25-FA66888796D9}"/>
              </a:ext>
            </a:extLst>
          </p:cNvPr>
          <p:cNvSpPr>
            <a:spLocks noGrp="1"/>
          </p:cNvSpPr>
          <p:nvPr>
            <p:ph type="title"/>
          </p:nvPr>
        </p:nvSpPr>
        <p:spPr/>
        <p:txBody>
          <a:bodyPr>
            <a:normAutofit fontScale="90000"/>
          </a:bodyPr>
          <a:lstStyle/>
          <a:p>
            <a:r>
              <a:rPr lang="en-US" sz="6600" b="1" dirty="0"/>
              <a:t>Advantages of MS PowerPoint </a:t>
            </a:r>
            <a:endParaRPr lang="en-US" b="1" dirty="0"/>
          </a:p>
        </p:txBody>
      </p:sp>
      <p:sp>
        <p:nvSpPr>
          <p:cNvPr id="3" name="Content Placeholder 2">
            <a:extLst>
              <a:ext uri="{FF2B5EF4-FFF2-40B4-BE49-F238E27FC236}">
                <a16:creationId xmlns:a16="http://schemas.microsoft.com/office/drawing/2014/main" id="{C350AD3A-5A35-5EDB-3A66-733945516FC2}"/>
              </a:ext>
            </a:extLst>
          </p:cNvPr>
          <p:cNvSpPr>
            <a:spLocks noGrp="1"/>
          </p:cNvSpPr>
          <p:nvPr>
            <p:ph idx="1"/>
          </p:nvPr>
        </p:nvSpPr>
        <p:spPr>
          <a:xfrm>
            <a:off x="1955365" y="2161311"/>
            <a:ext cx="10018713" cy="4793672"/>
          </a:xfrm>
        </p:spPr>
        <p:txBody>
          <a:bodyPr>
            <a:normAutofit/>
          </a:bodyPr>
          <a:lstStyle/>
          <a:p>
            <a:r>
              <a:rPr lang="en-US" sz="2800" dirty="0"/>
              <a:t>Easy to create and edit presentations</a:t>
            </a:r>
          </a:p>
          <a:p>
            <a:r>
              <a:rPr lang="en-US" sz="2800" dirty="0"/>
              <a:t>Makes information clear and visually attractive</a:t>
            </a:r>
          </a:p>
          <a:p>
            <a:r>
              <a:rPr lang="en-US" sz="2800" dirty="0"/>
              <a:t>Supports images, charts, audio, and video</a:t>
            </a:r>
          </a:p>
          <a:p>
            <a:r>
              <a:rPr lang="en-US" sz="2800" dirty="0"/>
              <a:t>Helps improve audience understanding and attention</a:t>
            </a:r>
          </a:p>
          <a:p>
            <a:r>
              <a:rPr lang="en-US" sz="2800" dirty="0"/>
              <a:t>Useful for education, business, and training purposes</a:t>
            </a:r>
          </a:p>
          <a:p>
            <a:r>
              <a:rPr lang="en-US" sz="2800" dirty="0"/>
              <a:t>Allows sharing and collaboration with others</a:t>
            </a:r>
          </a:p>
          <a:p>
            <a:r>
              <a:rPr lang="en-US" sz="2800" dirty="0"/>
              <a:t>Saves time with ready-made templates</a:t>
            </a:r>
          </a:p>
          <a:p>
            <a:pPr marL="0" indent="0">
              <a:buNone/>
            </a:pPr>
            <a:endParaRPr lang="en-US" dirty="0"/>
          </a:p>
        </p:txBody>
      </p:sp>
    </p:spTree>
    <p:extLst>
      <p:ext uri="{BB962C8B-B14F-4D97-AF65-F5344CB8AC3E}">
        <p14:creationId xmlns:p14="http://schemas.microsoft.com/office/powerpoint/2010/main" val="2968099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EAE9060-96C6-AD12-074C-AC27F22ADC9B}"/>
              </a:ext>
            </a:extLst>
          </p:cNvPr>
          <p:cNvGraphicFramePr>
            <a:graphicFrameLocks noGrp="1"/>
          </p:cNvGraphicFramePr>
          <p:nvPr>
            <p:ph idx="1"/>
            <p:extLst>
              <p:ext uri="{D42A27DB-BD31-4B8C-83A1-F6EECF244321}">
                <p14:modId xmlns:p14="http://schemas.microsoft.com/office/powerpoint/2010/main" val="299208103"/>
              </p:ext>
            </p:extLst>
          </p:nvPr>
        </p:nvGraphicFramePr>
        <p:xfrm>
          <a:off x="-1549832" y="0"/>
          <a:ext cx="13589432" cy="66501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BD1DD682-896B-9350-0A28-B094EC42840B}"/>
              </a:ext>
            </a:extLst>
          </p:cNvPr>
          <p:cNvSpPr txBox="1"/>
          <p:nvPr/>
        </p:nvSpPr>
        <p:spPr>
          <a:xfrm>
            <a:off x="1911928" y="2438399"/>
            <a:ext cx="1648690" cy="677108"/>
          </a:xfrm>
          <a:prstGeom prst="rect">
            <a:avLst/>
          </a:prstGeom>
          <a:noFill/>
        </p:spPr>
        <p:txBody>
          <a:bodyPr wrap="square" rtlCol="0">
            <a:spAutoFit/>
          </a:bodyPr>
          <a:lstStyle/>
          <a:p>
            <a:pPr algn="ctr"/>
            <a:r>
              <a:rPr lang="en-US" sz="1900" dirty="0">
                <a:solidFill>
                  <a:schemeClr val="bg1"/>
                </a:solidFill>
              </a:rPr>
              <a:t>Collaborations Tools</a:t>
            </a:r>
          </a:p>
        </p:txBody>
      </p:sp>
    </p:spTree>
    <p:extLst>
      <p:ext uri="{BB962C8B-B14F-4D97-AF65-F5344CB8AC3E}">
        <p14:creationId xmlns:p14="http://schemas.microsoft.com/office/powerpoint/2010/main" val="1317210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BAC44-492F-0226-B769-B14FAE1B4796}"/>
              </a:ext>
            </a:extLst>
          </p:cNvPr>
          <p:cNvSpPr>
            <a:spLocks noGrp="1"/>
          </p:cNvSpPr>
          <p:nvPr>
            <p:ph type="title"/>
          </p:nvPr>
        </p:nvSpPr>
        <p:spPr>
          <a:xfrm>
            <a:off x="1221058" y="654246"/>
            <a:ext cx="5747778" cy="1752599"/>
          </a:xfrm>
        </p:spPr>
        <p:txBody>
          <a:bodyPr vert="horz" lIns="91440" tIns="45720" rIns="91440" bIns="45720" rtlCol="0" anchor="ctr">
            <a:normAutofit/>
          </a:bodyPr>
          <a:lstStyle/>
          <a:p>
            <a:r>
              <a:rPr lang="en-US" b="1" dirty="0"/>
              <a:t>Templates and Themes</a:t>
            </a:r>
          </a:p>
        </p:txBody>
      </p:sp>
      <p:sp>
        <p:nvSpPr>
          <p:cNvPr id="6" name="TextBox 5">
            <a:extLst>
              <a:ext uri="{FF2B5EF4-FFF2-40B4-BE49-F238E27FC236}">
                <a16:creationId xmlns:a16="http://schemas.microsoft.com/office/drawing/2014/main" id="{83AE9B20-F4F3-802B-E931-DACA2F84B206}"/>
              </a:ext>
            </a:extLst>
          </p:cNvPr>
          <p:cNvSpPr txBox="1"/>
          <p:nvPr/>
        </p:nvSpPr>
        <p:spPr>
          <a:xfrm>
            <a:off x="999402" y="1866899"/>
            <a:ext cx="5969434" cy="4048992"/>
          </a:xfrm>
          <a:prstGeom prst="rect">
            <a:avLst/>
          </a:prstGeom>
        </p:spPr>
        <p:txBody>
          <a:bodyPr vert="horz" lIns="91440" tIns="45720" rIns="91440" bIns="45720" rtlCol="0" anchor="ctr">
            <a:normAutofit/>
          </a:bodyPr>
          <a:lstStyle/>
          <a:p>
            <a:pPr marL="285750" indent="-285750">
              <a:spcBef>
                <a:spcPct val="20000"/>
              </a:spcBef>
              <a:spcAft>
                <a:spcPts val="600"/>
              </a:spcAft>
              <a:buClr>
                <a:schemeClr val="accent1">
                  <a:lumMod val="75000"/>
                </a:schemeClr>
              </a:buClr>
              <a:buSzPct val="145000"/>
              <a:buFont typeface="Arial"/>
              <a:buChar char="•"/>
            </a:pPr>
            <a:r>
              <a:rPr lang="en-US" sz="2400" dirty="0"/>
              <a:t>If you don’t want to design your presentation manually so you can use readymade templates from PowerPoint, canvas, slidesgo etc.</a:t>
            </a:r>
          </a:p>
          <a:p>
            <a:pPr marL="285750" indent="-285750">
              <a:spcBef>
                <a:spcPct val="20000"/>
              </a:spcBef>
              <a:spcAft>
                <a:spcPts val="600"/>
              </a:spcAft>
              <a:buClr>
                <a:schemeClr val="accent1">
                  <a:lumMod val="75000"/>
                </a:schemeClr>
              </a:buClr>
              <a:buSzPct val="145000"/>
              <a:buFont typeface="Arial"/>
              <a:buChar char="•"/>
            </a:pPr>
            <a:endParaRPr lang="en-US" sz="2400" dirty="0"/>
          </a:p>
          <a:p>
            <a:pPr marL="285750" indent="-285750">
              <a:spcBef>
                <a:spcPct val="20000"/>
              </a:spcBef>
              <a:spcAft>
                <a:spcPts val="600"/>
              </a:spcAft>
              <a:buClr>
                <a:schemeClr val="accent1">
                  <a:lumMod val="75000"/>
                </a:schemeClr>
              </a:buClr>
              <a:buSzPct val="145000"/>
              <a:buFont typeface="Arial"/>
              <a:buChar char="•"/>
            </a:pPr>
            <a:r>
              <a:rPr lang="en-US" sz="2400" dirty="0"/>
              <a:t>If you don’t like templates because you want to design by yourself then you can use themes to your slides from DESIGN tab.</a:t>
            </a:r>
          </a:p>
        </p:txBody>
      </p:sp>
      <p:pic>
        <p:nvPicPr>
          <p:cNvPr id="5" name="Content Placeholder 4" descr="A screenshot of a computer">
            <a:extLst>
              <a:ext uri="{FF2B5EF4-FFF2-40B4-BE49-F238E27FC236}">
                <a16:creationId xmlns:a16="http://schemas.microsoft.com/office/drawing/2014/main" id="{F1C8132A-BF49-8F08-1B75-1A09058FECD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232089" y="1618490"/>
            <a:ext cx="4417384" cy="2272905"/>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8" name="Picture 7" descr="A screenshot of a computer&#10;&#10;AI-generated content may be incorrect.">
            <a:extLst>
              <a:ext uri="{FF2B5EF4-FFF2-40B4-BE49-F238E27FC236}">
                <a16:creationId xmlns:a16="http://schemas.microsoft.com/office/drawing/2014/main" id="{BDD1D276-D389-F3F6-3E84-C532958033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2089" y="4582393"/>
            <a:ext cx="4504585" cy="1752599"/>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111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584DF-A0FE-7750-1924-7B17FD33AF9C}"/>
              </a:ext>
            </a:extLst>
          </p:cNvPr>
          <p:cNvSpPr>
            <a:spLocks noGrp="1"/>
          </p:cNvSpPr>
          <p:nvPr>
            <p:ph type="title"/>
          </p:nvPr>
        </p:nvSpPr>
        <p:spPr>
          <a:xfrm>
            <a:off x="1086643" y="-297873"/>
            <a:ext cx="10018713" cy="1752599"/>
          </a:xfrm>
        </p:spPr>
        <p:txBody>
          <a:bodyPr>
            <a:normAutofit/>
          </a:bodyPr>
          <a:lstStyle/>
          <a:p>
            <a:r>
              <a:rPr lang="en-US" sz="6600" b="1" dirty="0"/>
              <a:t>Slides Transitions </a:t>
            </a:r>
          </a:p>
        </p:txBody>
      </p:sp>
      <p:pic>
        <p:nvPicPr>
          <p:cNvPr id="5" name="Content Placeholder 4" descr="A screenshot of a video game&#10;&#10;AI-generated content may be incorrect.">
            <a:extLst>
              <a:ext uri="{FF2B5EF4-FFF2-40B4-BE49-F238E27FC236}">
                <a16:creationId xmlns:a16="http://schemas.microsoft.com/office/drawing/2014/main" id="{84A76517-8486-518F-0287-1A5D0D9474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6069" y="1454726"/>
            <a:ext cx="10191131" cy="1586001"/>
          </a:xfrm>
        </p:spPr>
      </p:pic>
      <p:sp>
        <p:nvSpPr>
          <p:cNvPr id="8" name="Rectangle 2">
            <a:extLst>
              <a:ext uri="{FF2B5EF4-FFF2-40B4-BE49-F238E27FC236}">
                <a16:creationId xmlns:a16="http://schemas.microsoft.com/office/drawing/2014/main" id="{5D40C256-E877-9159-5FDB-29889D518B69}"/>
              </a:ext>
            </a:extLst>
          </p:cNvPr>
          <p:cNvSpPr>
            <a:spLocks noChangeArrowheads="1"/>
          </p:cNvSpPr>
          <p:nvPr/>
        </p:nvSpPr>
        <p:spPr bwMode="auto">
          <a:xfrm>
            <a:off x="1862498" y="3756124"/>
            <a:ext cx="1032950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rPr>
              <a:t>Transitions are visual effects that appear when we move from one slide to another.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rPr>
              <a:t>They make the presentation more attractive and smooth.</a:t>
            </a:r>
          </a:p>
        </p:txBody>
      </p:sp>
    </p:spTree>
    <p:extLst>
      <p:ext uri="{BB962C8B-B14F-4D97-AF65-F5344CB8AC3E}">
        <p14:creationId xmlns:p14="http://schemas.microsoft.com/office/powerpoint/2010/main" val="2485718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9FE7-FCD6-9776-059A-B535D576B43B}"/>
              </a:ext>
            </a:extLst>
          </p:cNvPr>
          <p:cNvSpPr>
            <a:spLocks noGrp="1"/>
          </p:cNvSpPr>
          <p:nvPr>
            <p:ph type="title"/>
          </p:nvPr>
        </p:nvSpPr>
        <p:spPr>
          <a:xfrm>
            <a:off x="1086643" y="-200891"/>
            <a:ext cx="10018713" cy="1752599"/>
          </a:xfrm>
        </p:spPr>
        <p:txBody>
          <a:bodyPr/>
          <a:lstStyle/>
          <a:p>
            <a:r>
              <a:rPr lang="en-US" sz="6600" b="1" dirty="0"/>
              <a:t>Animations</a:t>
            </a:r>
            <a:endParaRPr lang="en-US" b="1" dirty="0"/>
          </a:p>
        </p:txBody>
      </p:sp>
      <p:pic>
        <p:nvPicPr>
          <p:cNvPr id="5" name="Content Placeholder 4" descr="A screenshot of a computer&#10;&#10;AI-generated content may be incorrect.">
            <a:extLst>
              <a:ext uri="{FF2B5EF4-FFF2-40B4-BE49-F238E27FC236}">
                <a16:creationId xmlns:a16="http://schemas.microsoft.com/office/drawing/2014/main" id="{5E9BEF41-7B71-1DF1-D982-E9B97984E4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51249" y="1284119"/>
            <a:ext cx="9838995" cy="1936160"/>
          </a:xfrm>
        </p:spPr>
      </p:pic>
      <p:sp>
        <p:nvSpPr>
          <p:cNvPr id="6" name="TextBox 5">
            <a:extLst>
              <a:ext uri="{FF2B5EF4-FFF2-40B4-BE49-F238E27FC236}">
                <a16:creationId xmlns:a16="http://schemas.microsoft.com/office/drawing/2014/main" id="{217B054E-D8DD-9FC6-A85B-79E9FC829D23}"/>
              </a:ext>
            </a:extLst>
          </p:cNvPr>
          <p:cNvSpPr txBox="1"/>
          <p:nvPr/>
        </p:nvSpPr>
        <p:spPr>
          <a:xfrm>
            <a:off x="1729780" y="3551127"/>
            <a:ext cx="9481931" cy="2308324"/>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t>Animations in MS PowerPoint are effects applied to text, images, or objects on a slide. They help control how content appears, moves, or disappears during a presentation.</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The Animations tab allows users to add, preview, and customize these effects.</a:t>
            </a:r>
          </a:p>
        </p:txBody>
      </p:sp>
    </p:spTree>
    <p:extLst>
      <p:ext uri="{BB962C8B-B14F-4D97-AF65-F5344CB8AC3E}">
        <p14:creationId xmlns:p14="http://schemas.microsoft.com/office/powerpoint/2010/main" val="521846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0A20F-3DA0-7F9A-C2C0-3184C1B98BF7}"/>
              </a:ext>
            </a:extLst>
          </p:cNvPr>
          <p:cNvSpPr>
            <a:spLocks noGrp="1"/>
          </p:cNvSpPr>
          <p:nvPr>
            <p:ph type="title"/>
          </p:nvPr>
        </p:nvSpPr>
        <p:spPr>
          <a:xfrm>
            <a:off x="1147076" y="0"/>
            <a:ext cx="5747778" cy="1752599"/>
          </a:xfrm>
        </p:spPr>
        <p:txBody>
          <a:bodyPr>
            <a:normAutofit/>
          </a:bodyPr>
          <a:lstStyle/>
          <a:p>
            <a:r>
              <a:rPr lang="en-US" b="1" dirty="0"/>
              <a:t>Charts &amp; SmartArts </a:t>
            </a:r>
          </a:p>
        </p:txBody>
      </p:sp>
      <p:sp>
        <p:nvSpPr>
          <p:cNvPr id="13" name="Content Placeholder 12">
            <a:extLst>
              <a:ext uri="{FF2B5EF4-FFF2-40B4-BE49-F238E27FC236}">
                <a16:creationId xmlns:a16="http://schemas.microsoft.com/office/drawing/2014/main" id="{89D60550-CC3A-D61F-196E-2F06C44D7B4B}"/>
              </a:ext>
            </a:extLst>
          </p:cNvPr>
          <p:cNvSpPr>
            <a:spLocks noGrp="1"/>
          </p:cNvSpPr>
          <p:nvPr>
            <p:ph idx="1"/>
          </p:nvPr>
        </p:nvSpPr>
        <p:spPr>
          <a:xfrm>
            <a:off x="1307072" y="1112371"/>
            <a:ext cx="5747778" cy="4304757"/>
          </a:xfrm>
        </p:spPr>
        <p:txBody>
          <a:bodyPr>
            <a:normAutofit/>
          </a:bodyPr>
          <a:lstStyle/>
          <a:p>
            <a:r>
              <a:rPr lang="en-US" dirty="0"/>
              <a:t>SmartArt is used to visually represent information like processes, relationships, and hierarchies.</a:t>
            </a:r>
            <a:br>
              <a:rPr lang="en-US" dirty="0"/>
            </a:br>
            <a:r>
              <a:rPr lang="en-US" dirty="0"/>
              <a:t>It helps make complex ideas easy to understand using diagrams and graphics.</a:t>
            </a:r>
          </a:p>
          <a:p>
            <a:r>
              <a:rPr lang="en-US" dirty="0"/>
              <a:t>Charts are used to display numerical data in formats like bar, pie, and line graphs.</a:t>
            </a:r>
            <a:br>
              <a:rPr lang="en-US" dirty="0"/>
            </a:br>
            <a:r>
              <a:rPr lang="en-US" dirty="0"/>
              <a:t>They help compare data and show trends clearly and effectively.</a:t>
            </a:r>
          </a:p>
        </p:txBody>
      </p:sp>
      <p:pic>
        <p:nvPicPr>
          <p:cNvPr id="9" name="Picture 8" descr="A screenshot of a chart&#10;&#10;AI-generated content may be incorrect.">
            <a:extLst>
              <a:ext uri="{FF2B5EF4-FFF2-40B4-BE49-F238E27FC236}">
                <a16:creationId xmlns:a16="http://schemas.microsoft.com/office/drawing/2014/main" id="{C46F8D24-D5E1-59FB-80C1-3797C40F4A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4849" y="3788421"/>
            <a:ext cx="4901319" cy="284854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7" name="Content Placeholder 6" descr="A screenshot of a computer program&#10;&#10;AI-generated content may be incorrect.">
            <a:extLst>
              <a:ext uri="{FF2B5EF4-FFF2-40B4-BE49-F238E27FC236}">
                <a16:creationId xmlns:a16="http://schemas.microsoft.com/office/drawing/2014/main" id="{E364FFFC-44B1-A85C-30A2-A43F755CA1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4850" y="221035"/>
            <a:ext cx="4901320" cy="3381147"/>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2700567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2758B-1932-622D-EBE8-A138D51FB526}"/>
              </a:ext>
            </a:extLst>
          </p:cNvPr>
          <p:cNvSpPr>
            <a:spLocks noGrp="1"/>
          </p:cNvSpPr>
          <p:nvPr>
            <p:ph type="title"/>
          </p:nvPr>
        </p:nvSpPr>
        <p:spPr>
          <a:xfrm>
            <a:off x="1318057" y="-228600"/>
            <a:ext cx="10018713" cy="1752599"/>
          </a:xfrm>
        </p:spPr>
        <p:txBody>
          <a:bodyPr/>
          <a:lstStyle/>
          <a:p>
            <a:r>
              <a:rPr lang="en-US" sz="6600" b="1" dirty="0"/>
              <a:t>Collaboration Tools</a:t>
            </a:r>
            <a:endParaRPr lang="en-US" b="1" dirty="0"/>
          </a:p>
        </p:txBody>
      </p:sp>
      <p:sp>
        <p:nvSpPr>
          <p:cNvPr id="3" name="Content Placeholder 2">
            <a:extLst>
              <a:ext uri="{FF2B5EF4-FFF2-40B4-BE49-F238E27FC236}">
                <a16:creationId xmlns:a16="http://schemas.microsoft.com/office/drawing/2014/main" id="{B057A904-690A-D999-51BB-F18E0389C654}"/>
              </a:ext>
            </a:extLst>
          </p:cNvPr>
          <p:cNvSpPr>
            <a:spLocks noGrp="1"/>
          </p:cNvSpPr>
          <p:nvPr>
            <p:ph idx="1"/>
          </p:nvPr>
        </p:nvSpPr>
        <p:spPr>
          <a:xfrm>
            <a:off x="1318057" y="1523999"/>
            <a:ext cx="10735398" cy="2916382"/>
          </a:xfrm>
        </p:spPr>
        <p:txBody>
          <a:bodyPr>
            <a:normAutofit/>
          </a:bodyPr>
          <a:lstStyle/>
          <a:p>
            <a:pPr>
              <a:buFont typeface="Wingdings" panose="05000000000000000000" pitchFamily="2" charset="2"/>
              <a:buChar char="§"/>
            </a:pPr>
            <a:r>
              <a:rPr lang="en-US" dirty="0"/>
              <a:t>Collaboration tools in MS PowerPoint allow multiple users to work on the same presentation together. </a:t>
            </a:r>
          </a:p>
          <a:p>
            <a:pPr>
              <a:buFont typeface="Wingdings" panose="05000000000000000000" pitchFamily="2" charset="2"/>
              <a:buChar char="§"/>
            </a:pPr>
            <a:r>
              <a:rPr lang="en-US" dirty="0"/>
              <a:t>People can edit slides, add comments, and suggest changes in real time.</a:t>
            </a:r>
          </a:p>
          <a:p>
            <a:pPr>
              <a:buFont typeface="Wingdings" panose="05000000000000000000" pitchFamily="2" charset="2"/>
              <a:buChar char="§"/>
            </a:pPr>
            <a:r>
              <a:rPr lang="en-US" dirty="0"/>
              <a:t>The Comments feature helps team members share feedback and ideas easily.</a:t>
            </a:r>
          </a:p>
          <a:p>
            <a:pPr>
              <a:buFont typeface="Wingdings" panose="05000000000000000000" pitchFamily="2" charset="2"/>
              <a:buChar char="§"/>
            </a:pPr>
            <a:r>
              <a:rPr lang="en-US" dirty="0"/>
              <a:t>Version history allows users to track changes and restore previous versions.</a:t>
            </a:r>
          </a:p>
          <a:p>
            <a:pPr>
              <a:buFont typeface="Wingdings" panose="05000000000000000000" pitchFamily="2" charset="2"/>
              <a:buChar char="§"/>
            </a:pPr>
            <a:r>
              <a:rPr lang="en-US" dirty="0"/>
              <a:t>Sharing options make it easy to invite others to view or edit the presentation.</a:t>
            </a:r>
          </a:p>
        </p:txBody>
      </p:sp>
    </p:spTree>
    <p:extLst>
      <p:ext uri="{BB962C8B-B14F-4D97-AF65-F5344CB8AC3E}">
        <p14:creationId xmlns:p14="http://schemas.microsoft.com/office/powerpoint/2010/main" val="1609024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12030-70BC-EB62-2013-311BA37E3937}"/>
              </a:ext>
            </a:extLst>
          </p:cNvPr>
          <p:cNvSpPr>
            <a:spLocks noGrp="1"/>
          </p:cNvSpPr>
          <p:nvPr>
            <p:ph type="title"/>
          </p:nvPr>
        </p:nvSpPr>
        <p:spPr>
          <a:xfrm>
            <a:off x="1484309" y="190500"/>
            <a:ext cx="10018713" cy="1752599"/>
          </a:xfrm>
        </p:spPr>
        <p:txBody>
          <a:bodyPr/>
          <a:lstStyle/>
          <a:p>
            <a:r>
              <a:rPr lang="en-US" sz="6600" b="1" dirty="0"/>
              <a:t>Uses of MS PowerPoint</a:t>
            </a:r>
            <a:endParaRPr lang="en-US" b="1" dirty="0"/>
          </a:p>
        </p:txBody>
      </p:sp>
      <p:sp>
        <p:nvSpPr>
          <p:cNvPr id="3" name="Content Placeholder 2">
            <a:extLst>
              <a:ext uri="{FF2B5EF4-FFF2-40B4-BE49-F238E27FC236}">
                <a16:creationId xmlns:a16="http://schemas.microsoft.com/office/drawing/2014/main" id="{2979A7E4-532E-5AD1-F00B-25A1C49D573D}"/>
              </a:ext>
            </a:extLst>
          </p:cNvPr>
          <p:cNvSpPr>
            <a:spLocks noGrp="1"/>
          </p:cNvSpPr>
          <p:nvPr>
            <p:ph idx="1"/>
          </p:nvPr>
        </p:nvSpPr>
        <p:spPr>
          <a:xfrm>
            <a:off x="1484308" y="1444336"/>
            <a:ext cx="10018713" cy="4208318"/>
          </a:xfrm>
        </p:spPr>
        <p:txBody>
          <a:bodyPr/>
          <a:lstStyle/>
          <a:p>
            <a:r>
              <a:rPr lang="en-US" sz="3600" dirty="0"/>
              <a:t>Classroom Presentations</a:t>
            </a:r>
          </a:p>
          <a:p>
            <a:r>
              <a:rPr lang="en-US" sz="3600" dirty="0"/>
              <a:t>Business Meetings</a:t>
            </a:r>
          </a:p>
          <a:p>
            <a:r>
              <a:rPr lang="en-US" sz="3600" dirty="0"/>
              <a:t>Project details or reports</a:t>
            </a:r>
          </a:p>
          <a:p>
            <a:r>
              <a:rPr lang="en-US" sz="3600" dirty="0"/>
              <a:t>Seminars and workshops</a:t>
            </a:r>
            <a:endParaRPr lang="en-US" dirty="0"/>
          </a:p>
        </p:txBody>
      </p:sp>
    </p:spTree>
    <p:extLst>
      <p:ext uri="{BB962C8B-B14F-4D97-AF65-F5344CB8AC3E}">
        <p14:creationId xmlns:p14="http://schemas.microsoft.com/office/powerpoint/2010/main" val="3974437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3C90-8E1D-F968-680F-80EF0612B12E}"/>
              </a:ext>
            </a:extLst>
          </p:cNvPr>
          <p:cNvSpPr>
            <a:spLocks noGrp="1"/>
          </p:cNvSpPr>
          <p:nvPr>
            <p:ph type="title"/>
          </p:nvPr>
        </p:nvSpPr>
        <p:spPr/>
        <p:txBody>
          <a:bodyPr/>
          <a:lstStyle/>
          <a:p>
            <a:r>
              <a:rPr lang="en-US" sz="6600" b="1" dirty="0"/>
              <a:t>Conclusion</a:t>
            </a:r>
            <a:endParaRPr lang="en-US" b="1" dirty="0"/>
          </a:p>
        </p:txBody>
      </p:sp>
      <p:sp>
        <p:nvSpPr>
          <p:cNvPr id="3" name="Content Placeholder 2">
            <a:extLst>
              <a:ext uri="{FF2B5EF4-FFF2-40B4-BE49-F238E27FC236}">
                <a16:creationId xmlns:a16="http://schemas.microsoft.com/office/drawing/2014/main" id="{31212F32-C009-3F71-5152-67AAAB7EAB77}"/>
              </a:ext>
            </a:extLst>
          </p:cNvPr>
          <p:cNvSpPr>
            <a:spLocks noGrp="1"/>
          </p:cNvSpPr>
          <p:nvPr>
            <p:ph idx="1"/>
          </p:nvPr>
        </p:nvSpPr>
        <p:spPr>
          <a:xfrm>
            <a:off x="1484311" y="2438399"/>
            <a:ext cx="10018713" cy="3124201"/>
          </a:xfrm>
        </p:spPr>
        <p:txBody>
          <a:bodyPr>
            <a:normAutofit/>
          </a:bodyPr>
          <a:lstStyle/>
          <a:p>
            <a:r>
              <a:rPr lang="en-US" sz="3200" dirty="0"/>
              <a:t>MS Powerpoint is an application software which is used to represent our slides including text, images, shapes, smartArt, transitions, animations and many more collaboration tools. It also includes voice recording and music in background to make more attractive presentation. </a:t>
            </a:r>
          </a:p>
        </p:txBody>
      </p:sp>
    </p:spTree>
    <p:extLst>
      <p:ext uri="{BB962C8B-B14F-4D97-AF65-F5344CB8AC3E}">
        <p14:creationId xmlns:p14="http://schemas.microsoft.com/office/powerpoint/2010/main" val="1877390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1D2A5A-754D-7AA2-AA50-791F2EC8D2EF}"/>
              </a:ext>
            </a:extLst>
          </p:cNvPr>
          <p:cNvSpPr>
            <a:spLocks noGrp="1"/>
          </p:cNvSpPr>
          <p:nvPr>
            <p:ph type="ctrTitle"/>
          </p:nvPr>
        </p:nvSpPr>
        <p:spPr/>
        <p:txBody>
          <a:bodyPr>
            <a:normAutofit/>
          </a:bodyPr>
          <a:lstStyle/>
          <a:p>
            <a:pPr algn="ctr"/>
            <a:r>
              <a:rPr lang="en-US" sz="8800" b="1" dirty="0"/>
              <a:t>THANK YOU</a:t>
            </a:r>
          </a:p>
        </p:txBody>
      </p:sp>
    </p:spTree>
    <p:extLst>
      <p:ext uri="{BB962C8B-B14F-4D97-AF65-F5344CB8AC3E}">
        <p14:creationId xmlns:p14="http://schemas.microsoft.com/office/powerpoint/2010/main" val="41580996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60</TotalTime>
  <Words>439</Words>
  <Application>Microsoft Office PowerPoint</Application>
  <PresentationFormat>Widescreen</PresentationFormat>
  <Paragraphs>49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Corbel</vt:lpstr>
      <vt:lpstr>Wingdings</vt:lpstr>
      <vt:lpstr>Parallax</vt:lpstr>
      <vt:lpstr>Introduction MS PowerPoint</vt:lpstr>
      <vt:lpstr>What is MS PowerPoint? </vt:lpstr>
      <vt:lpstr>Advantages of MS PowerPoint </vt:lpstr>
      <vt:lpstr>PowerPoint Presentation</vt:lpstr>
      <vt:lpstr>Templates and Themes</vt:lpstr>
      <vt:lpstr>Slides Transitions </vt:lpstr>
      <vt:lpstr>Animations</vt:lpstr>
      <vt:lpstr>Charts &amp; SmartArts </vt:lpstr>
      <vt:lpstr>Collaboration Tools</vt:lpstr>
      <vt:lpstr>Uses of MS PowerPoint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4</cp:revision>
  <dcterms:created xsi:type="dcterms:W3CDTF">2025-12-14T08:39:53Z</dcterms:created>
  <dcterms:modified xsi:type="dcterms:W3CDTF">2025-12-14T09:40:41Z</dcterms:modified>
</cp:coreProperties>
</file>