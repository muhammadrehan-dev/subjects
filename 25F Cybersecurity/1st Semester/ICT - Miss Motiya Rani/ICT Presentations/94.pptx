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3707" autoAdjust="0"/>
  </p:normalViewPr>
  <p:slideViewPr>
    <p:cSldViewPr snapToGrid="0">
      <p:cViewPr varScale="1">
        <p:scale>
          <a:sx n="63" d="100"/>
          <a:sy n="63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0.svg"/><Relationship Id="rId4" Type="http://schemas.openxmlformats.org/officeDocument/2006/relationships/image" Target="../media/image18.svg"/><Relationship Id="rId9" Type="http://schemas.openxmlformats.org/officeDocument/2006/relationships/image" Target="../media/image1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48.svg"/><Relationship Id="rId4" Type="http://schemas.openxmlformats.org/officeDocument/2006/relationships/image" Target="../media/image44.svg"/><Relationship Id="rId9" Type="http://schemas.openxmlformats.org/officeDocument/2006/relationships/image" Target="../media/image47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0.svg"/><Relationship Id="rId4" Type="http://schemas.openxmlformats.org/officeDocument/2006/relationships/image" Target="../media/image18.svg"/><Relationship Id="rId9" Type="http://schemas.openxmlformats.org/officeDocument/2006/relationships/image" Target="../media/image1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48.svg"/><Relationship Id="rId4" Type="http://schemas.openxmlformats.org/officeDocument/2006/relationships/image" Target="../media/image44.svg"/><Relationship Id="rId9" Type="http://schemas.openxmlformats.org/officeDocument/2006/relationships/image" Target="../media/image47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42A4B3-F95C-4F68-8C82-50739C39CD4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0D0864E-11AA-4CE7-9CA1-145DB8A6731F}">
      <dgm:prSet/>
      <dgm:spPr/>
      <dgm:t>
        <a:bodyPr/>
        <a:lstStyle/>
        <a:p>
          <a:r>
            <a:rPr lang="en-US"/>
            <a:t>Cloud storage is a service that allows users to store data on the internet instead of local devices.</a:t>
          </a:r>
        </a:p>
      </dgm:t>
    </dgm:pt>
    <dgm:pt modelId="{2DBB8240-E37D-42CA-AF80-3E6C590CC114}" type="parTrans" cxnId="{015FF762-582D-4F63-B722-16A6F3C3A0F3}">
      <dgm:prSet/>
      <dgm:spPr/>
      <dgm:t>
        <a:bodyPr/>
        <a:lstStyle/>
        <a:p>
          <a:endParaRPr lang="en-US"/>
        </a:p>
      </dgm:t>
    </dgm:pt>
    <dgm:pt modelId="{41545854-62B3-44E7-A94F-0A4AA60C7BE0}" type="sibTrans" cxnId="{015FF762-582D-4F63-B722-16A6F3C3A0F3}">
      <dgm:prSet/>
      <dgm:spPr/>
      <dgm:t>
        <a:bodyPr/>
        <a:lstStyle/>
        <a:p>
          <a:endParaRPr lang="en-US"/>
        </a:p>
      </dgm:t>
    </dgm:pt>
    <dgm:pt modelId="{B37E26C8-439B-41ED-917F-99D464C18109}">
      <dgm:prSet/>
      <dgm:spPr/>
      <dgm:t>
        <a:bodyPr/>
        <a:lstStyle/>
        <a:p>
          <a:r>
            <a:rPr lang="en-US"/>
            <a:t>Data is saved on remote servers managed by service providers.</a:t>
          </a:r>
        </a:p>
      </dgm:t>
    </dgm:pt>
    <dgm:pt modelId="{CACA3249-E72D-4B5C-8E7D-EEE93E2A4143}" type="parTrans" cxnId="{B3DE3742-9651-4921-8BA1-6BACD068199E}">
      <dgm:prSet/>
      <dgm:spPr/>
      <dgm:t>
        <a:bodyPr/>
        <a:lstStyle/>
        <a:p>
          <a:endParaRPr lang="en-US"/>
        </a:p>
      </dgm:t>
    </dgm:pt>
    <dgm:pt modelId="{AD6265F5-C591-4E02-A772-178D3F300955}" type="sibTrans" cxnId="{B3DE3742-9651-4921-8BA1-6BACD068199E}">
      <dgm:prSet/>
      <dgm:spPr/>
      <dgm:t>
        <a:bodyPr/>
        <a:lstStyle/>
        <a:p>
          <a:endParaRPr lang="en-US"/>
        </a:p>
      </dgm:t>
    </dgm:pt>
    <dgm:pt modelId="{2C1C0434-89D4-48BC-9E99-2E445CF8625E}">
      <dgm:prSet/>
      <dgm:spPr/>
      <dgm:t>
        <a:bodyPr/>
        <a:lstStyle/>
        <a:p>
          <a:r>
            <a:rPr lang="en-US"/>
            <a:t>It can be accessed anytime using any device with internet.</a:t>
          </a:r>
        </a:p>
      </dgm:t>
    </dgm:pt>
    <dgm:pt modelId="{86866E5A-67A8-4B46-8FB5-05430D0B4B80}" type="parTrans" cxnId="{2B754D5B-9AC9-4F00-BD04-212EE2E2AC14}">
      <dgm:prSet/>
      <dgm:spPr/>
      <dgm:t>
        <a:bodyPr/>
        <a:lstStyle/>
        <a:p>
          <a:endParaRPr lang="en-US"/>
        </a:p>
      </dgm:t>
    </dgm:pt>
    <dgm:pt modelId="{4D4F26E3-1D51-4AE1-B788-78BD513CCCA1}" type="sibTrans" cxnId="{2B754D5B-9AC9-4F00-BD04-212EE2E2AC14}">
      <dgm:prSet/>
      <dgm:spPr/>
      <dgm:t>
        <a:bodyPr/>
        <a:lstStyle/>
        <a:p>
          <a:endParaRPr lang="en-US"/>
        </a:p>
      </dgm:t>
    </dgm:pt>
    <dgm:pt modelId="{83A05155-2B9C-42E4-92CE-E471D38AE688}" type="pres">
      <dgm:prSet presAssocID="{9C42A4B3-F95C-4F68-8C82-50739C39CD40}" presName="root" presStyleCnt="0">
        <dgm:presLayoutVars>
          <dgm:dir/>
          <dgm:resizeHandles val="exact"/>
        </dgm:presLayoutVars>
      </dgm:prSet>
      <dgm:spPr/>
    </dgm:pt>
    <dgm:pt modelId="{7E05913D-14EB-4FCB-AC2E-A01135CFF13E}" type="pres">
      <dgm:prSet presAssocID="{20D0864E-11AA-4CE7-9CA1-145DB8A6731F}" presName="compNode" presStyleCnt="0"/>
      <dgm:spPr/>
    </dgm:pt>
    <dgm:pt modelId="{3E44AE18-9CEC-48BE-A20E-3498E41526A4}" type="pres">
      <dgm:prSet presAssocID="{20D0864E-11AA-4CE7-9CA1-145DB8A6731F}" presName="bgRect" presStyleLbl="bgShp" presStyleIdx="0" presStyleCnt="3"/>
      <dgm:spPr/>
    </dgm:pt>
    <dgm:pt modelId="{8FB19BCE-2500-441C-8D5A-0517B9F1600C}" type="pres">
      <dgm:prSet presAssocID="{20D0864E-11AA-4CE7-9CA1-145DB8A673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B08CA4E-C901-4201-AC01-DF2994D5245A}" type="pres">
      <dgm:prSet presAssocID="{20D0864E-11AA-4CE7-9CA1-145DB8A6731F}" presName="spaceRect" presStyleCnt="0"/>
      <dgm:spPr/>
    </dgm:pt>
    <dgm:pt modelId="{33717529-23E9-4161-8569-B8A2CCE2CC73}" type="pres">
      <dgm:prSet presAssocID="{20D0864E-11AA-4CE7-9CA1-145DB8A6731F}" presName="parTx" presStyleLbl="revTx" presStyleIdx="0" presStyleCnt="3">
        <dgm:presLayoutVars>
          <dgm:chMax val="0"/>
          <dgm:chPref val="0"/>
        </dgm:presLayoutVars>
      </dgm:prSet>
      <dgm:spPr/>
    </dgm:pt>
    <dgm:pt modelId="{09B1589F-C309-4FF8-943C-1C2807049FF0}" type="pres">
      <dgm:prSet presAssocID="{41545854-62B3-44E7-A94F-0A4AA60C7BE0}" presName="sibTrans" presStyleCnt="0"/>
      <dgm:spPr/>
    </dgm:pt>
    <dgm:pt modelId="{C888543A-B9BD-4FF9-9591-72B9AC16E6C9}" type="pres">
      <dgm:prSet presAssocID="{B37E26C8-439B-41ED-917F-99D464C18109}" presName="compNode" presStyleCnt="0"/>
      <dgm:spPr/>
    </dgm:pt>
    <dgm:pt modelId="{F7C73F18-FA6F-468F-890C-A22F82117772}" type="pres">
      <dgm:prSet presAssocID="{B37E26C8-439B-41ED-917F-99D464C18109}" presName="bgRect" presStyleLbl="bgShp" presStyleIdx="1" presStyleCnt="3"/>
      <dgm:spPr/>
    </dgm:pt>
    <dgm:pt modelId="{BA2DA7E5-B188-4C1F-B07C-89191D85A9B9}" type="pres">
      <dgm:prSet presAssocID="{B37E26C8-439B-41ED-917F-99D464C1810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792EB1D-99B4-43D0-957D-C6874D03774C}" type="pres">
      <dgm:prSet presAssocID="{B37E26C8-439B-41ED-917F-99D464C18109}" presName="spaceRect" presStyleCnt="0"/>
      <dgm:spPr/>
    </dgm:pt>
    <dgm:pt modelId="{6006C843-2257-4BE5-9816-78D143C8F3CF}" type="pres">
      <dgm:prSet presAssocID="{B37E26C8-439B-41ED-917F-99D464C18109}" presName="parTx" presStyleLbl="revTx" presStyleIdx="1" presStyleCnt="3">
        <dgm:presLayoutVars>
          <dgm:chMax val="0"/>
          <dgm:chPref val="0"/>
        </dgm:presLayoutVars>
      </dgm:prSet>
      <dgm:spPr/>
    </dgm:pt>
    <dgm:pt modelId="{1243BE05-3283-4F55-B686-FFDC945D6007}" type="pres">
      <dgm:prSet presAssocID="{AD6265F5-C591-4E02-A772-178D3F300955}" presName="sibTrans" presStyleCnt="0"/>
      <dgm:spPr/>
    </dgm:pt>
    <dgm:pt modelId="{EC532547-7C15-4275-9197-0F8C1C237394}" type="pres">
      <dgm:prSet presAssocID="{2C1C0434-89D4-48BC-9E99-2E445CF8625E}" presName="compNode" presStyleCnt="0"/>
      <dgm:spPr/>
    </dgm:pt>
    <dgm:pt modelId="{7C20BC7D-AD91-424E-868A-D02932D490EB}" type="pres">
      <dgm:prSet presAssocID="{2C1C0434-89D4-48BC-9E99-2E445CF8625E}" presName="bgRect" presStyleLbl="bgShp" presStyleIdx="2" presStyleCnt="3"/>
      <dgm:spPr/>
    </dgm:pt>
    <dgm:pt modelId="{BD0575FE-B9CD-4327-BF96-0378B17F0F29}" type="pres">
      <dgm:prSet presAssocID="{2C1C0434-89D4-48BC-9E99-2E445CF862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C3A6C9E-D728-4E5F-A3BE-D927647787E8}" type="pres">
      <dgm:prSet presAssocID="{2C1C0434-89D4-48BC-9E99-2E445CF8625E}" presName="spaceRect" presStyleCnt="0"/>
      <dgm:spPr/>
    </dgm:pt>
    <dgm:pt modelId="{6D3913F3-D5B6-4426-B45E-1D510170922A}" type="pres">
      <dgm:prSet presAssocID="{2C1C0434-89D4-48BC-9E99-2E445CF8625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A766000-DCB4-43EF-989B-B10FA477703B}" type="presOf" srcId="{9C42A4B3-F95C-4F68-8C82-50739C39CD40}" destId="{83A05155-2B9C-42E4-92CE-E471D38AE688}" srcOrd="0" destOrd="0" presId="urn:microsoft.com/office/officeart/2018/2/layout/IconVerticalSolidList"/>
    <dgm:cxn modelId="{103AE538-3211-4D59-A2DF-0F8560B1064B}" type="presOf" srcId="{2C1C0434-89D4-48BC-9E99-2E445CF8625E}" destId="{6D3913F3-D5B6-4426-B45E-1D510170922A}" srcOrd="0" destOrd="0" presId="urn:microsoft.com/office/officeart/2018/2/layout/IconVerticalSolidList"/>
    <dgm:cxn modelId="{2B754D5B-9AC9-4F00-BD04-212EE2E2AC14}" srcId="{9C42A4B3-F95C-4F68-8C82-50739C39CD40}" destId="{2C1C0434-89D4-48BC-9E99-2E445CF8625E}" srcOrd="2" destOrd="0" parTransId="{86866E5A-67A8-4B46-8FB5-05430D0B4B80}" sibTransId="{4D4F26E3-1D51-4AE1-B788-78BD513CCCA1}"/>
    <dgm:cxn modelId="{B3DE3742-9651-4921-8BA1-6BACD068199E}" srcId="{9C42A4B3-F95C-4F68-8C82-50739C39CD40}" destId="{B37E26C8-439B-41ED-917F-99D464C18109}" srcOrd="1" destOrd="0" parTransId="{CACA3249-E72D-4B5C-8E7D-EEE93E2A4143}" sibTransId="{AD6265F5-C591-4E02-A772-178D3F300955}"/>
    <dgm:cxn modelId="{015FF762-582D-4F63-B722-16A6F3C3A0F3}" srcId="{9C42A4B3-F95C-4F68-8C82-50739C39CD40}" destId="{20D0864E-11AA-4CE7-9CA1-145DB8A6731F}" srcOrd="0" destOrd="0" parTransId="{2DBB8240-E37D-42CA-AF80-3E6C590CC114}" sibTransId="{41545854-62B3-44E7-A94F-0A4AA60C7BE0}"/>
    <dgm:cxn modelId="{1940D357-91E7-475B-B9F1-5C74A68554AF}" type="presOf" srcId="{B37E26C8-439B-41ED-917F-99D464C18109}" destId="{6006C843-2257-4BE5-9816-78D143C8F3CF}" srcOrd="0" destOrd="0" presId="urn:microsoft.com/office/officeart/2018/2/layout/IconVerticalSolidList"/>
    <dgm:cxn modelId="{4568EDFA-02B2-46A3-82D4-7096AC41FC07}" type="presOf" srcId="{20D0864E-11AA-4CE7-9CA1-145DB8A6731F}" destId="{33717529-23E9-4161-8569-B8A2CCE2CC73}" srcOrd="0" destOrd="0" presId="urn:microsoft.com/office/officeart/2018/2/layout/IconVerticalSolidList"/>
    <dgm:cxn modelId="{511ABF1F-FB9B-4D2A-82EA-FC3A1C37A2DE}" type="presParOf" srcId="{83A05155-2B9C-42E4-92CE-E471D38AE688}" destId="{7E05913D-14EB-4FCB-AC2E-A01135CFF13E}" srcOrd="0" destOrd="0" presId="urn:microsoft.com/office/officeart/2018/2/layout/IconVerticalSolidList"/>
    <dgm:cxn modelId="{75EAB95A-46B9-4067-81EC-85D17E654206}" type="presParOf" srcId="{7E05913D-14EB-4FCB-AC2E-A01135CFF13E}" destId="{3E44AE18-9CEC-48BE-A20E-3498E41526A4}" srcOrd="0" destOrd="0" presId="urn:microsoft.com/office/officeart/2018/2/layout/IconVerticalSolidList"/>
    <dgm:cxn modelId="{EA74E12B-39ED-4201-9E5A-B5CAF14078A8}" type="presParOf" srcId="{7E05913D-14EB-4FCB-AC2E-A01135CFF13E}" destId="{8FB19BCE-2500-441C-8D5A-0517B9F1600C}" srcOrd="1" destOrd="0" presId="urn:microsoft.com/office/officeart/2018/2/layout/IconVerticalSolidList"/>
    <dgm:cxn modelId="{0519601E-16AC-4889-A0DB-D87EDDCD0B04}" type="presParOf" srcId="{7E05913D-14EB-4FCB-AC2E-A01135CFF13E}" destId="{DB08CA4E-C901-4201-AC01-DF2994D5245A}" srcOrd="2" destOrd="0" presId="urn:microsoft.com/office/officeart/2018/2/layout/IconVerticalSolidList"/>
    <dgm:cxn modelId="{6C54B688-52CE-451C-8176-2201B101596B}" type="presParOf" srcId="{7E05913D-14EB-4FCB-AC2E-A01135CFF13E}" destId="{33717529-23E9-4161-8569-B8A2CCE2CC73}" srcOrd="3" destOrd="0" presId="urn:microsoft.com/office/officeart/2018/2/layout/IconVerticalSolidList"/>
    <dgm:cxn modelId="{4BA49D83-C5A1-4821-BB0A-C53CF6C21745}" type="presParOf" srcId="{83A05155-2B9C-42E4-92CE-E471D38AE688}" destId="{09B1589F-C309-4FF8-943C-1C2807049FF0}" srcOrd="1" destOrd="0" presId="urn:microsoft.com/office/officeart/2018/2/layout/IconVerticalSolidList"/>
    <dgm:cxn modelId="{8938C228-CEFD-4D6E-A856-6CD35F4A778F}" type="presParOf" srcId="{83A05155-2B9C-42E4-92CE-E471D38AE688}" destId="{C888543A-B9BD-4FF9-9591-72B9AC16E6C9}" srcOrd="2" destOrd="0" presId="urn:microsoft.com/office/officeart/2018/2/layout/IconVerticalSolidList"/>
    <dgm:cxn modelId="{C5725F5D-CCC4-4E8B-BA72-2493C569A32C}" type="presParOf" srcId="{C888543A-B9BD-4FF9-9591-72B9AC16E6C9}" destId="{F7C73F18-FA6F-468F-890C-A22F82117772}" srcOrd="0" destOrd="0" presId="urn:microsoft.com/office/officeart/2018/2/layout/IconVerticalSolidList"/>
    <dgm:cxn modelId="{E926BB39-5226-44D6-8127-E208CAE7A485}" type="presParOf" srcId="{C888543A-B9BD-4FF9-9591-72B9AC16E6C9}" destId="{BA2DA7E5-B188-4C1F-B07C-89191D85A9B9}" srcOrd="1" destOrd="0" presId="urn:microsoft.com/office/officeart/2018/2/layout/IconVerticalSolidList"/>
    <dgm:cxn modelId="{4BDAD53F-5306-4D3F-85D2-FC384CFB11A4}" type="presParOf" srcId="{C888543A-B9BD-4FF9-9591-72B9AC16E6C9}" destId="{A792EB1D-99B4-43D0-957D-C6874D03774C}" srcOrd="2" destOrd="0" presId="urn:microsoft.com/office/officeart/2018/2/layout/IconVerticalSolidList"/>
    <dgm:cxn modelId="{FC989078-2974-4152-8E7C-D8FD1C98118D}" type="presParOf" srcId="{C888543A-B9BD-4FF9-9591-72B9AC16E6C9}" destId="{6006C843-2257-4BE5-9816-78D143C8F3CF}" srcOrd="3" destOrd="0" presId="urn:microsoft.com/office/officeart/2018/2/layout/IconVerticalSolidList"/>
    <dgm:cxn modelId="{9F79CA43-63B9-4F35-8002-B2C0D1561F0D}" type="presParOf" srcId="{83A05155-2B9C-42E4-92CE-E471D38AE688}" destId="{1243BE05-3283-4F55-B686-FFDC945D6007}" srcOrd="3" destOrd="0" presId="urn:microsoft.com/office/officeart/2018/2/layout/IconVerticalSolidList"/>
    <dgm:cxn modelId="{922195C3-6CFC-409D-9800-B4CCDFF77B33}" type="presParOf" srcId="{83A05155-2B9C-42E4-92CE-E471D38AE688}" destId="{EC532547-7C15-4275-9197-0F8C1C237394}" srcOrd="4" destOrd="0" presId="urn:microsoft.com/office/officeart/2018/2/layout/IconVerticalSolidList"/>
    <dgm:cxn modelId="{D604A05B-1DB0-4435-BBE0-67CABC2D0551}" type="presParOf" srcId="{EC532547-7C15-4275-9197-0F8C1C237394}" destId="{7C20BC7D-AD91-424E-868A-D02932D490EB}" srcOrd="0" destOrd="0" presId="urn:microsoft.com/office/officeart/2018/2/layout/IconVerticalSolidList"/>
    <dgm:cxn modelId="{E76F158B-AA5E-436C-B1F5-F65FC246BDFF}" type="presParOf" srcId="{EC532547-7C15-4275-9197-0F8C1C237394}" destId="{BD0575FE-B9CD-4327-BF96-0378B17F0F29}" srcOrd="1" destOrd="0" presId="urn:microsoft.com/office/officeart/2018/2/layout/IconVerticalSolidList"/>
    <dgm:cxn modelId="{D406E269-A173-4CD7-8FFE-A8219A4132B9}" type="presParOf" srcId="{EC532547-7C15-4275-9197-0F8C1C237394}" destId="{BC3A6C9E-D728-4E5F-A3BE-D927647787E8}" srcOrd="2" destOrd="0" presId="urn:microsoft.com/office/officeart/2018/2/layout/IconVerticalSolidList"/>
    <dgm:cxn modelId="{1B94D9B3-06C4-4833-BC35-5606E21D1453}" type="presParOf" srcId="{EC532547-7C15-4275-9197-0F8C1C237394}" destId="{6D3913F3-D5B6-4426-B45E-1D51017092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06A9D-3137-4554-AAFF-8B3BF3F3642D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92777EA-E4B5-4ED6-B2F8-7BE62B15FC96}">
      <dgm:prSet/>
      <dgm:spPr/>
      <dgm:t>
        <a:bodyPr/>
        <a:lstStyle/>
        <a:p>
          <a:r>
            <a:rPr lang="en-US"/>
            <a:t>Users upload data through the internet.</a:t>
          </a:r>
        </a:p>
      </dgm:t>
    </dgm:pt>
    <dgm:pt modelId="{662BEF30-1E08-4EBD-8EE0-F1FF87D322BF}" type="parTrans" cxnId="{3ACF1095-510A-475C-AEB8-E8B02054F863}">
      <dgm:prSet/>
      <dgm:spPr/>
      <dgm:t>
        <a:bodyPr/>
        <a:lstStyle/>
        <a:p>
          <a:endParaRPr lang="en-US"/>
        </a:p>
      </dgm:t>
    </dgm:pt>
    <dgm:pt modelId="{797EF2AB-DB7F-499B-889B-622D59FE1F46}" type="sibTrans" cxnId="{3ACF1095-510A-475C-AEB8-E8B02054F863}">
      <dgm:prSet/>
      <dgm:spPr/>
      <dgm:t>
        <a:bodyPr/>
        <a:lstStyle/>
        <a:p>
          <a:endParaRPr lang="en-US"/>
        </a:p>
      </dgm:t>
    </dgm:pt>
    <dgm:pt modelId="{33ECF90B-B67E-46D4-95C4-7627CFFABE4A}">
      <dgm:prSet/>
      <dgm:spPr/>
      <dgm:t>
        <a:bodyPr/>
        <a:lstStyle/>
        <a:p>
          <a:r>
            <a:rPr lang="en-US"/>
            <a:t>The data is stored securely on cloud servers.</a:t>
          </a:r>
        </a:p>
      </dgm:t>
    </dgm:pt>
    <dgm:pt modelId="{2C516D46-C786-466F-A9E3-D115D0D99EE0}" type="parTrans" cxnId="{D75D62A9-F0A0-4113-B022-A279537569D4}">
      <dgm:prSet/>
      <dgm:spPr/>
      <dgm:t>
        <a:bodyPr/>
        <a:lstStyle/>
        <a:p>
          <a:endParaRPr lang="en-US"/>
        </a:p>
      </dgm:t>
    </dgm:pt>
    <dgm:pt modelId="{40953FC5-7A8F-4DD5-A3A7-48B793C33585}" type="sibTrans" cxnId="{D75D62A9-F0A0-4113-B022-A279537569D4}">
      <dgm:prSet/>
      <dgm:spPr/>
      <dgm:t>
        <a:bodyPr/>
        <a:lstStyle/>
        <a:p>
          <a:endParaRPr lang="en-US"/>
        </a:p>
      </dgm:t>
    </dgm:pt>
    <dgm:pt modelId="{9A26FDC1-6C35-4408-A093-096D70F522A3}">
      <dgm:prSet/>
      <dgm:spPr/>
      <dgm:t>
        <a:bodyPr/>
        <a:lstStyle/>
        <a:p>
          <a:r>
            <a:rPr lang="en-US"/>
            <a:t>Users can log in to access, download, edit or share the data whenever needed.</a:t>
          </a:r>
        </a:p>
      </dgm:t>
    </dgm:pt>
    <dgm:pt modelId="{B228669B-0A38-4432-B986-7BBE7F68683E}" type="parTrans" cxnId="{282F3CB5-E4D9-4CC7-97D0-75261E6D8BFA}">
      <dgm:prSet/>
      <dgm:spPr/>
      <dgm:t>
        <a:bodyPr/>
        <a:lstStyle/>
        <a:p>
          <a:endParaRPr lang="en-US"/>
        </a:p>
      </dgm:t>
    </dgm:pt>
    <dgm:pt modelId="{48826979-4861-4581-89A9-924A5FDFB57F}" type="sibTrans" cxnId="{282F3CB5-E4D9-4CC7-97D0-75261E6D8BFA}">
      <dgm:prSet/>
      <dgm:spPr/>
      <dgm:t>
        <a:bodyPr/>
        <a:lstStyle/>
        <a:p>
          <a:endParaRPr lang="en-US"/>
        </a:p>
      </dgm:t>
    </dgm:pt>
    <dgm:pt modelId="{FA3F5E8C-65D0-4DA7-A284-EF98FA6C5A04}" type="pres">
      <dgm:prSet presAssocID="{5EC06A9D-3137-4554-AAFF-8B3BF3F3642D}" presName="root" presStyleCnt="0">
        <dgm:presLayoutVars>
          <dgm:dir/>
          <dgm:resizeHandles val="exact"/>
        </dgm:presLayoutVars>
      </dgm:prSet>
      <dgm:spPr/>
    </dgm:pt>
    <dgm:pt modelId="{FD8FB655-5808-42F5-8E3C-A6CE24AB0E51}" type="pres">
      <dgm:prSet presAssocID="{792777EA-E4B5-4ED6-B2F8-7BE62B15FC96}" presName="compNode" presStyleCnt="0"/>
      <dgm:spPr/>
    </dgm:pt>
    <dgm:pt modelId="{B316610D-4EE9-4C5D-8ACE-B63CBA8A2E7B}" type="pres">
      <dgm:prSet presAssocID="{792777EA-E4B5-4ED6-B2F8-7BE62B15FC9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DCCBCB3-80D5-4A98-976E-89A8438901E6}" type="pres">
      <dgm:prSet presAssocID="{792777EA-E4B5-4ED6-B2F8-7BE62B15FC96}" presName="spaceRect" presStyleCnt="0"/>
      <dgm:spPr/>
    </dgm:pt>
    <dgm:pt modelId="{1D528FEE-E0D6-4B5E-93CE-059CCF3F5487}" type="pres">
      <dgm:prSet presAssocID="{792777EA-E4B5-4ED6-B2F8-7BE62B15FC96}" presName="textRect" presStyleLbl="revTx" presStyleIdx="0" presStyleCnt="3">
        <dgm:presLayoutVars>
          <dgm:chMax val="1"/>
          <dgm:chPref val="1"/>
        </dgm:presLayoutVars>
      </dgm:prSet>
      <dgm:spPr/>
    </dgm:pt>
    <dgm:pt modelId="{D3565792-D000-4D2B-900C-1F0F7A66286E}" type="pres">
      <dgm:prSet presAssocID="{797EF2AB-DB7F-499B-889B-622D59FE1F46}" presName="sibTrans" presStyleCnt="0"/>
      <dgm:spPr/>
    </dgm:pt>
    <dgm:pt modelId="{0110CCF8-A3FE-42F1-9691-DABEFA7CEC88}" type="pres">
      <dgm:prSet presAssocID="{33ECF90B-B67E-46D4-95C4-7627CFFABE4A}" presName="compNode" presStyleCnt="0"/>
      <dgm:spPr/>
    </dgm:pt>
    <dgm:pt modelId="{E28E32EC-503D-479A-BC23-8F87AB981739}" type="pres">
      <dgm:prSet presAssocID="{33ECF90B-B67E-46D4-95C4-7627CFFABE4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094E9792-7A9A-4EED-8EE0-E56DD433CA3C}" type="pres">
      <dgm:prSet presAssocID="{33ECF90B-B67E-46D4-95C4-7627CFFABE4A}" presName="spaceRect" presStyleCnt="0"/>
      <dgm:spPr/>
    </dgm:pt>
    <dgm:pt modelId="{3AA0B113-532C-4B05-B79F-217FA88E7C9A}" type="pres">
      <dgm:prSet presAssocID="{33ECF90B-B67E-46D4-95C4-7627CFFABE4A}" presName="textRect" presStyleLbl="revTx" presStyleIdx="1" presStyleCnt="3">
        <dgm:presLayoutVars>
          <dgm:chMax val="1"/>
          <dgm:chPref val="1"/>
        </dgm:presLayoutVars>
      </dgm:prSet>
      <dgm:spPr/>
    </dgm:pt>
    <dgm:pt modelId="{846347BE-6325-489F-8BD9-830FAB23C0E9}" type="pres">
      <dgm:prSet presAssocID="{40953FC5-7A8F-4DD5-A3A7-48B793C33585}" presName="sibTrans" presStyleCnt="0"/>
      <dgm:spPr/>
    </dgm:pt>
    <dgm:pt modelId="{713ED28D-265F-4F70-BD1A-9BFAD3EAF7DE}" type="pres">
      <dgm:prSet presAssocID="{9A26FDC1-6C35-4408-A093-096D70F522A3}" presName="compNode" presStyleCnt="0"/>
      <dgm:spPr/>
    </dgm:pt>
    <dgm:pt modelId="{34D40D78-E6CC-4E2C-99C7-8C39F2F578BB}" type="pres">
      <dgm:prSet presAssocID="{9A26FDC1-6C35-4408-A093-096D70F522A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5A84222E-221A-49E3-911A-5B15AE248674}" type="pres">
      <dgm:prSet presAssocID="{9A26FDC1-6C35-4408-A093-096D70F522A3}" presName="spaceRect" presStyleCnt="0"/>
      <dgm:spPr/>
    </dgm:pt>
    <dgm:pt modelId="{5FF2E571-A329-4B76-B5E4-0BF03D9D4552}" type="pres">
      <dgm:prSet presAssocID="{9A26FDC1-6C35-4408-A093-096D70F522A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7101D19-5476-49DD-A472-94B57D5ECC8A}" type="presOf" srcId="{792777EA-E4B5-4ED6-B2F8-7BE62B15FC96}" destId="{1D528FEE-E0D6-4B5E-93CE-059CCF3F5487}" srcOrd="0" destOrd="0" presId="urn:microsoft.com/office/officeart/2018/2/layout/IconLabelList"/>
    <dgm:cxn modelId="{3ACF1095-510A-475C-AEB8-E8B02054F863}" srcId="{5EC06A9D-3137-4554-AAFF-8B3BF3F3642D}" destId="{792777EA-E4B5-4ED6-B2F8-7BE62B15FC96}" srcOrd="0" destOrd="0" parTransId="{662BEF30-1E08-4EBD-8EE0-F1FF87D322BF}" sibTransId="{797EF2AB-DB7F-499B-889B-622D59FE1F46}"/>
    <dgm:cxn modelId="{D75D62A9-F0A0-4113-B022-A279537569D4}" srcId="{5EC06A9D-3137-4554-AAFF-8B3BF3F3642D}" destId="{33ECF90B-B67E-46D4-95C4-7627CFFABE4A}" srcOrd="1" destOrd="0" parTransId="{2C516D46-C786-466F-A9E3-D115D0D99EE0}" sibTransId="{40953FC5-7A8F-4DD5-A3A7-48B793C33585}"/>
    <dgm:cxn modelId="{282F3CB5-E4D9-4CC7-97D0-75261E6D8BFA}" srcId="{5EC06A9D-3137-4554-AAFF-8B3BF3F3642D}" destId="{9A26FDC1-6C35-4408-A093-096D70F522A3}" srcOrd="2" destOrd="0" parTransId="{B228669B-0A38-4432-B986-7BBE7F68683E}" sibTransId="{48826979-4861-4581-89A9-924A5FDFB57F}"/>
    <dgm:cxn modelId="{018959DA-08EB-4FB3-BB14-02052FCF78AE}" type="presOf" srcId="{5EC06A9D-3137-4554-AAFF-8B3BF3F3642D}" destId="{FA3F5E8C-65D0-4DA7-A284-EF98FA6C5A04}" srcOrd="0" destOrd="0" presId="urn:microsoft.com/office/officeart/2018/2/layout/IconLabelList"/>
    <dgm:cxn modelId="{D7C7A7DD-2B65-46AD-B3F0-4C1A313A294E}" type="presOf" srcId="{33ECF90B-B67E-46D4-95C4-7627CFFABE4A}" destId="{3AA0B113-532C-4B05-B79F-217FA88E7C9A}" srcOrd="0" destOrd="0" presId="urn:microsoft.com/office/officeart/2018/2/layout/IconLabelList"/>
    <dgm:cxn modelId="{0CF985F7-E055-48C7-8A3E-29DC2D952D32}" type="presOf" srcId="{9A26FDC1-6C35-4408-A093-096D70F522A3}" destId="{5FF2E571-A329-4B76-B5E4-0BF03D9D4552}" srcOrd="0" destOrd="0" presId="urn:microsoft.com/office/officeart/2018/2/layout/IconLabelList"/>
    <dgm:cxn modelId="{2F17ECED-A750-459D-B673-13E66D297C08}" type="presParOf" srcId="{FA3F5E8C-65D0-4DA7-A284-EF98FA6C5A04}" destId="{FD8FB655-5808-42F5-8E3C-A6CE24AB0E51}" srcOrd="0" destOrd="0" presId="urn:microsoft.com/office/officeart/2018/2/layout/IconLabelList"/>
    <dgm:cxn modelId="{846C963D-C3C9-4F78-98C9-30E816AEBCD9}" type="presParOf" srcId="{FD8FB655-5808-42F5-8E3C-A6CE24AB0E51}" destId="{B316610D-4EE9-4C5D-8ACE-B63CBA8A2E7B}" srcOrd="0" destOrd="0" presId="urn:microsoft.com/office/officeart/2018/2/layout/IconLabelList"/>
    <dgm:cxn modelId="{6FA7E8A0-81F8-487B-ACA0-23BB18953033}" type="presParOf" srcId="{FD8FB655-5808-42F5-8E3C-A6CE24AB0E51}" destId="{FDCCBCB3-80D5-4A98-976E-89A8438901E6}" srcOrd="1" destOrd="0" presId="urn:microsoft.com/office/officeart/2018/2/layout/IconLabelList"/>
    <dgm:cxn modelId="{D736BFE9-CF75-4E0E-865A-C1C9AA029F04}" type="presParOf" srcId="{FD8FB655-5808-42F5-8E3C-A6CE24AB0E51}" destId="{1D528FEE-E0D6-4B5E-93CE-059CCF3F5487}" srcOrd="2" destOrd="0" presId="urn:microsoft.com/office/officeart/2018/2/layout/IconLabelList"/>
    <dgm:cxn modelId="{828FD1B9-60C5-43F8-B23B-56FBB1903D8B}" type="presParOf" srcId="{FA3F5E8C-65D0-4DA7-A284-EF98FA6C5A04}" destId="{D3565792-D000-4D2B-900C-1F0F7A66286E}" srcOrd="1" destOrd="0" presId="urn:microsoft.com/office/officeart/2018/2/layout/IconLabelList"/>
    <dgm:cxn modelId="{4B8CD95F-BD12-42E4-8BDE-0BCEE363649C}" type="presParOf" srcId="{FA3F5E8C-65D0-4DA7-A284-EF98FA6C5A04}" destId="{0110CCF8-A3FE-42F1-9691-DABEFA7CEC88}" srcOrd="2" destOrd="0" presId="urn:microsoft.com/office/officeart/2018/2/layout/IconLabelList"/>
    <dgm:cxn modelId="{7D3B1E3D-A4C6-423E-83F3-FB6B8A745381}" type="presParOf" srcId="{0110CCF8-A3FE-42F1-9691-DABEFA7CEC88}" destId="{E28E32EC-503D-479A-BC23-8F87AB981739}" srcOrd="0" destOrd="0" presId="urn:microsoft.com/office/officeart/2018/2/layout/IconLabelList"/>
    <dgm:cxn modelId="{5CF63A9F-19B2-44D8-B92A-E1D819CB1248}" type="presParOf" srcId="{0110CCF8-A3FE-42F1-9691-DABEFA7CEC88}" destId="{094E9792-7A9A-4EED-8EE0-E56DD433CA3C}" srcOrd="1" destOrd="0" presId="urn:microsoft.com/office/officeart/2018/2/layout/IconLabelList"/>
    <dgm:cxn modelId="{65CB7FE1-09AD-4E66-A235-C4D1810A1386}" type="presParOf" srcId="{0110CCF8-A3FE-42F1-9691-DABEFA7CEC88}" destId="{3AA0B113-532C-4B05-B79F-217FA88E7C9A}" srcOrd="2" destOrd="0" presId="urn:microsoft.com/office/officeart/2018/2/layout/IconLabelList"/>
    <dgm:cxn modelId="{DCEE1868-622A-4EA9-9FD2-2A68071A9A7F}" type="presParOf" srcId="{FA3F5E8C-65D0-4DA7-A284-EF98FA6C5A04}" destId="{846347BE-6325-489F-8BD9-830FAB23C0E9}" srcOrd="3" destOrd="0" presId="urn:microsoft.com/office/officeart/2018/2/layout/IconLabelList"/>
    <dgm:cxn modelId="{D7413440-6E68-4BFF-B96A-D25164A560A1}" type="presParOf" srcId="{FA3F5E8C-65D0-4DA7-A284-EF98FA6C5A04}" destId="{713ED28D-265F-4F70-BD1A-9BFAD3EAF7DE}" srcOrd="4" destOrd="0" presId="urn:microsoft.com/office/officeart/2018/2/layout/IconLabelList"/>
    <dgm:cxn modelId="{53A5C9C3-1E1E-4CFF-A9E9-326A8962C353}" type="presParOf" srcId="{713ED28D-265F-4F70-BD1A-9BFAD3EAF7DE}" destId="{34D40D78-E6CC-4E2C-99C7-8C39F2F578BB}" srcOrd="0" destOrd="0" presId="urn:microsoft.com/office/officeart/2018/2/layout/IconLabelList"/>
    <dgm:cxn modelId="{E0D5A406-F374-4ABB-A2CB-1A22AD6AE405}" type="presParOf" srcId="{713ED28D-265F-4F70-BD1A-9BFAD3EAF7DE}" destId="{5A84222E-221A-49E3-911A-5B15AE248674}" srcOrd="1" destOrd="0" presId="urn:microsoft.com/office/officeart/2018/2/layout/IconLabelList"/>
    <dgm:cxn modelId="{1DFF1D57-4D72-4060-BCFD-A0D2F9FEB250}" type="presParOf" srcId="{713ED28D-265F-4F70-BD1A-9BFAD3EAF7DE}" destId="{5FF2E571-A329-4B76-B5E4-0BF03D9D455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6A3D2E-D1EE-433F-98DC-26B05251663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F4FD60E-E861-4EF5-826E-FBB606E45CD3}">
      <dgm:prSet/>
      <dgm:spPr/>
      <dgm:t>
        <a:bodyPr/>
        <a:lstStyle/>
        <a:p>
          <a:r>
            <a:rPr lang="en-US"/>
            <a:t>Storing photos, videos, documents</a:t>
          </a:r>
        </a:p>
      </dgm:t>
    </dgm:pt>
    <dgm:pt modelId="{FC288179-63BE-4B96-97CA-4A9CB05777D3}" type="parTrans" cxnId="{69CE201C-25F8-4750-815C-8EF525341A5A}">
      <dgm:prSet/>
      <dgm:spPr/>
      <dgm:t>
        <a:bodyPr/>
        <a:lstStyle/>
        <a:p>
          <a:endParaRPr lang="en-US"/>
        </a:p>
      </dgm:t>
    </dgm:pt>
    <dgm:pt modelId="{71CFBCF9-C8EB-4278-92DD-E950310FAE51}" type="sibTrans" cxnId="{69CE201C-25F8-4750-815C-8EF525341A5A}">
      <dgm:prSet/>
      <dgm:spPr/>
      <dgm:t>
        <a:bodyPr/>
        <a:lstStyle/>
        <a:p>
          <a:endParaRPr lang="en-US"/>
        </a:p>
      </dgm:t>
    </dgm:pt>
    <dgm:pt modelId="{E6E87879-FB40-43D4-A759-403128ADB1D2}">
      <dgm:prSet/>
      <dgm:spPr/>
      <dgm:t>
        <a:bodyPr/>
        <a:lstStyle/>
        <a:p>
          <a:r>
            <a:rPr lang="en-US"/>
            <a:t>Creating online backups</a:t>
          </a:r>
        </a:p>
      </dgm:t>
    </dgm:pt>
    <dgm:pt modelId="{6FD213F3-EDE2-4294-A3E1-E2A6957BA72D}" type="parTrans" cxnId="{ED4F571F-0DDB-4867-A375-8C33EBD7FA04}">
      <dgm:prSet/>
      <dgm:spPr/>
      <dgm:t>
        <a:bodyPr/>
        <a:lstStyle/>
        <a:p>
          <a:endParaRPr lang="en-US"/>
        </a:p>
      </dgm:t>
    </dgm:pt>
    <dgm:pt modelId="{E67B6B0F-AE66-4042-870B-8918EA19B9E3}" type="sibTrans" cxnId="{ED4F571F-0DDB-4867-A375-8C33EBD7FA04}">
      <dgm:prSet/>
      <dgm:spPr/>
      <dgm:t>
        <a:bodyPr/>
        <a:lstStyle/>
        <a:p>
          <a:endParaRPr lang="en-US"/>
        </a:p>
      </dgm:t>
    </dgm:pt>
    <dgm:pt modelId="{4294DB57-D731-4BBC-8F65-57EDBFE201A7}">
      <dgm:prSet/>
      <dgm:spPr/>
      <dgm:t>
        <a:bodyPr/>
        <a:lstStyle/>
        <a:p>
          <a:r>
            <a:rPr lang="en-US"/>
            <a:t>Syncing data across different devices</a:t>
          </a:r>
        </a:p>
      </dgm:t>
    </dgm:pt>
    <dgm:pt modelId="{D76BBD0C-9BF7-46D5-931D-4EF9D5609406}" type="parTrans" cxnId="{F69D057A-C682-469E-89AA-CDC41169F825}">
      <dgm:prSet/>
      <dgm:spPr/>
      <dgm:t>
        <a:bodyPr/>
        <a:lstStyle/>
        <a:p>
          <a:endParaRPr lang="en-US"/>
        </a:p>
      </dgm:t>
    </dgm:pt>
    <dgm:pt modelId="{86820643-A8F4-4E9D-9A5B-6EAD096AAA78}" type="sibTrans" cxnId="{F69D057A-C682-469E-89AA-CDC41169F825}">
      <dgm:prSet/>
      <dgm:spPr/>
      <dgm:t>
        <a:bodyPr/>
        <a:lstStyle/>
        <a:p>
          <a:endParaRPr lang="en-US"/>
        </a:p>
      </dgm:t>
    </dgm:pt>
    <dgm:pt modelId="{FA458A93-09FB-4AC5-BD74-0E47F11A5931}">
      <dgm:prSet/>
      <dgm:spPr/>
      <dgm:t>
        <a:bodyPr/>
        <a:lstStyle/>
        <a:p>
          <a:r>
            <a:rPr lang="en-US"/>
            <a:t>Sharing files with others</a:t>
          </a:r>
        </a:p>
      </dgm:t>
    </dgm:pt>
    <dgm:pt modelId="{18C99752-5354-4A0E-89A5-C1E410CDC400}" type="parTrans" cxnId="{346A8218-DC7A-4832-92B5-53BBA5F1D64C}">
      <dgm:prSet/>
      <dgm:spPr/>
      <dgm:t>
        <a:bodyPr/>
        <a:lstStyle/>
        <a:p>
          <a:endParaRPr lang="en-US"/>
        </a:p>
      </dgm:t>
    </dgm:pt>
    <dgm:pt modelId="{E5C6A490-D7EF-4CF1-87E9-DB807C6CF7F6}" type="sibTrans" cxnId="{346A8218-DC7A-4832-92B5-53BBA5F1D64C}">
      <dgm:prSet/>
      <dgm:spPr/>
      <dgm:t>
        <a:bodyPr/>
        <a:lstStyle/>
        <a:p>
          <a:endParaRPr lang="en-US"/>
        </a:p>
      </dgm:t>
    </dgm:pt>
    <dgm:pt modelId="{97684160-3D47-414B-85B1-48734D9A01A1}">
      <dgm:prSet/>
      <dgm:spPr/>
      <dgm:t>
        <a:bodyPr/>
        <a:lstStyle/>
        <a:p>
          <a:r>
            <a:rPr lang="en-US"/>
            <a:t>Accessing study or work materials online</a:t>
          </a:r>
        </a:p>
      </dgm:t>
    </dgm:pt>
    <dgm:pt modelId="{A6B69B05-1C36-44DC-9278-499304B0AF7F}" type="parTrans" cxnId="{A6E4167A-5008-42CC-828F-6497E25C5C42}">
      <dgm:prSet/>
      <dgm:spPr/>
      <dgm:t>
        <a:bodyPr/>
        <a:lstStyle/>
        <a:p>
          <a:endParaRPr lang="en-US"/>
        </a:p>
      </dgm:t>
    </dgm:pt>
    <dgm:pt modelId="{465F1F69-FCE7-490D-BB64-34BC8A1162EC}" type="sibTrans" cxnId="{A6E4167A-5008-42CC-828F-6497E25C5C42}">
      <dgm:prSet/>
      <dgm:spPr/>
      <dgm:t>
        <a:bodyPr/>
        <a:lstStyle/>
        <a:p>
          <a:endParaRPr lang="en-US"/>
        </a:p>
      </dgm:t>
    </dgm:pt>
    <dgm:pt modelId="{90E6B415-2B5B-41B5-A2ED-7DDB01A58ADE}" type="pres">
      <dgm:prSet presAssocID="{E46A3D2E-D1EE-433F-98DC-26B052516636}" presName="root" presStyleCnt="0">
        <dgm:presLayoutVars>
          <dgm:dir/>
          <dgm:resizeHandles val="exact"/>
        </dgm:presLayoutVars>
      </dgm:prSet>
      <dgm:spPr/>
    </dgm:pt>
    <dgm:pt modelId="{27A22E3B-8022-4034-98BF-957DC3244C9B}" type="pres">
      <dgm:prSet presAssocID="{9F4FD60E-E861-4EF5-826E-FBB606E45CD3}" presName="compNode" presStyleCnt="0"/>
      <dgm:spPr/>
    </dgm:pt>
    <dgm:pt modelId="{024FB366-BB4C-4451-9146-6F87FD3B65C6}" type="pres">
      <dgm:prSet presAssocID="{9F4FD60E-E861-4EF5-826E-FBB606E45CD3}" presName="bgRect" presStyleLbl="bgShp" presStyleIdx="0" presStyleCnt="5"/>
      <dgm:spPr/>
    </dgm:pt>
    <dgm:pt modelId="{C619614E-7FE7-4D36-9B7D-2E3013A22DAB}" type="pres">
      <dgm:prSet presAssocID="{9F4FD60E-E861-4EF5-826E-FBB606E45CD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F6A21F17-D4E2-4582-9683-EAB8BC642D29}" type="pres">
      <dgm:prSet presAssocID="{9F4FD60E-E861-4EF5-826E-FBB606E45CD3}" presName="spaceRect" presStyleCnt="0"/>
      <dgm:spPr/>
    </dgm:pt>
    <dgm:pt modelId="{4177ABA2-A23B-4F53-8964-36C379C46C51}" type="pres">
      <dgm:prSet presAssocID="{9F4FD60E-E861-4EF5-826E-FBB606E45CD3}" presName="parTx" presStyleLbl="revTx" presStyleIdx="0" presStyleCnt="5">
        <dgm:presLayoutVars>
          <dgm:chMax val="0"/>
          <dgm:chPref val="0"/>
        </dgm:presLayoutVars>
      </dgm:prSet>
      <dgm:spPr/>
    </dgm:pt>
    <dgm:pt modelId="{D25A8011-3BCC-4E34-9F10-8DFE12B6F12A}" type="pres">
      <dgm:prSet presAssocID="{71CFBCF9-C8EB-4278-92DD-E950310FAE51}" presName="sibTrans" presStyleCnt="0"/>
      <dgm:spPr/>
    </dgm:pt>
    <dgm:pt modelId="{39CAE966-BC7F-43B1-89CD-6340111A92FF}" type="pres">
      <dgm:prSet presAssocID="{E6E87879-FB40-43D4-A759-403128ADB1D2}" presName="compNode" presStyleCnt="0"/>
      <dgm:spPr/>
    </dgm:pt>
    <dgm:pt modelId="{104D5AD4-693C-49EF-BE64-3395757725D8}" type="pres">
      <dgm:prSet presAssocID="{E6E87879-FB40-43D4-A759-403128ADB1D2}" presName="bgRect" presStyleLbl="bgShp" presStyleIdx="1" presStyleCnt="5"/>
      <dgm:spPr/>
    </dgm:pt>
    <dgm:pt modelId="{3547C766-F3A6-48AE-BA09-11649A0DCA7D}" type="pres">
      <dgm:prSet presAssocID="{E6E87879-FB40-43D4-A759-403128ADB1D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BC0B057-1B10-4C51-ADAE-E35397B2B9CC}" type="pres">
      <dgm:prSet presAssocID="{E6E87879-FB40-43D4-A759-403128ADB1D2}" presName="spaceRect" presStyleCnt="0"/>
      <dgm:spPr/>
    </dgm:pt>
    <dgm:pt modelId="{A99653C4-67DE-4454-BA6D-4AE5DF6D8A71}" type="pres">
      <dgm:prSet presAssocID="{E6E87879-FB40-43D4-A759-403128ADB1D2}" presName="parTx" presStyleLbl="revTx" presStyleIdx="1" presStyleCnt="5">
        <dgm:presLayoutVars>
          <dgm:chMax val="0"/>
          <dgm:chPref val="0"/>
        </dgm:presLayoutVars>
      </dgm:prSet>
      <dgm:spPr/>
    </dgm:pt>
    <dgm:pt modelId="{6A26F4AB-9530-4007-8DFE-4B296A166ADC}" type="pres">
      <dgm:prSet presAssocID="{E67B6B0F-AE66-4042-870B-8918EA19B9E3}" presName="sibTrans" presStyleCnt="0"/>
      <dgm:spPr/>
    </dgm:pt>
    <dgm:pt modelId="{176A4C99-0B0C-4C5F-8666-A5E10E79FE6C}" type="pres">
      <dgm:prSet presAssocID="{4294DB57-D731-4BBC-8F65-57EDBFE201A7}" presName="compNode" presStyleCnt="0"/>
      <dgm:spPr/>
    </dgm:pt>
    <dgm:pt modelId="{2911F1C7-58D3-433F-89FC-798E6B14127F}" type="pres">
      <dgm:prSet presAssocID="{4294DB57-D731-4BBC-8F65-57EDBFE201A7}" presName="bgRect" presStyleLbl="bgShp" presStyleIdx="2" presStyleCnt="5"/>
      <dgm:spPr/>
    </dgm:pt>
    <dgm:pt modelId="{D0F98B0C-78F2-4867-AEA7-AB841D3F930E}" type="pres">
      <dgm:prSet presAssocID="{4294DB57-D731-4BBC-8F65-57EDBFE201A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9D8D16A-E14D-4898-A882-619A4F680961}" type="pres">
      <dgm:prSet presAssocID="{4294DB57-D731-4BBC-8F65-57EDBFE201A7}" presName="spaceRect" presStyleCnt="0"/>
      <dgm:spPr/>
    </dgm:pt>
    <dgm:pt modelId="{08C73696-FD97-4AAA-8F15-FA8D663C347D}" type="pres">
      <dgm:prSet presAssocID="{4294DB57-D731-4BBC-8F65-57EDBFE201A7}" presName="parTx" presStyleLbl="revTx" presStyleIdx="2" presStyleCnt="5">
        <dgm:presLayoutVars>
          <dgm:chMax val="0"/>
          <dgm:chPref val="0"/>
        </dgm:presLayoutVars>
      </dgm:prSet>
      <dgm:spPr/>
    </dgm:pt>
    <dgm:pt modelId="{1A981ED0-37A0-4500-97F4-376092801C78}" type="pres">
      <dgm:prSet presAssocID="{86820643-A8F4-4E9D-9A5B-6EAD096AAA78}" presName="sibTrans" presStyleCnt="0"/>
      <dgm:spPr/>
    </dgm:pt>
    <dgm:pt modelId="{CD039A03-5AA1-427B-923F-C3AE461CE31C}" type="pres">
      <dgm:prSet presAssocID="{FA458A93-09FB-4AC5-BD74-0E47F11A5931}" presName="compNode" presStyleCnt="0"/>
      <dgm:spPr/>
    </dgm:pt>
    <dgm:pt modelId="{CFF08AEA-0452-407B-A045-E4649B0F8747}" type="pres">
      <dgm:prSet presAssocID="{FA458A93-09FB-4AC5-BD74-0E47F11A5931}" presName="bgRect" presStyleLbl="bgShp" presStyleIdx="3" presStyleCnt="5"/>
      <dgm:spPr/>
    </dgm:pt>
    <dgm:pt modelId="{AD82690A-357D-4BFC-AD04-84F107B25D57}" type="pres">
      <dgm:prSet presAssocID="{FA458A93-09FB-4AC5-BD74-0E47F11A593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116A3604-E219-4615-B443-6187C948460B}" type="pres">
      <dgm:prSet presAssocID="{FA458A93-09FB-4AC5-BD74-0E47F11A5931}" presName="spaceRect" presStyleCnt="0"/>
      <dgm:spPr/>
    </dgm:pt>
    <dgm:pt modelId="{6D22BD40-B5F3-4476-95AC-2A3DE5F3EC77}" type="pres">
      <dgm:prSet presAssocID="{FA458A93-09FB-4AC5-BD74-0E47F11A5931}" presName="parTx" presStyleLbl="revTx" presStyleIdx="3" presStyleCnt="5">
        <dgm:presLayoutVars>
          <dgm:chMax val="0"/>
          <dgm:chPref val="0"/>
        </dgm:presLayoutVars>
      </dgm:prSet>
      <dgm:spPr/>
    </dgm:pt>
    <dgm:pt modelId="{3FE45E6F-B5B9-445A-BDFD-BB996BC95474}" type="pres">
      <dgm:prSet presAssocID="{E5C6A490-D7EF-4CF1-87E9-DB807C6CF7F6}" presName="sibTrans" presStyleCnt="0"/>
      <dgm:spPr/>
    </dgm:pt>
    <dgm:pt modelId="{6B843C61-0D7F-4F2C-9F88-91FA83A3A419}" type="pres">
      <dgm:prSet presAssocID="{97684160-3D47-414B-85B1-48734D9A01A1}" presName="compNode" presStyleCnt="0"/>
      <dgm:spPr/>
    </dgm:pt>
    <dgm:pt modelId="{B187E4C2-7433-4EAD-997F-CE2DD284B65A}" type="pres">
      <dgm:prSet presAssocID="{97684160-3D47-414B-85B1-48734D9A01A1}" presName="bgRect" presStyleLbl="bgShp" presStyleIdx="4" presStyleCnt="5"/>
      <dgm:spPr/>
    </dgm:pt>
    <dgm:pt modelId="{02880EEF-12E8-46DA-AFC9-70C9C7798965}" type="pres">
      <dgm:prSet presAssocID="{97684160-3D47-414B-85B1-48734D9A01A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8DC6BB1-1C9B-41E0-85A6-557A7437056F}" type="pres">
      <dgm:prSet presAssocID="{97684160-3D47-414B-85B1-48734D9A01A1}" presName="spaceRect" presStyleCnt="0"/>
      <dgm:spPr/>
    </dgm:pt>
    <dgm:pt modelId="{620BDD62-CE58-4AA6-A63C-B2CAC1E61F3B}" type="pres">
      <dgm:prSet presAssocID="{97684160-3D47-414B-85B1-48734D9A01A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189F50C-2159-427C-90AE-7304EF35C11A}" type="presOf" srcId="{E6E87879-FB40-43D4-A759-403128ADB1D2}" destId="{A99653C4-67DE-4454-BA6D-4AE5DF6D8A71}" srcOrd="0" destOrd="0" presId="urn:microsoft.com/office/officeart/2018/2/layout/IconVerticalSolidList"/>
    <dgm:cxn modelId="{346A8218-DC7A-4832-92B5-53BBA5F1D64C}" srcId="{E46A3D2E-D1EE-433F-98DC-26B052516636}" destId="{FA458A93-09FB-4AC5-BD74-0E47F11A5931}" srcOrd="3" destOrd="0" parTransId="{18C99752-5354-4A0E-89A5-C1E410CDC400}" sibTransId="{E5C6A490-D7EF-4CF1-87E9-DB807C6CF7F6}"/>
    <dgm:cxn modelId="{69CE201C-25F8-4750-815C-8EF525341A5A}" srcId="{E46A3D2E-D1EE-433F-98DC-26B052516636}" destId="{9F4FD60E-E861-4EF5-826E-FBB606E45CD3}" srcOrd="0" destOrd="0" parTransId="{FC288179-63BE-4B96-97CA-4A9CB05777D3}" sibTransId="{71CFBCF9-C8EB-4278-92DD-E950310FAE51}"/>
    <dgm:cxn modelId="{ED4F571F-0DDB-4867-A375-8C33EBD7FA04}" srcId="{E46A3D2E-D1EE-433F-98DC-26B052516636}" destId="{E6E87879-FB40-43D4-A759-403128ADB1D2}" srcOrd="1" destOrd="0" parTransId="{6FD213F3-EDE2-4294-A3E1-E2A6957BA72D}" sibTransId="{E67B6B0F-AE66-4042-870B-8918EA19B9E3}"/>
    <dgm:cxn modelId="{01FBF82A-CA82-4F6F-B11C-F106614B35EB}" type="presOf" srcId="{9F4FD60E-E861-4EF5-826E-FBB606E45CD3}" destId="{4177ABA2-A23B-4F53-8964-36C379C46C51}" srcOrd="0" destOrd="0" presId="urn:microsoft.com/office/officeart/2018/2/layout/IconVerticalSolidList"/>
    <dgm:cxn modelId="{F69D057A-C682-469E-89AA-CDC41169F825}" srcId="{E46A3D2E-D1EE-433F-98DC-26B052516636}" destId="{4294DB57-D731-4BBC-8F65-57EDBFE201A7}" srcOrd="2" destOrd="0" parTransId="{D76BBD0C-9BF7-46D5-931D-4EF9D5609406}" sibTransId="{86820643-A8F4-4E9D-9A5B-6EAD096AAA78}"/>
    <dgm:cxn modelId="{A6E4167A-5008-42CC-828F-6497E25C5C42}" srcId="{E46A3D2E-D1EE-433F-98DC-26B052516636}" destId="{97684160-3D47-414B-85B1-48734D9A01A1}" srcOrd="4" destOrd="0" parTransId="{A6B69B05-1C36-44DC-9278-499304B0AF7F}" sibTransId="{465F1F69-FCE7-490D-BB64-34BC8A1162EC}"/>
    <dgm:cxn modelId="{ADFF1F8B-0419-48CE-AF24-444DB8CFA17C}" type="presOf" srcId="{97684160-3D47-414B-85B1-48734D9A01A1}" destId="{620BDD62-CE58-4AA6-A63C-B2CAC1E61F3B}" srcOrd="0" destOrd="0" presId="urn:microsoft.com/office/officeart/2018/2/layout/IconVerticalSolidList"/>
    <dgm:cxn modelId="{1F6DB48B-7F4B-48E0-8E10-11589E8CAFF7}" type="presOf" srcId="{4294DB57-D731-4BBC-8F65-57EDBFE201A7}" destId="{08C73696-FD97-4AAA-8F15-FA8D663C347D}" srcOrd="0" destOrd="0" presId="urn:microsoft.com/office/officeart/2018/2/layout/IconVerticalSolidList"/>
    <dgm:cxn modelId="{279526D0-3253-4505-90A7-BB2126ED0BBF}" type="presOf" srcId="{E46A3D2E-D1EE-433F-98DC-26B052516636}" destId="{90E6B415-2B5B-41B5-A2ED-7DDB01A58ADE}" srcOrd="0" destOrd="0" presId="urn:microsoft.com/office/officeart/2018/2/layout/IconVerticalSolidList"/>
    <dgm:cxn modelId="{D26B06F9-6188-43B0-A102-BBD116419DD8}" type="presOf" srcId="{FA458A93-09FB-4AC5-BD74-0E47F11A5931}" destId="{6D22BD40-B5F3-4476-95AC-2A3DE5F3EC77}" srcOrd="0" destOrd="0" presId="urn:microsoft.com/office/officeart/2018/2/layout/IconVerticalSolidList"/>
    <dgm:cxn modelId="{0CD2247D-9C79-4F72-B8A4-3A1DDB61C206}" type="presParOf" srcId="{90E6B415-2B5B-41B5-A2ED-7DDB01A58ADE}" destId="{27A22E3B-8022-4034-98BF-957DC3244C9B}" srcOrd="0" destOrd="0" presId="urn:microsoft.com/office/officeart/2018/2/layout/IconVerticalSolidList"/>
    <dgm:cxn modelId="{AA752EC0-58C6-4601-90D3-DE1B4DB19234}" type="presParOf" srcId="{27A22E3B-8022-4034-98BF-957DC3244C9B}" destId="{024FB366-BB4C-4451-9146-6F87FD3B65C6}" srcOrd="0" destOrd="0" presId="urn:microsoft.com/office/officeart/2018/2/layout/IconVerticalSolidList"/>
    <dgm:cxn modelId="{11803A85-A441-45BF-A764-FB6F5E6C3027}" type="presParOf" srcId="{27A22E3B-8022-4034-98BF-957DC3244C9B}" destId="{C619614E-7FE7-4D36-9B7D-2E3013A22DAB}" srcOrd="1" destOrd="0" presId="urn:microsoft.com/office/officeart/2018/2/layout/IconVerticalSolidList"/>
    <dgm:cxn modelId="{420E415F-5134-4FC2-9053-BFAE6B46C9C0}" type="presParOf" srcId="{27A22E3B-8022-4034-98BF-957DC3244C9B}" destId="{F6A21F17-D4E2-4582-9683-EAB8BC642D29}" srcOrd="2" destOrd="0" presId="urn:microsoft.com/office/officeart/2018/2/layout/IconVerticalSolidList"/>
    <dgm:cxn modelId="{C500CEBC-9D10-426A-A48E-2F90BC665224}" type="presParOf" srcId="{27A22E3B-8022-4034-98BF-957DC3244C9B}" destId="{4177ABA2-A23B-4F53-8964-36C379C46C51}" srcOrd="3" destOrd="0" presId="urn:microsoft.com/office/officeart/2018/2/layout/IconVerticalSolidList"/>
    <dgm:cxn modelId="{40A16109-60C2-4F50-BF56-C0271DA69C1D}" type="presParOf" srcId="{90E6B415-2B5B-41B5-A2ED-7DDB01A58ADE}" destId="{D25A8011-3BCC-4E34-9F10-8DFE12B6F12A}" srcOrd="1" destOrd="0" presId="urn:microsoft.com/office/officeart/2018/2/layout/IconVerticalSolidList"/>
    <dgm:cxn modelId="{863351ED-0D9C-44E0-BBB8-9DF7B215C352}" type="presParOf" srcId="{90E6B415-2B5B-41B5-A2ED-7DDB01A58ADE}" destId="{39CAE966-BC7F-43B1-89CD-6340111A92FF}" srcOrd="2" destOrd="0" presId="urn:microsoft.com/office/officeart/2018/2/layout/IconVerticalSolidList"/>
    <dgm:cxn modelId="{A561F819-B210-46E3-9B05-82C9CE3760A9}" type="presParOf" srcId="{39CAE966-BC7F-43B1-89CD-6340111A92FF}" destId="{104D5AD4-693C-49EF-BE64-3395757725D8}" srcOrd="0" destOrd="0" presId="urn:microsoft.com/office/officeart/2018/2/layout/IconVerticalSolidList"/>
    <dgm:cxn modelId="{DC0B931F-7B99-46E3-B65E-B0D9EE2E6FED}" type="presParOf" srcId="{39CAE966-BC7F-43B1-89CD-6340111A92FF}" destId="{3547C766-F3A6-48AE-BA09-11649A0DCA7D}" srcOrd="1" destOrd="0" presId="urn:microsoft.com/office/officeart/2018/2/layout/IconVerticalSolidList"/>
    <dgm:cxn modelId="{9C164801-7F95-421F-AD67-534632AEB872}" type="presParOf" srcId="{39CAE966-BC7F-43B1-89CD-6340111A92FF}" destId="{EBC0B057-1B10-4C51-ADAE-E35397B2B9CC}" srcOrd="2" destOrd="0" presId="urn:microsoft.com/office/officeart/2018/2/layout/IconVerticalSolidList"/>
    <dgm:cxn modelId="{B37CBB7B-83C3-487E-AA58-A7C041AC34E9}" type="presParOf" srcId="{39CAE966-BC7F-43B1-89CD-6340111A92FF}" destId="{A99653C4-67DE-4454-BA6D-4AE5DF6D8A71}" srcOrd="3" destOrd="0" presId="urn:microsoft.com/office/officeart/2018/2/layout/IconVerticalSolidList"/>
    <dgm:cxn modelId="{C4268A2B-487B-435E-B084-303723249BE2}" type="presParOf" srcId="{90E6B415-2B5B-41B5-A2ED-7DDB01A58ADE}" destId="{6A26F4AB-9530-4007-8DFE-4B296A166ADC}" srcOrd="3" destOrd="0" presId="urn:microsoft.com/office/officeart/2018/2/layout/IconVerticalSolidList"/>
    <dgm:cxn modelId="{340A25AE-9BE7-4DCC-86C0-916121D7C2F7}" type="presParOf" srcId="{90E6B415-2B5B-41B5-A2ED-7DDB01A58ADE}" destId="{176A4C99-0B0C-4C5F-8666-A5E10E79FE6C}" srcOrd="4" destOrd="0" presId="urn:microsoft.com/office/officeart/2018/2/layout/IconVerticalSolidList"/>
    <dgm:cxn modelId="{9759B9AC-4E7B-4817-A9F7-21E11BFEBBCD}" type="presParOf" srcId="{176A4C99-0B0C-4C5F-8666-A5E10E79FE6C}" destId="{2911F1C7-58D3-433F-89FC-798E6B14127F}" srcOrd="0" destOrd="0" presId="urn:microsoft.com/office/officeart/2018/2/layout/IconVerticalSolidList"/>
    <dgm:cxn modelId="{59037783-A60F-4FF7-872D-644E756B01B8}" type="presParOf" srcId="{176A4C99-0B0C-4C5F-8666-A5E10E79FE6C}" destId="{D0F98B0C-78F2-4867-AEA7-AB841D3F930E}" srcOrd="1" destOrd="0" presId="urn:microsoft.com/office/officeart/2018/2/layout/IconVerticalSolidList"/>
    <dgm:cxn modelId="{5F50562D-2EB2-45E5-A5FA-2EE19E6EA139}" type="presParOf" srcId="{176A4C99-0B0C-4C5F-8666-A5E10E79FE6C}" destId="{B9D8D16A-E14D-4898-A882-619A4F680961}" srcOrd="2" destOrd="0" presId="urn:microsoft.com/office/officeart/2018/2/layout/IconVerticalSolidList"/>
    <dgm:cxn modelId="{736897BE-82D9-4B3C-A2C3-7BD4C3E40C3B}" type="presParOf" srcId="{176A4C99-0B0C-4C5F-8666-A5E10E79FE6C}" destId="{08C73696-FD97-4AAA-8F15-FA8D663C347D}" srcOrd="3" destOrd="0" presId="urn:microsoft.com/office/officeart/2018/2/layout/IconVerticalSolidList"/>
    <dgm:cxn modelId="{AAEC3BE5-0B20-4F45-9504-28E1C7A19241}" type="presParOf" srcId="{90E6B415-2B5B-41B5-A2ED-7DDB01A58ADE}" destId="{1A981ED0-37A0-4500-97F4-376092801C78}" srcOrd="5" destOrd="0" presId="urn:microsoft.com/office/officeart/2018/2/layout/IconVerticalSolidList"/>
    <dgm:cxn modelId="{C8F70B96-48A9-4A8D-9BA8-2191A620315C}" type="presParOf" srcId="{90E6B415-2B5B-41B5-A2ED-7DDB01A58ADE}" destId="{CD039A03-5AA1-427B-923F-C3AE461CE31C}" srcOrd="6" destOrd="0" presId="urn:microsoft.com/office/officeart/2018/2/layout/IconVerticalSolidList"/>
    <dgm:cxn modelId="{4CDC1B42-867B-47F5-AFB3-14B52E239D89}" type="presParOf" srcId="{CD039A03-5AA1-427B-923F-C3AE461CE31C}" destId="{CFF08AEA-0452-407B-A045-E4649B0F8747}" srcOrd="0" destOrd="0" presId="urn:microsoft.com/office/officeart/2018/2/layout/IconVerticalSolidList"/>
    <dgm:cxn modelId="{A0D2FC68-BBC4-4CF4-9E1D-145FD9E57039}" type="presParOf" srcId="{CD039A03-5AA1-427B-923F-C3AE461CE31C}" destId="{AD82690A-357D-4BFC-AD04-84F107B25D57}" srcOrd="1" destOrd="0" presId="urn:microsoft.com/office/officeart/2018/2/layout/IconVerticalSolidList"/>
    <dgm:cxn modelId="{58F5C794-5BA4-4B33-A551-8AA1B5E83784}" type="presParOf" srcId="{CD039A03-5AA1-427B-923F-C3AE461CE31C}" destId="{116A3604-E219-4615-B443-6187C948460B}" srcOrd="2" destOrd="0" presId="urn:microsoft.com/office/officeart/2018/2/layout/IconVerticalSolidList"/>
    <dgm:cxn modelId="{D325F2F4-F9B2-441E-A5C2-21D3F86123AE}" type="presParOf" srcId="{CD039A03-5AA1-427B-923F-C3AE461CE31C}" destId="{6D22BD40-B5F3-4476-95AC-2A3DE5F3EC77}" srcOrd="3" destOrd="0" presId="urn:microsoft.com/office/officeart/2018/2/layout/IconVerticalSolidList"/>
    <dgm:cxn modelId="{406AFDD6-7D86-4599-A729-FF8388FE7993}" type="presParOf" srcId="{90E6B415-2B5B-41B5-A2ED-7DDB01A58ADE}" destId="{3FE45E6F-B5B9-445A-BDFD-BB996BC95474}" srcOrd="7" destOrd="0" presId="urn:microsoft.com/office/officeart/2018/2/layout/IconVerticalSolidList"/>
    <dgm:cxn modelId="{8C7EDDF0-FAB4-404A-A084-70B65972E3D3}" type="presParOf" srcId="{90E6B415-2B5B-41B5-A2ED-7DDB01A58ADE}" destId="{6B843C61-0D7F-4F2C-9F88-91FA83A3A419}" srcOrd="8" destOrd="0" presId="urn:microsoft.com/office/officeart/2018/2/layout/IconVerticalSolidList"/>
    <dgm:cxn modelId="{4E791B8E-47AC-4A24-8D8D-08E2139414A9}" type="presParOf" srcId="{6B843C61-0D7F-4F2C-9F88-91FA83A3A419}" destId="{B187E4C2-7433-4EAD-997F-CE2DD284B65A}" srcOrd="0" destOrd="0" presId="urn:microsoft.com/office/officeart/2018/2/layout/IconVerticalSolidList"/>
    <dgm:cxn modelId="{89492444-814B-4E61-A260-5C1CCC10B7EC}" type="presParOf" srcId="{6B843C61-0D7F-4F2C-9F88-91FA83A3A419}" destId="{02880EEF-12E8-46DA-AFC9-70C9C7798965}" srcOrd="1" destOrd="0" presId="urn:microsoft.com/office/officeart/2018/2/layout/IconVerticalSolidList"/>
    <dgm:cxn modelId="{764CEEDB-61B5-4852-9E78-0DC547E40512}" type="presParOf" srcId="{6B843C61-0D7F-4F2C-9F88-91FA83A3A419}" destId="{38DC6BB1-1C9B-41E0-85A6-557A7437056F}" srcOrd="2" destOrd="0" presId="urn:microsoft.com/office/officeart/2018/2/layout/IconVerticalSolidList"/>
    <dgm:cxn modelId="{FD23ACF8-970D-4F49-ACD6-EB2F15C80134}" type="presParOf" srcId="{6B843C61-0D7F-4F2C-9F88-91FA83A3A419}" destId="{620BDD62-CE58-4AA6-A63C-B2CAC1E61F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676BA3-135B-4616-8E07-ABCC1A122E2F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4B2EC96-CB08-43C9-AF00-E0B10D19F1F5}">
      <dgm:prSet/>
      <dgm:spPr/>
      <dgm:t>
        <a:bodyPr/>
        <a:lstStyle/>
        <a:p>
          <a:r>
            <a:rPr lang="en-US"/>
            <a:t>Access data from anywhere</a:t>
          </a:r>
        </a:p>
      </dgm:t>
    </dgm:pt>
    <dgm:pt modelId="{69CCFDEE-8D7A-4206-B7E3-1E2D4E86A5D5}" type="parTrans" cxnId="{7A5CC3FC-4523-4FF9-8DD4-F62962ACEFA7}">
      <dgm:prSet/>
      <dgm:spPr/>
      <dgm:t>
        <a:bodyPr/>
        <a:lstStyle/>
        <a:p>
          <a:endParaRPr lang="en-US"/>
        </a:p>
      </dgm:t>
    </dgm:pt>
    <dgm:pt modelId="{4BE14C6C-9274-475E-8B68-FB4D6B4BD91B}" type="sibTrans" cxnId="{7A5CC3FC-4523-4FF9-8DD4-F62962ACEFA7}">
      <dgm:prSet/>
      <dgm:spPr/>
      <dgm:t>
        <a:bodyPr/>
        <a:lstStyle/>
        <a:p>
          <a:endParaRPr lang="en-US"/>
        </a:p>
      </dgm:t>
    </dgm:pt>
    <dgm:pt modelId="{54320480-4860-42E0-9A42-555B29214961}">
      <dgm:prSet/>
      <dgm:spPr/>
      <dgm:t>
        <a:bodyPr/>
        <a:lstStyle/>
        <a:p>
          <a:r>
            <a:rPr lang="en-US"/>
            <a:t>Expandable storage</a:t>
          </a:r>
        </a:p>
      </dgm:t>
    </dgm:pt>
    <dgm:pt modelId="{37E1386D-08E9-4C14-AEE5-CEDDBF3AD372}" type="parTrans" cxnId="{1EC82840-8282-46E3-8C58-96072867A161}">
      <dgm:prSet/>
      <dgm:spPr/>
      <dgm:t>
        <a:bodyPr/>
        <a:lstStyle/>
        <a:p>
          <a:endParaRPr lang="en-US"/>
        </a:p>
      </dgm:t>
    </dgm:pt>
    <dgm:pt modelId="{A5D41528-F682-482F-A0E7-AC8F1390445B}" type="sibTrans" cxnId="{1EC82840-8282-46E3-8C58-96072867A161}">
      <dgm:prSet/>
      <dgm:spPr/>
      <dgm:t>
        <a:bodyPr/>
        <a:lstStyle/>
        <a:p>
          <a:endParaRPr lang="en-US"/>
        </a:p>
      </dgm:t>
    </dgm:pt>
    <dgm:pt modelId="{57628466-7C0E-418F-9BFF-DE800BF8045D}">
      <dgm:prSet/>
      <dgm:spPr/>
      <dgm:t>
        <a:bodyPr/>
        <a:lstStyle/>
        <a:p>
          <a:r>
            <a:rPr lang="en-US"/>
            <a:t>Automatic backup and recovery</a:t>
          </a:r>
        </a:p>
      </dgm:t>
    </dgm:pt>
    <dgm:pt modelId="{ACE4AA55-6A85-46D5-87D2-C597536AF5E5}" type="parTrans" cxnId="{5DFE7BCF-5EDA-4283-A763-747B0678BFAD}">
      <dgm:prSet/>
      <dgm:spPr/>
      <dgm:t>
        <a:bodyPr/>
        <a:lstStyle/>
        <a:p>
          <a:endParaRPr lang="en-US"/>
        </a:p>
      </dgm:t>
    </dgm:pt>
    <dgm:pt modelId="{0AD5A65B-F8AC-4E5B-8974-456F96430A50}" type="sibTrans" cxnId="{5DFE7BCF-5EDA-4283-A763-747B0678BFAD}">
      <dgm:prSet/>
      <dgm:spPr/>
      <dgm:t>
        <a:bodyPr/>
        <a:lstStyle/>
        <a:p>
          <a:endParaRPr lang="en-US"/>
        </a:p>
      </dgm:t>
    </dgm:pt>
    <dgm:pt modelId="{FE3730AF-E94D-43CA-B040-16DE99768240}">
      <dgm:prSet/>
      <dgm:spPr/>
      <dgm:t>
        <a:bodyPr/>
        <a:lstStyle/>
        <a:p>
          <a:r>
            <a:rPr lang="en-US"/>
            <a:t>Easy file sharing</a:t>
          </a:r>
        </a:p>
      </dgm:t>
    </dgm:pt>
    <dgm:pt modelId="{AE914682-48C0-4D77-92C6-F4B8EAF4659F}" type="parTrans" cxnId="{218DB5A2-378F-40EA-B4C2-1CE692D1C62E}">
      <dgm:prSet/>
      <dgm:spPr/>
      <dgm:t>
        <a:bodyPr/>
        <a:lstStyle/>
        <a:p>
          <a:endParaRPr lang="en-US"/>
        </a:p>
      </dgm:t>
    </dgm:pt>
    <dgm:pt modelId="{21D1F55F-1F0F-411B-9F33-DFEE6CF7F49E}" type="sibTrans" cxnId="{218DB5A2-378F-40EA-B4C2-1CE692D1C62E}">
      <dgm:prSet/>
      <dgm:spPr/>
      <dgm:t>
        <a:bodyPr/>
        <a:lstStyle/>
        <a:p>
          <a:endParaRPr lang="en-US"/>
        </a:p>
      </dgm:t>
    </dgm:pt>
    <dgm:pt modelId="{1B5B6FA7-9DE2-4CC2-851C-26FA0E4B8938}">
      <dgm:prSet/>
      <dgm:spPr/>
      <dgm:t>
        <a:bodyPr/>
        <a:lstStyle/>
        <a:p>
          <a:r>
            <a:rPr lang="en-US"/>
            <a:t>Saves cost (no need for physical storage devices)</a:t>
          </a:r>
        </a:p>
      </dgm:t>
    </dgm:pt>
    <dgm:pt modelId="{965980D2-FFEE-459F-BF23-7B69F31E1482}" type="parTrans" cxnId="{B906A627-AD18-4932-A1C0-CF58F4BE3AA6}">
      <dgm:prSet/>
      <dgm:spPr/>
      <dgm:t>
        <a:bodyPr/>
        <a:lstStyle/>
        <a:p>
          <a:endParaRPr lang="en-US"/>
        </a:p>
      </dgm:t>
    </dgm:pt>
    <dgm:pt modelId="{A10E2C59-7C94-4D51-98F9-C0ABBD012958}" type="sibTrans" cxnId="{B906A627-AD18-4932-A1C0-CF58F4BE3AA6}">
      <dgm:prSet/>
      <dgm:spPr/>
      <dgm:t>
        <a:bodyPr/>
        <a:lstStyle/>
        <a:p>
          <a:endParaRPr lang="en-US"/>
        </a:p>
      </dgm:t>
    </dgm:pt>
    <dgm:pt modelId="{4D0591CF-3825-4426-85CB-DD7F5719EF1E}" type="pres">
      <dgm:prSet presAssocID="{70676BA3-135B-4616-8E07-ABCC1A122E2F}" presName="linear" presStyleCnt="0">
        <dgm:presLayoutVars>
          <dgm:animLvl val="lvl"/>
          <dgm:resizeHandles val="exact"/>
        </dgm:presLayoutVars>
      </dgm:prSet>
      <dgm:spPr/>
    </dgm:pt>
    <dgm:pt modelId="{5DA859BF-305F-433C-AC36-C29B3136ADFB}" type="pres">
      <dgm:prSet presAssocID="{D4B2EC96-CB08-43C9-AF00-E0B10D19F1F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8D49BC0-46EF-42F1-8421-0ECAE2FFACD9}" type="pres">
      <dgm:prSet presAssocID="{4BE14C6C-9274-475E-8B68-FB4D6B4BD91B}" presName="spacer" presStyleCnt="0"/>
      <dgm:spPr/>
    </dgm:pt>
    <dgm:pt modelId="{4E7AD6D6-92CB-4DAF-87B5-099C62B68A49}" type="pres">
      <dgm:prSet presAssocID="{54320480-4860-42E0-9A42-555B2921496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093D1D3-557F-44E0-80F2-410FCE73121B}" type="pres">
      <dgm:prSet presAssocID="{A5D41528-F682-482F-A0E7-AC8F1390445B}" presName="spacer" presStyleCnt="0"/>
      <dgm:spPr/>
    </dgm:pt>
    <dgm:pt modelId="{7B7AA28D-210D-4543-A22E-9CE34972BC38}" type="pres">
      <dgm:prSet presAssocID="{57628466-7C0E-418F-9BFF-DE800BF804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1F26B3-28C8-47BF-AF04-AA711B8E5F46}" type="pres">
      <dgm:prSet presAssocID="{0AD5A65B-F8AC-4E5B-8974-456F96430A50}" presName="spacer" presStyleCnt="0"/>
      <dgm:spPr/>
    </dgm:pt>
    <dgm:pt modelId="{71352D1F-038E-4C35-8CEA-2AEAD2E842B1}" type="pres">
      <dgm:prSet presAssocID="{FE3730AF-E94D-43CA-B040-16DE9976824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DC9D590-5739-4DFE-8FF3-5EBFF940630D}" type="pres">
      <dgm:prSet presAssocID="{21D1F55F-1F0F-411B-9F33-DFEE6CF7F49E}" presName="spacer" presStyleCnt="0"/>
      <dgm:spPr/>
    </dgm:pt>
    <dgm:pt modelId="{2010C2A8-592F-4BE3-A950-66DB076439D3}" type="pres">
      <dgm:prSet presAssocID="{1B5B6FA7-9DE2-4CC2-851C-26FA0E4B893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906A627-AD18-4932-A1C0-CF58F4BE3AA6}" srcId="{70676BA3-135B-4616-8E07-ABCC1A122E2F}" destId="{1B5B6FA7-9DE2-4CC2-851C-26FA0E4B8938}" srcOrd="4" destOrd="0" parTransId="{965980D2-FFEE-459F-BF23-7B69F31E1482}" sibTransId="{A10E2C59-7C94-4D51-98F9-C0ABBD012958}"/>
    <dgm:cxn modelId="{1EC82840-8282-46E3-8C58-96072867A161}" srcId="{70676BA3-135B-4616-8E07-ABCC1A122E2F}" destId="{54320480-4860-42E0-9A42-555B29214961}" srcOrd="1" destOrd="0" parTransId="{37E1386D-08E9-4C14-AEE5-CEDDBF3AD372}" sibTransId="{A5D41528-F682-482F-A0E7-AC8F1390445B}"/>
    <dgm:cxn modelId="{814E7E5E-F51B-43D8-B267-481EF26535D5}" type="presOf" srcId="{FE3730AF-E94D-43CA-B040-16DE99768240}" destId="{71352D1F-038E-4C35-8CEA-2AEAD2E842B1}" srcOrd="0" destOrd="0" presId="urn:microsoft.com/office/officeart/2005/8/layout/vList2"/>
    <dgm:cxn modelId="{DFEA1265-FCF4-4737-AF1C-BD5DD415510A}" type="presOf" srcId="{D4B2EC96-CB08-43C9-AF00-E0B10D19F1F5}" destId="{5DA859BF-305F-433C-AC36-C29B3136ADFB}" srcOrd="0" destOrd="0" presId="urn:microsoft.com/office/officeart/2005/8/layout/vList2"/>
    <dgm:cxn modelId="{3917906A-BA51-4B0B-BE03-425D06949595}" type="presOf" srcId="{57628466-7C0E-418F-9BFF-DE800BF8045D}" destId="{7B7AA28D-210D-4543-A22E-9CE34972BC38}" srcOrd="0" destOrd="0" presId="urn:microsoft.com/office/officeart/2005/8/layout/vList2"/>
    <dgm:cxn modelId="{A1BD5C7F-4B12-441A-A839-EFA484BFED59}" type="presOf" srcId="{54320480-4860-42E0-9A42-555B29214961}" destId="{4E7AD6D6-92CB-4DAF-87B5-099C62B68A49}" srcOrd="0" destOrd="0" presId="urn:microsoft.com/office/officeart/2005/8/layout/vList2"/>
    <dgm:cxn modelId="{8EAD2B87-673B-46D6-92DA-C36507084FC6}" type="presOf" srcId="{1B5B6FA7-9DE2-4CC2-851C-26FA0E4B8938}" destId="{2010C2A8-592F-4BE3-A950-66DB076439D3}" srcOrd="0" destOrd="0" presId="urn:microsoft.com/office/officeart/2005/8/layout/vList2"/>
    <dgm:cxn modelId="{218DB5A2-378F-40EA-B4C2-1CE692D1C62E}" srcId="{70676BA3-135B-4616-8E07-ABCC1A122E2F}" destId="{FE3730AF-E94D-43CA-B040-16DE99768240}" srcOrd="3" destOrd="0" parTransId="{AE914682-48C0-4D77-92C6-F4B8EAF4659F}" sibTransId="{21D1F55F-1F0F-411B-9F33-DFEE6CF7F49E}"/>
    <dgm:cxn modelId="{DD402FB6-91A4-4CC6-B29D-041A3F67D449}" type="presOf" srcId="{70676BA3-135B-4616-8E07-ABCC1A122E2F}" destId="{4D0591CF-3825-4426-85CB-DD7F5719EF1E}" srcOrd="0" destOrd="0" presId="urn:microsoft.com/office/officeart/2005/8/layout/vList2"/>
    <dgm:cxn modelId="{5DFE7BCF-5EDA-4283-A763-747B0678BFAD}" srcId="{70676BA3-135B-4616-8E07-ABCC1A122E2F}" destId="{57628466-7C0E-418F-9BFF-DE800BF8045D}" srcOrd="2" destOrd="0" parTransId="{ACE4AA55-6A85-46D5-87D2-C597536AF5E5}" sibTransId="{0AD5A65B-F8AC-4E5B-8974-456F96430A50}"/>
    <dgm:cxn modelId="{7A5CC3FC-4523-4FF9-8DD4-F62962ACEFA7}" srcId="{70676BA3-135B-4616-8E07-ABCC1A122E2F}" destId="{D4B2EC96-CB08-43C9-AF00-E0B10D19F1F5}" srcOrd="0" destOrd="0" parTransId="{69CCFDEE-8D7A-4206-B7E3-1E2D4E86A5D5}" sibTransId="{4BE14C6C-9274-475E-8B68-FB4D6B4BD91B}"/>
    <dgm:cxn modelId="{14BB9EF1-F77F-4634-8C60-C46A2A930F2A}" type="presParOf" srcId="{4D0591CF-3825-4426-85CB-DD7F5719EF1E}" destId="{5DA859BF-305F-433C-AC36-C29B3136ADFB}" srcOrd="0" destOrd="0" presId="urn:microsoft.com/office/officeart/2005/8/layout/vList2"/>
    <dgm:cxn modelId="{BB170C43-3747-4BC3-A6A9-E3F2C22756B9}" type="presParOf" srcId="{4D0591CF-3825-4426-85CB-DD7F5719EF1E}" destId="{C8D49BC0-46EF-42F1-8421-0ECAE2FFACD9}" srcOrd="1" destOrd="0" presId="urn:microsoft.com/office/officeart/2005/8/layout/vList2"/>
    <dgm:cxn modelId="{2A134CCA-D190-408D-B33E-E0720ABDFF98}" type="presParOf" srcId="{4D0591CF-3825-4426-85CB-DD7F5719EF1E}" destId="{4E7AD6D6-92CB-4DAF-87B5-099C62B68A49}" srcOrd="2" destOrd="0" presId="urn:microsoft.com/office/officeart/2005/8/layout/vList2"/>
    <dgm:cxn modelId="{24F9833F-5D8F-49C0-BE47-2CACB554C1FE}" type="presParOf" srcId="{4D0591CF-3825-4426-85CB-DD7F5719EF1E}" destId="{E093D1D3-557F-44E0-80F2-410FCE73121B}" srcOrd="3" destOrd="0" presId="urn:microsoft.com/office/officeart/2005/8/layout/vList2"/>
    <dgm:cxn modelId="{E9EBED63-1D58-40AE-8FB9-E10158AC73B7}" type="presParOf" srcId="{4D0591CF-3825-4426-85CB-DD7F5719EF1E}" destId="{7B7AA28D-210D-4543-A22E-9CE34972BC38}" srcOrd="4" destOrd="0" presId="urn:microsoft.com/office/officeart/2005/8/layout/vList2"/>
    <dgm:cxn modelId="{47DFA5E6-7F33-4A4C-90EB-1DF737B95A6C}" type="presParOf" srcId="{4D0591CF-3825-4426-85CB-DD7F5719EF1E}" destId="{DB1F26B3-28C8-47BF-AF04-AA711B8E5F46}" srcOrd="5" destOrd="0" presId="urn:microsoft.com/office/officeart/2005/8/layout/vList2"/>
    <dgm:cxn modelId="{F8E5A128-63E9-45B3-8A5A-F9056F3A7218}" type="presParOf" srcId="{4D0591CF-3825-4426-85CB-DD7F5719EF1E}" destId="{71352D1F-038E-4C35-8CEA-2AEAD2E842B1}" srcOrd="6" destOrd="0" presId="urn:microsoft.com/office/officeart/2005/8/layout/vList2"/>
    <dgm:cxn modelId="{8766ED7E-2A68-4631-9782-7F6E49EF6977}" type="presParOf" srcId="{4D0591CF-3825-4426-85CB-DD7F5719EF1E}" destId="{DDC9D590-5739-4DFE-8FF3-5EBFF940630D}" srcOrd="7" destOrd="0" presId="urn:microsoft.com/office/officeart/2005/8/layout/vList2"/>
    <dgm:cxn modelId="{E525CBC4-1788-4B15-B561-7A1D59D7342C}" type="presParOf" srcId="{4D0591CF-3825-4426-85CB-DD7F5719EF1E}" destId="{2010C2A8-592F-4BE3-A950-66DB076439D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B1D85D-D101-42D8-A642-8494FDD0A3B4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3DC5FB3-3D02-4134-B4CB-D2CF76AD2B78}">
      <dgm:prSet/>
      <dgm:spPr/>
      <dgm:t>
        <a:bodyPr/>
        <a:lstStyle/>
        <a:p>
          <a:pPr>
            <a:defRPr cap="all"/>
          </a:pPr>
          <a:r>
            <a:rPr lang="en-US"/>
            <a:t>Google Drive</a:t>
          </a:r>
        </a:p>
      </dgm:t>
    </dgm:pt>
    <dgm:pt modelId="{C6C409EF-63A1-43F0-8079-464BF3704036}" type="parTrans" cxnId="{A9429D17-AD10-4F3A-88CD-7E4F719EAC2B}">
      <dgm:prSet/>
      <dgm:spPr/>
      <dgm:t>
        <a:bodyPr/>
        <a:lstStyle/>
        <a:p>
          <a:endParaRPr lang="en-US"/>
        </a:p>
      </dgm:t>
    </dgm:pt>
    <dgm:pt modelId="{973E6C03-2376-405B-AE3F-7B40F61AF1ED}" type="sibTrans" cxnId="{A9429D17-AD10-4F3A-88CD-7E4F719EAC2B}">
      <dgm:prSet/>
      <dgm:spPr/>
      <dgm:t>
        <a:bodyPr/>
        <a:lstStyle/>
        <a:p>
          <a:endParaRPr lang="en-US"/>
        </a:p>
      </dgm:t>
    </dgm:pt>
    <dgm:pt modelId="{178321C1-9942-492A-95B6-7F9558B78C32}">
      <dgm:prSet/>
      <dgm:spPr/>
      <dgm:t>
        <a:bodyPr/>
        <a:lstStyle/>
        <a:p>
          <a:pPr>
            <a:defRPr cap="all"/>
          </a:pPr>
          <a:r>
            <a:rPr lang="en-US"/>
            <a:t>Dropbox</a:t>
          </a:r>
        </a:p>
      </dgm:t>
    </dgm:pt>
    <dgm:pt modelId="{CBA66FAC-DF98-4708-ADDE-67080041BD9C}" type="parTrans" cxnId="{188A2249-DA07-4534-8276-44CF17DECC2A}">
      <dgm:prSet/>
      <dgm:spPr/>
      <dgm:t>
        <a:bodyPr/>
        <a:lstStyle/>
        <a:p>
          <a:endParaRPr lang="en-US"/>
        </a:p>
      </dgm:t>
    </dgm:pt>
    <dgm:pt modelId="{59087743-3D35-409A-9D26-A61BD31CAFFD}" type="sibTrans" cxnId="{188A2249-DA07-4534-8276-44CF17DECC2A}">
      <dgm:prSet/>
      <dgm:spPr/>
      <dgm:t>
        <a:bodyPr/>
        <a:lstStyle/>
        <a:p>
          <a:endParaRPr lang="en-US"/>
        </a:p>
      </dgm:t>
    </dgm:pt>
    <dgm:pt modelId="{4EB0C4B4-2565-4D9A-987E-876C4A27CD70}">
      <dgm:prSet/>
      <dgm:spPr/>
      <dgm:t>
        <a:bodyPr/>
        <a:lstStyle/>
        <a:p>
          <a:pPr>
            <a:defRPr cap="all"/>
          </a:pPr>
          <a:r>
            <a:rPr lang="en-US"/>
            <a:t>Microsoft OneDrive</a:t>
          </a:r>
        </a:p>
      </dgm:t>
    </dgm:pt>
    <dgm:pt modelId="{EA2A4FEC-AB40-4462-8A70-47406BB0CC9E}" type="parTrans" cxnId="{42E3EF0C-0F3A-4516-85F7-DC9A8D7BE4F9}">
      <dgm:prSet/>
      <dgm:spPr/>
      <dgm:t>
        <a:bodyPr/>
        <a:lstStyle/>
        <a:p>
          <a:endParaRPr lang="en-US"/>
        </a:p>
      </dgm:t>
    </dgm:pt>
    <dgm:pt modelId="{5F775E8A-1017-48EF-9404-A32C71DDD05D}" type="sibTrans" cxnId="{42E3EF0C-0F3A-4516-85F7-DC9A8D7BE4F9}">
      <dgm:prSet/>
      <dgm:spPr/>
      <dgm:t>
        <a:bodyPr/>
        <a:lstStyle/>
        <a:p>
          <a:endParaRPr lang="en-US"/>
        </a:p>
      </dgm:t>
    </dgm:pt>
    <dgm:pt modelId="{97080358-664F-4492-BA7F-CDF057E2CE53}">
      <dgm:prSet/>
      <dgm:spPr/>
      <dgm:t>
        <a:bodyPr/>
        <a:lstStyle/>
        <a:p>
          <a:pPr>
            <a:defRPr cap="all"/>
          </a:pPr>
          <a:r>
            <a:rPr lang="en-US"/>
            <a:t>Apple iCloud</a:t>
          </a:r>
        </a:p>
      </dgm:t>
    </dgm:pt>
    <dgm:pt modelId="{4D37A22B-904C-4559-AE92-804CF2F6884B}" type="parTrans" cxnId="{55053C95-BADB-4BD6-B83E-0389F0ED87A0}">
      <dgm:prSet/>
      <dgm:spPr/>
      <dgm:t>
        <a:bodyPr/>
        <a:lstStyle/>
        <a:p>
          <a:endParaRPr lang="en-US"/>
        </a:p>
      </dgm:t>
    </dgm:pt>
    <dgm:pt modelId="{3ACBFF7E-F797-402A-9F81-E0DE9FB6B888}" type="sibTrans" cxnId="{55053C95-BADB-4BD6-B83E-0389F0ED87A0}">
      <dgm:prSet/>
      <dgm:spPr/>
      <dgm:t>
        <a:bodyPr/>
        <a:lstStyle/>
        <a:p>
          <a:endParaRPr lang="en-US"/>
        </a:p>
      </dgm:t>
    </dgm:pt>
    <dgm:pt modelId="{3C53C68C-EBDE-426A-A1F0-0382DEE984FA}">
      <dgm:prSet/>
      <dgm:spPr/>
      <dgm:t>
        <a:bodyPr/>
        <a:lstStyle/>
        <a:p>
          <a:pPr>
            <a:defRPr cap="all"/>
          </a:pPr>
          <a:r>
            <a:rPr lang="en-US"/>
            <a:t>Mega</a:t>
          </a:r>
        </a:p>
      </dgm:t>
    </dgm:pt>
    <dgm:pt modelId="{51D56507-FAC1-48EE-8886-663A687977E6}" type="parTrans" cxnId="{0AEF91EE-F367-43C7-BF69-FE68ADDC214E}">
      <dgm:prSet/>
      <dgm:spPr/>
      <dgm:t>
        <a:bodyPr/>
        <a:lstStyle/>
        <a:p>
          <a:endParaRPr lang="en-US"/>
        </a:p>
      </dgm:t>
    </dgm:pt>
    <dgm:pt modelId="{31168F13-2B86-4803-8175-7B89D6822C6E}" type="sibTrans" cxnId="{0AEF91EE-F367-43C7-BF69-FE68ADDC214E}">
      <dgm:prSet/>
      <dgm:spPr/>
      <dgm:t>
        <a:bodyPr/>
        <a:lstStyle/>
        <a:p>
          <a:endParaRPr lang="en-US"/>
        </a:p>
      </dgm:t>
    </dgm:pt>
    <dgm:pt modelId="{C3CBCD4A-47A6-4165-AA6F-1B50E731C2CF}" type="pres">
      <dgm:prSet presAssocID="{E5B1D85D-D101-42D8-A642-8494FDD0A3B4}" presName="root" presStyleCnt="0">
        <dgm:presLayoutVars>
          <dgm:dir/>
          <dgm:resizeHandles val="exact"/>
        </dgm:presLayoutVars>
      </dgm:prSet>
      <dgm:spPr/>
    </dgm:pt>
    <dgm:pt modelId="{CCF9D5F5-730A-4EA8-96AC-ADD517A4F006}" type="pres">
      <dgm:prSet presAssocID="{03DC5FB3-3D02-4134-B4CB-D2CF76AD2B78}" presName="compNode" presStyleCnt="0"/>
      <dgm:spPr/>
    </dgm:pt>
    <dgm:pt modelId="{3959119A-4067-451C-805A-CA6123890FA9}" type="pres">
      <dgm:prSet presAssocID="{03DC5FB3-3D02-4134-B4CB-D2CF76AD2B78}" presName="iconBgRect" presStyleLbl="bgShp" presStyleIdx="0" presStyleCnt="5"/>
      <dgm:spPr/>
    </dgm:pt>
    <dgm:pt modelId="{2A7AD06E-23AF-46B0-AEC0-FE849CF38403}" type="pres">
      <dgm:prSet presAssocID="{03DC5FB3-3D02-4134-B4CB-D2CF76AD2B7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BFD0663-ECBF-4757-9502-62B6124730E8}" type="pres">
      <dgm:prSet presAssocID="{03DC5FB3-3D02-4134-B4CB-D2CF76AD2B78}" presName="spaceRect" presStyleCnt="0"/>
      <dgm:spPr/>
    </dgm:pt>
    <dgm:pt modelId="{C046A29C-EB14-4C74-876A-03C3EC35CCA1}" type="pres">
      <dgm:prSet presAssocID="{03DC5FB3-3D02-4134-B4CB-D2CF76AD2B78}" presName="textRect" presStyleLbl="revTx" presStyleIdx="0" presStyleCnt="5">
        <dgm:presLayoutVars>
          <dgm:chMax val="1"/>
          <dgm:chPref val="1"/>
        </dgm:presLayoutVars>
      </dgm:prSet>
      <dgm:spPr/>
    </dgm:pt>
    <dgm:pt modelId="{7FAD0787-55D7-4928-89FD-948E945A0B56}" type="pres">
      <dgm:prSet presAssocID="{973E6C03-2376-405B-AE3F-7B40F61AF1ED}" presName="sibTrans" presStyleCnt="0"/>
      <dgm:spPr/>
    </dgm:pt>
    <dgm:pt modelId="{F258B998-0541-4061-AC47-1A40B1922E3D}" type="pres">
      <dgm:prSet presAssocID="{178321C1-9942-492A-95B6-7F9558B78C32}" presName="compNode" presStyleCnt="0"/>
      <dgm:spPr/>
    </dgm:pt>
    <dgm:pt modelId="{8624A3A3-29C5-4BD3-80F6-7589BC49991D}" type="pres">
      <dgm:prSet presAssocID="{178321C1-9942-492A-95B6-7F9558B78C32}" presName="iconBgRect" presStyleLbl="bgShp" presStyleIdx="1" presStyleCnt="5"/>
      <dgm:spPr/>
    </dgm:pt>
    <dgm:pt modelId="{CCF44AE6-2834-4EA7-B62D-19CBCF243456}" type="pres">
      <dgm:prSet presAssocID="{178321C1-9942-492A-95B6-7F9558B78C3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6E7209BA-FEC9-4566-9183-BF091A2082BF}" type="pres">
      <dgm:prSet presAssocID="{178321C1-9942-492A-95B6-7F9558B78C32}" presName="spaceRect" presStyleCnt="0"/>
      <dgm:spPr/>
    </dgm:pt>
    <dgm:pt modelId="{D5E9FB92-262A-49AF-A6A5-47490A7D93F0}" type="pres">
      <dgm:prSet presAssocID="{178321C1-9942-492A-95B6-7F9558B78C32}" presName="textRect" presStyleLbl="revTx" presStyleIdx="1" presStyleCnt="5">
        <dgm:presLayoutVars>
          <dgm:chMax val="1"/>
          <dgm:chPref val="1"/>
        </dgm:presLayoutVars>
      </dgm:prSet>
      <dgm:spPr/>
    </dgm:pt>
    <dgm:pt modelId="{31B2BFB0-A526-466A-A809-36BE32A8FAD7}" type="pres">
      <dgm:prSet presAssocID="{59087743-3D35-409A-9D26-A61BD31CAFFD}" presName="sibTrans" presStyleCnt="0"/>
      <dgm:spPr/>
    </dgm:pt>
    <dgm:pt modelId="{8F18A7EB-0B5D-42CD-A795-81DF58085A17}" type="pres">
      <dgm:prSet presAssocID="{4EB0C4B4-2565-4D9A-987E-876C4A27CD70}" presName="compNode" presStyleCnt="0"/>
      <dgm:spPr/>
    </dgm:pt>
    <dgm:pt modelId="{F33A88CE-9BBC-4B4A-AC41-8E3A2B8FB036}" type="pres">
      <dgm:prSet presAssocID="{4EB0C4B4-2565-4D9A-987E-876C4A27CD70}" presName="iconBgRect" presStyleLbl="bgShp" presStyleIdx="2" presStyleCnt="5"/>
      <dgm:spPr/>
    </dgm:pt>
    <dgm:pt modelId="{37A51FF5-61C0-469F-8205-207B750459FB}" type="pres">
      <dgm:prSet presAssocID="{4EB0C4B4-2565-4D9A-987E-876C4A27CD7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52D92C3-C8F3-45CB-B3ED-650E4CE5C9FA}" type="pres">
      <dgm:prSet presAssocID="{4EB0C4B4-2565-4D9A-987E-876C4A27CD70}" presName="spaceRect" presStyleCnt="0"/>
      <dgm:spPr/>
    </dgm:pt>
    <dgm:pt modelId="{2058396E-7D12-4327-9744-2D172ABB62F5}" type="pres">
      <dgm:prSet presAssocID="{4EB0C4B4-2565-4D9A-987E-876C4A27CD70}" presName="textRect" presStyleLbl="revTx" presStyleIdx="2" presStyleCnt="5">
        <dgm:presLayoutVars>
          <dgm:chMax val="1"/>
          <dgm:chPref val="1"/>
        </dgm:presLayoutVars>
      </dgm:prSet>
      <dgm:spPr/>
    </dgm:pt>
    <dgm:pt modelId="{E15AF968-3994-4541-9002-21C43917D99D}" type="pres">
      <dgm:prSet presAssocID="{5F775E8A-1017-48EF-9404-A32C71DDD05D}" presName="sibTrans" presStyleCnt="0"/>
      <dgm:spPr/>
    </dgm:pt>
    <dgm:pt modelId="{74DD4206-DF5D-46A3-B6C4-4CFBFC8771FA}" type="pres">
      <dgm:prSet presAssocID="{97080358-664F-4492-BA7F-CDF057E2CE53}" presName="compNode" presStyleCnt="0"/>
      <dgm:spPr/>
    </dgm:pt>
    <dgm:pt modelId="{464945FB-05E2-4929-99B6-01873EAD3927}" type="pres">
      <dgm:prSet presAssocID="{97080358-664F-4492-BA7F-CDF057E2CE53}" presName="iconBgRect" presStyleLbl="bgShp" presStyleIdx="3" presStyleCnt="5"/>
      <dgm:spPr/>
    </dgm:pt>
    <dgm:pt modelId="{0B054DF6-F01F-4CDD-A2EE-883EDC9F6573}" type="pres">
      <dgm:prSet presAssocID="{97080358-664F-4492-BA7F-CDF057E2CE5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C44851BC-8878-4067-B322-98139AA02AD3}" type="pres">
      <dgm:prSet presAssocID="{97080358-664F-4492-BA7F-CDF057E2CE53}" presName="spaceRect" presStyleCnt="0"/>
      <dgm:spPr/>
    </dgm:pt>
    <dgm:pt modelId="{EEAD5E7E-0377-4B3E-B92F-90765B59819C}" type="pres">
      <dgm:prSet presAssocID="{97080358-664F-4492-BA7F-CDF057E2CE53}" presName="textRect" presStyleLbl="revTx" presStyleIdx="3" presStyleCnt="5">
        <dgm:presLayoutVars>
          <dgm:chMax val="1"/>
          <dgm:chPref val="1"/>
        </dgm:presLayoutVars>
      </dgm:prSet>
      <dgm:spPr/>
    </dgm:pt>
    <dgm:pt modelId="{76051B97-08DA-4E0D-8597-2DE0A6A395C5}" type="pres">
      <dgm:prSet presAssocID="{3ACBFF7E-F797-402A-9F81-E0DE9FB6B888}" presName="sibTrans" presStyleCnt="0"/>
      <dgm:spPr/>
    </dgm:pt>
    <dgm:pt modelId="{585FC401-DD3A-4E5C-A506-B122349ED032}" type="pres">
      <dgm:prSet presAssocID="{3C53C68C-EBDE-426A-A1F0-0382DEE984FA}" presName="compNode" presStyleCnt="0"/>
      <dgm:spPr/>
    </dgm:pt>
    <dgm:pt modelId="{2379B388-F42A-4689-80FD-5CD2605B611D}" type="pres">
      <dgm:prSet presAssocID="{3C53C68C-EBDE-426A-A1F0-0382DEE984FA}" presName="iconBgRect" presStyleLbl="bgShp" presStyleIdx="4" presStyleCnt="5"/>
      <dgm:spPr/>
    </dgm:pt>
    <dgm:pt modelId="{C2B0C5D9-B671-45F3-A52F-F857A1F3AB18}" type="pres">
      <dgm:prSet presAssocID="{3C53C68C-EBDE-426A-A1F0-0382DEE984F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32B72BE7-803B-48FF-8D67-4FED513CAD78}" type="pres">
      <dgm:prSet presAssocID="{3C53C68C-EBDE-426A-A1F0-0382DEE984FA}" presName="spaceRect" presStyleCnt="0"/>
      <dgm:spPr/>
    </dgm:pt>
    <dgm:pt modelId="{BD78D3B0-6CEF-4332-BFBF-35CFDE2D7E05}" type="pres">
      <dgm:prSet presAssocID="{3C53C68C-EBDE-426A-A1F0-0382DEE984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2E3EF0C-0F3A-4516-85F7-DC9A8D7BE4F9}" srcId="{E5B1D85D-D101-42D8-A642-8494FDD0A3B4}" destId="{4EB0C4B4-2565-4D9A-987E-876C4A27CD70}" srcOrd="2" destOrd="0" parTransId="{EA2A4FEC-AB40-4462-8A70-47406BB0CC9E}" sibTransId="{5F775E8A-1017-48EF-9404-A32C71DDD05D}"/>
    <dgm:cxn modelId="{65F75213-5045-4039-A1A2-743221478CA7}" type="presOf" srcId="{4EB0C4B4-2565-4D9A-987E-876C4A27CD70}" destId="{2058396E-7D12-4327-9744-2D172ABB62F5}" srcOrd="0" destOrd="0" presId="urn:microsoft.com/office/officeart/2018/5/layout/IconCircleLabelList"/>
    <dgm:cxn modelId="{A9429D17-AD10-4F3A-88CD-7E4F719EAC2B}" srcId="{E5B1D85D-D101-42D8-A642-8494FDD0A3B4}" destId="{03DC5FB3-3D02-4134-B4CB-D2CF76AD2B78}" srcOrd="0" destOrd="0" parTransId="{C6C409EF-63A1-43F0-8079-464BF3704036}" sibTransId="{973E6C03-2376-405B-AE3F-7B40F61AF1ED}"/>
    <dgm:cxn modelId="{7E18D845-5F3B-4239-A310-7EF60AA8B370}" type="presOf" srcId="{178321C1-9942-492A-95B6-7F9558B78C32}" destId="{D5E9FB92-262A-49AF-A6A5-47490A7D93F0}" srcOrd="0" destOrd="0" presId="urn:microsoft.com/office/officeart/2018/5/layout/IconCircleLabelList"/>
    <dgm:cxn modelId="{188A2249-DA07-4534-8276-44CF17DECC2A}" srcId="{E5B1D85D-D101-42D8-A642-8494FDD0A3B4}" destId="{178321C1-9942-492A-95B6-7F9558B78C32}" srcOrd="1" destOrd="0" parTransId="{CBA66FAC-DF98-4708-ADDE-67080041BD9C}" sibTransId="{59087743-3D35-409A-9D26-A61BD31CAFFD}"/>
    <dgm:cxn modelId="{FA3DA44B-3C1C-4236-A60E-7ACADF17169F}" type="presOf" srcId="{03DC5FB3-3D02-4134-B4CB-D2CF76AD2B78}" destId="{C046A29C-EB14-4C74-876A-03C3EC35CCA1}" srcOrd="0" destOrd="0" presId="urn:microsoft.com/office/officeart/2018/5/layout/IconCircleLabelList"/>
    <dgm:cxn modelId="{795FCE7C-F741-43B7-A7C3-4BA376765686}" type="presOf" srcId="{3C53C68C-EBDE-426A-A1F0-0382DEE984FA}" destId="{BD78D3B0-6CEF-4332-BFBF-35CFDE2D7E05}" srcOrd="0" destOrd="0" presId="urn:microsoft.com/office/officeart/2018/5/layout/IconCircleLabelList"/>
    <dgm:cxn modelId="{55053C95-BADB-4BD6-B83E-0389F0ED87A0}" srcId="{E5B1D85D-D101-42D8-A642-8494FDD0A3B4}" destId="{97080358-664F-4492-BA7F-CDF057E2CE53}" srcOrd="3" destOrd="0" parTransId="{4D37A22B-904C-4559-AE92-804CF2F6884B}" sibTransId="{3ACBFF7E-F797-402A-9F81-E0DE9FB6B888}"/>
    <dgm:cxn modelId="{719996C5-3CAF-443A-8917-C0009AC783FF}" type="presOf" srcId="{E5B1D85D-D101-42D8-A642-8494FDD0A3B4}" destId="{C3CBCD4A-47A6-4165-AA6F-1B50E731C2CF}" srcOrd="0" destOrd="0" presId="urn:microsoft.com/office/officeart/2018/5/layout/IconCircleLabelList"/>
    <dgm:cxn modelId="{0AEF91EE-F367-43C7-BF69-FE68ADDC214E}" srcId="{E5B1D85D-D101-42D8-A642-8494FDD0A3B4}" destId="{3C53C68C-EBDE-426A-A1F0-0382DEE984FA}" srcOrd="4" destOrd="0" parTransId="{51D56507-FAC1-48EE-8886-663A687977E6}" sibTransId="{31168F13-2B86-4803-8175-7B89D6822C6E}"/>
    <dgm:cxn modelId="{99B038F2-48D5-4012-B35C-18071C919D92}" type="presOf" srcId="{97080358-664F-4492-BA7F-CDF057E2CE53}" destId="{EEAD5E7E-0377-4B3E-B92F-90765B59819C}" srcOrd="0" destOrd="0" presId="urn:microsoft.com/office/officeart/2018/5/layout/IconCircleLabelList"/>
    <dgm:cxn modelId="{72E07562-0188-4D96-BCDB-5FE2CCB1838A}" type="presParOf" srcId="{C3CBCD4A-47A6-4165-AA6F-1B50E731C2CF}" destId="{CCF9D5F5-730A-4EA8-96AC-ADD517A4F006}" srcOrd="0" destOrd="0" presId="urn:microsoft.com/office/officeart/2018/5/layout/IconCircleLabelList"/>
    <dgm:cxn modelId="{F0DF0DCB-2743-41FF-BAED-C8E0C677DD17}" type="presParOf" srcId="{CCF9D5F5-730A-4EA8-96AC-ADD517A4F006}" destId="{3959119A-4067-451C-805A-CA6123890FA9}" srcOrd="0" destOrd="0" presId="urn:microsoft.com/office/officeart/2018/5/layout/IconCircleLabelList"/>
    <dgm:cxn modelId="{B29B4AA2-0C65-429B-9CE5-785DE72511B0}" type="presParOf" srcId="{CCF9D5F5-730A-4EA8-96AC-ADD517A4F006}" destId="{2A7AD06E-23AF-46B0-AEC0-FE849CF38403}" srcOrd="1" destOrd="0" presId="urn:microsoft.com/office/officeart/2018/5/layout/IconCircleLabelList"/>
    <dgm:cxn modelId="{10DDB7BF-DA80-4660-B871-0AE13908B5E4}" type="presParOf" srcId="{CCF9D5F5-730A-4EA8-96AC-ADD517A4F006}" destId="{FBFD0663-ECBF-4757-9502-62B6124730E8}" srcOrd="2" destOrd="0" presId="urn:microsoft.com/office/officeart/2018/5/layout/IconCircleLabelList"/>
    <dgm:cxn modelId="{8CCB14B2-79F9-4740-81B7-E2F9362340F6}" type="presParOf" srcId="{CCF9D5F5-730A-4EA8-96AC-ADD517A4F006}" destId="{C046A29C-EB14-4C74-876A-03C3EC35CCA1}" srcOrd="3" destOrd="0" presId="urn:microsoft.com/office/officeart/2018/5/layout/IconCircleLabelList"/>
    <dgm:cxn modelId="{46660B83-FAB0-4EF7-90D3-334EDDDD3F1A}" type="presParOf" srcId="{C3CBCD4A-47A6-4165-AA6F-1B50E731C2CF}" destId="{7FAD0787-55D7-4928-89FD-948E945A0B56}" srcOrd="1" destOrd="0" presId="urn:microsoft.com/office/officeart/2018/5/layout/IconCircleLabelList"/>
    <dgm:cxn modelId="{AA8B4896-6BE2-44FA-B6CC-7EC953AC5C14}" type="presParOf" srcId="{C3CBCD4A-47A6-4165-AA6F-1B50E731C2CF}" destId="{F258B998-0541-4061-AC47-1A40B1922E3D}" srcOrd="2" destOrd="0" presId="urn:microsoft.com/office/officeart/2018/5/layout/IconCircleLabelList"/>
    <dgm:cxn modelId="{B401254C-F7DF-4AD0-B8AA-4C3AF2273676}" type="presParOf" srcId="{F258B998-0541-4061-AC47-1A40B1922E3D}" destId="{8624A3A3-29C5-4BD3-80F6-7589BC49991D}" srcOrd="0" destOrd="0" presId="urn:microsoft.com/office/officeart/2018/5/layout/IconCircleLabelList"/>
    <dgm:cxn modelId="{24959071-121F-455A-8C2F-245DE25739AE}" type="presParOf" srcId="{F258B998-0541-4061-AC47-1A40B1922E3D}" destId="{CCF44AE6-2834-4EA7-B62D-19CBCF243456}" srcOrd="1" destOrd="0" presId="urn:microsoft.com/office/officeart/2018/5/layout/IconCircleLabelList"/>
    <dgm:cxn modelId="{A95CD65A-DEC6-496D-9AB0-009F99D5BACD}" type="presParOf" srcId="{F258B998-0541-4061-AC47-1A40B1922E3D}" destId="{6E7209BA-FEC9-4566-9183-BF091A2082BF}" srcOrd="2" destOrd="0" presId="urn:microsoft.com/office/officeart/2018/5/layout/IconCircleLabelList"/>
    <dgm:cxn modelId="{58EFF63B-A1A9-459B-AAC6-C147E0376536}" type="presParOf" srcId="{F258B998-0541-4061-AC47-1A40B1922E3D}" destId="{D5E9FB92-262A-49AF-A6A5-47490A7D93F0}" srcOrd="3" destOrd="0" presId="urn:microsoft.com/office/officeart/2018/5/layout/IconCircleLabelList"/>
    <dgm:cxn modelId="{720411F3-E05C-4B0B-ACD7-BB536CA6EEFF}" type="presParOf" srcId="{C3CBCD4A-47A6-4165-AA6F-1B50E731C2CF}" destId="{31B2BFB0-A526-466A-A809-36BE32A8FAD7}" srcOrd="3" destOrd="0" presId="urn:microsoft.com/office/officeart/2018/5/layout/IconCircleLabelList"/>
    <dgm:cxn modelId="{B6DCDEEF-1250-43A7-AB4D-4EF8519748ED}" type="presParOf" srcId="{C3CBCD4A-47A6-4165-AA6F-1B50E731C2CF}" destId="{8F18A7EB-0B5D-42CD-A795-81DF58085A17}" srcOrd="4" destOrd="0" presId="urn:microsoft.com/office/officeart/2018/5/layout/IconCircleLabelList"/>
    <dgm:cxn modelId="{8CA0A041-A17C-47D1-BE5A-33E2D08AFE3B}" type="presParOf" srcId="{8F18A7EB-0B5D-42CD-A795-81DF58085A17}" destId="{F33A88CE-9BBC-4B4A-AC41-8E3A2B8FB036}" srcOrd="0" destOrd="0" presId="urn:microsoft.com/office/officeart/2018/5/layout/IconCircleLabelList"/>
    <dgm:cxn modelId="{4012BBA9-4B78-478B-8645-91CEFCE9DE44}" type="presParOf" srcId="{8F18A7EB-0B5D-42CD-A795-81DF58085A17}" destId="{37A51FF5-61C0-469F-8205-207B750459FB}" srcOrd="1" destOrd="0" presId="urn:microsoft.com/office/officeart/2018/5/layout/IconCircleLabelList"/>
    <dgm:cxn modelId="{CDAB5446-EC8B-49FB-91D0-BDBC4E053F55}" type="presParOf" srcId="{8F18A7EB-0B5D-42CD-A795-81DF58085A17}" destId="{952D92C3-C8F3-45CB-B3ED-650E4CE5C9FA}" srcOrd="2" destOrd="0" presId="urn:microsoft.com/office/officeart/2018/5/layout/IconCircleLabelList"/>
    <dgm:cxn modelId="{CADDC464-942A-481F-ABF5-D668DFA63F2A}" type="presParOf" srcId="{8F18A7EB-0B5D-42CD-A795-81DF58085A17}" destId="{2058396E-7D12-4327-9744-2D172ABB62F5}" srcOrd="3" destOrd="0" presId="urn:microsoft.com/office/officeart/2018/5/layout/IconCircleLabelList"/>
    <dgm:cxn modelId="{B7466E6F-86CC-4212-ABF7-CE7CA92CCC09}" type="presParOf" srcId="{C3CBCD4A-47A6-4165-AA6F-1B50E731C2CF}" destId="{E15AF968-3994-4541-9002-21C43917D99D}" srcOrd="5" destOrd="0" presId="urn:microsoft.com/office/officeart/2018/5/layout/IconCircleLabelList"/>
    <dgm:cxn modelId="{09DA9467-E2B7-42EB-93EF-598077B5D6F0}" type="presParOf" srcId="{C3CBCD4A-47A6-4165-AA6F-1B50E731C2CF}" destId="{74DD4206-DF5D-46A3-B6C4-4CFBFC8771FA}" srcOrd="6" destOrd="0" presId="urn:microsoft.com/office/officeart/2018/5/layout/IconCircleLabelList"/>
    <dgm:cxn modelId="{CD6C8FF2-BF31-4667-815F-39F38352D8DA}" type="presParOf" srcId="{74DD4206-DF5D-46A3-B6C4-4CFBFC8771FA}" destId="{464945FB-05E2-4929-99B6-01873EAD3927}" srcOrd="0" destOrd="0" presId="urn:microsoft.com/office/officeart/2018/5/layout/IconCircleLabelList"/>
    <dgm:cxn modelId="{F5B4AD89-A053-4619-A420-F72FB51E3380}" type="presParOf" srcId="{74DD4206-DF5D-46A3-B6C4-4CFBFC8771FA}" destId="{0B054DF6-F01F-4CDD-A2EE-883EDC9F6573}" srcOrd="1" destOrd="0" presId="urn:microsoft.com/office/officeart/2018/5/layout/IconCircleLabelList"/>
    <dgm:cxn modelId="{C0C1FA61-A8D4-4473-B575-85FCB9919364}" type="presParOf" srcId="{74DD4206-DF5D-46A3-B6C4-4CFBFC8771FA}" destId="{C44851BC-8878-4067-B322-98139AA02AD3}" srcOrd="2" destOrd="0" presId="urn:microsoft.com/office/officeart/2018/5/layout/IconCircleLabelList"/>
    <dgm:cxn modelId="{557D3AAA-D4A0-4E3A-931F-25B4AE3AAD96}" type="presParOf" srcId="{74DD4206-DF5D-46A3-B6C4-4CFBFC8771FA}" destId="{EEAD5E7E-0377-4B3E-B92F-90765B59819C}" srcOrd="3" destOrd="0" presId="urn:microsoft.com/office/officeart/2018/5/layout/IconCircleLabelList"/>
    <dgm:cxn modelId="{1C0366A2-83BF-4837-B3EF-2B250823631C}" type="presParOf" srcId="{C3CBCD4A-47A6-4165-AA6F-1B50E731C2CF}" destId="{76051B97-08DA-4E0D-8597-2DE0A6A395C5}" srcOrd="7" destOrd="0" presId="urn:microsoft.com/office/officeart/2018/5/layout/IconCircleLabelList"/>
    <dgm:cxn modelId="{42101DC6-7D11-4096-9036-4915D43D3D5C}" type="presParOf" srcId="{C3CBCD4A-47A6-4165-AA6F-1B50E731C2CF}" destId="{585FC401-DD3A-4E5C-A506-B122349ED032}" srcOrd="8" destOrd="0" presId="urn:microsoft.com/office/officeart/2018/5/layout/IconCircleLabelList"/>
    <dgm:cxn modelId="{F1D23B46-F543-436B-9FB8-BF12E91E46BE}" type="presParOf" srcId="{585FC401-DD3A-4E5C-A506-B122349ED032}" destId="{2379B388-F42A-4689-80FD-5CD2605B611D}" srcOrd="0" destOrd="0" presId="urn:microsoft.com/office/officeart/2018/5/layout/IconCircleLabelList"/>
    <dgm:cxn modelId="{7940E1A5-B922-4DE3-80BD-942460B06DF3}" type="presParOf" srcId="{585FC401-DD3A-4E5C-A506-B122349ED032}" destId="{C2B0C5D9-B671-45F3-A52F-F857A1F3AB18}" srcOrd="1" destOrd="0" presId="urn:microsoft.com/office/officeart/2018/5/layout/IconCircleLabelList"/>
    <dgm:cxn modelId="{A0F2CFE9-B52B-4B22-B11B-5E1DECEA485A}" type="presParOf" srcId="{585FC401-DD3A-4E5C-A506-B122349ED032}" destId="{32B72BE7-803B-48FF-8D67-4FED513CAD78}" srcOrd="2" destOrd="0" presId="urn:microsoft.com/office/officeart/2018/5/layout/IconCircleLabelList"/>
    <dgm:cxn modelId="{088BC328-B01D-4255-890C-80748541BB82}" type="presParOf" srcId="{585FC401-DD3A-4E5C-A506-B122349ED032}" destId="{BD78D3B0-6CEF-4332-BFBF-35CFDE2D7E0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F97517E-8340-44A7-8F78-9F8B45F4F5F2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BEF9908-F44E-47BD-9A62-B1DCEA8C7092}">
      <dgm:prSet/>
      <dgm:spPr/>
      <dgm:t>
        <a:bodyPr/>
        <a:lstStyle/>
        <a:p>
          <a:r>
            <a:rPr lang="en-US"/>
            <a:t>Digital tools that help people work together online.</a:t>
          </a:r>
        </a:p>
      </dgm:t>
    </dgm:pt>
    <dgm:pt modelId="{F46E8D49-C2D2-4E57-936A-793F457CF320}" type="parTrans" cxnId="{3FDD9E16-5A87-4BD0-87B7-0B737AC5E176}">
      <dgm:prSet/>
      <dgm:spPr/>
      <dgm:t>
        <a:bodyPr/>
        <a:lstStyle/>
        <a:p>
          <a:endParaRPr lang="en-US"/>
        </a:p>
      </dgm:t>
    </dgm:pt>
    <dgm:pt modelId="{2A18E652-7FFC-496D-848D-60FA9E0D435F}" type="sibTrans" cxnId="{3FDD9E16-5A87-4BD0-87B7-0B737AC5E176}">
      <dgm:prSet/>
      <dgm:spPr/>
      <dgm:t>
        <a:bodyPr/>
        <a:lstStyle/>
        <a:p>
          <a:endParaRPr lang="en-US"/>
        </a:p>
      </dgm:t>
    </dgm:pt>
    <dgm:pt modelId="{71669A1A-E065-4785-A16E-51F86404EF86}">
      <dgm:prSet/>
      <dgm:spPr/>
      <dgm:t>
        <a:bodyPr/>
        <a:lstStyle/>
        <a:p>
          <a:r>
            <a:rPr lang="en-US"/>
            <a:t>Allow real-time communication, sharing, and editing.</a:t>
          </a:r>
        </a:p>
      </dgm:t>
    </dgm:pt>
    <dgm:pt modelId="{28842D05-4523-4935-B199-C3E11AB52A58}" type="parTrans" cxnId="{B84399F2-F3F6-42E9-8AC6-FD896D1F7E84}">
      <dgm:prSet/>
      <dgm:spPr/>
      <dgm:t>
        <a:bodyPr/>
        <a:lstStyle/>
        <a:p>
          <a:endParaRPr lang="en-US"/>
        </a:p>
      </dgm:t>
    </dgm:pt>
    <dgm:pt modelId="{CEEF3B84-F0AB-41DE-9F9F-097AD30CF663}" type="sibTrans" cxnId="{B84399F2-F3F6-42E9-8AC6-FD896D1F7E84}">
      <dgm:prSet/>
      <dgm:spPr/>
      <dgm:t>
        <a:bodyPr/>
        <a:lstStyle/>
        <a:p>
          <a:endParaRPr lang="en-US"/>
        </a:p>
      </dgm:t>
    </dgm:pt>
    <dgm:pt modelId="{55310AA9-807C-4643-882F-59E38858AD95}">
      <dgm:prSet/>
      <dgm:spPr/>
      <dgm:t>
        <a:bodyPr/>
        <a:lstStyle/>
        <a:p>
          <a:r>
            <a:rPr lang="en-US"/>
            <a:t>Useful for teams, students, and remote workers.</a:t>
          </a:r>
        </a:p>
      </dgm:t>
    </dgm:pt>
    <dgm:pt modelId="{1CA9F41F-D456-44C7-83EC-21FADACA562A}" type="parTrans" cxnId="{79CD78A9-F9CD-4967-8AC8-727BA00BA2FF}">
      <dgm:prSet/>
      <dgm:spPr/>
      <dgm:t>
        <a:bodyPr/>
        <a:lstStyle/>
        <a:p>
          <a:endParaRPr lang="en-US"/>
        </a:p>
      </dgm:t>
    </dgm:pt>
    <dgm:pt modelId="{8823833D-47FB-4C03-857C-DC8776300082}" type="sibTrans" cxnId="{79CD78A9-F9CD-4967-8AC8-727BA00BA2FF}">
      <dgm:prSet/>
      <dgm:spPr/>
      <dgm:t>
        <a:bodyPr/>
        <a:lstStyle/>
        <a:p>
          <a:endParaRPr lang="en-US"/>
        </a:p>
      </dgm:t>
    </dgm:pt>
    <dgm:pt modelId="{49272ED3-A662-4947-940D-C7288473769A}" type="pres">
      <dgm:prSet presAssocID="{4F97517E-8340-44A7-8F78-9F8B45F4F5F2}" presName="root" presStyleCnt="0">
        <dgm:presLayoutVars>
          <dgm:dir/>
          <dgm:resizeHandles val="exact"/>
        </dgm:presLayoutVars>
      </dgm:prSet>
      <dgm:spPr/>
    </dgm:pt>
    <dgm:pt modelId="{FE8A383A-B6E9-4506-9D3F-DB6CBB64543D}" type="pres">
      <dgm:prSet presAssocID="{EBEF9908-F44E-47BD-9A62-B1DCEA8C7092}" presName="compNode" presStyleCnt="0"/>
      <dgm:spPr/>
    </dgm:pt>
    <dgm:pt modelId="{0636D808-3A40-4C49-95BB-49A98A729430}" type="pres">
      <dgm:prSet presAssocID="{EBEF9908-F44E-47BD-9A62-B1DCEA8C70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E0304055-AFC0-4DFE-B1B2-BD52608EE48B}" type="pres">
      <dgm:prSet presAssocID="{EBEF9908-F44E-47BD-9A62-B1DCEA8C7092}" presName="spaceRect" presStyleCnt="0"/>
      <dgm:spPr/>
    </dgm:pt>
    <dgm:pt modelId="{BAC084BA-22E8-4AE1-9F73-0323B1AF83FF}" type="pres">
      <dgm:prSet presAssocID="{EBEF9908-F44E-47BD-9A62-B1DCEA8C7092}" presName="textRect" presStyleLbl="revTx" presStyleIdx="0" presStyleCnt="3">
        <dgm:presLayoutVars>
          <dgm:chMax val="1"/>
          <dgm:chPref val="1"/>
        </dgm:presLayoutVars>
      </dgm:prSet>
      <dgm:spPr/>
    </dgm:pt>
    <dgm:pt modelId="{152D76A7-C924-4587-B86B-3273132340FB}" type="pres">
      <dgm:prSet presAssocID="{2A18E652-7FFC-496D-848D-60FA9E0D435F}" presName="sibTrans" presStyleCnt="0"/>
      <dgm:spPr/>
    </dgm:pt>
    <dgm:pt modelId="{DF7B0804-DE5F-415D-B19F-C3CAD09F02FE}" type="pres">
      <dgm:prSet presAssocID="{71669A1A-E065-4785-A16E-51F86404EF86}" presName="compNode" presStyleCnt="0"/>
      <dgm:spPr/>
    </dgm:pt>
    <dgm:pt modelId="{3CA2E4CD-6A2A-4667-A9D3-140FB1ADA243}" type="pres">
      <dgm:prSet presAssocID="{71669A1A-E065-4785-A16E-51F86404EF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010D5B9-39EE-4964-944F-CA97B4F28C5B}" type="pres">
      <dgm:prSet presAssocID="{71669A1A-E065-4785-A16E-51F86404EF86}" presName="spaceRect" presStyleCnt="0"/>
      <dgm:spPr/>
    </dgm:pt>
    <dgm:pt modelId="{4267523D-22F2-47D6-96F5-B5A6E20D48C6}" type="pres">
      <dgm:prSet presAssocID="{71669A1A-E065-4785-A16E-51F86404EF86}" presName="textRect" presStyleLbl="revTx" presStyleIdx="1" presStyleCnt="3">
        <dgm:presLayoutVars>
          <dgm:chMax val="1"/>
          <dgm:chPref val="1"/>
        </dgm:presLayoutVars>
      </dgm:prSet>
      <dgm:spPr/>
    </dgm:pt>
    <dgm:pt modelId="{11C2D7F1-1676-4365-892D-430220D2CD98}" type="pres">
      <dgm:prSet presAssocID="{CEEF3B84-F0AB-41DE-9F9F-097AD30CF663}" presName="sibTrans" presStyleCnt="0"/>
      <dgm:spPr/>
    </dgm:pt>
    <dgm:pt modelId="{49A9EC5A-8A44-463C-8657-0899227C9F81}" type="pres">
      <dgm:prSet presAssocID="{55310AA9-807C-4643-882F-59E38858AD95}" presName="compNode" presStyleCnt="0"/>
      <dgm:spPr/>
    </dgm:pt>
    <dgm:pt modelId="{F53DD254-3CEB-41EE-9A12-087F331297A7}" type="pres">
      <dgm:prSet presAssocID="{55310AA9-807C-4643-882F-59E38858AD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FD642DFA-FA80-4C25-A675-6EB5826C7BFD}" type="pres">
      <dgm:prSet presAssocID="{55310AA9-807C-4643-882F-59E38858AD95}" presName="spaceRect" presStyleCnt="0"/>
      <dgm:spPr/>
    </dgm:pt>
    <dgm:pt modelId="{544A931C-BE4C-4152-B5C9-6E985E87001B}" type="pres">
      <dgm:prSet presAssocID="{55310AA9-807C-4643-882F-59E38858AD9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46B830B-7584-40A6-A28F-7D41F02D7C71}" type="presOf" srcId="{EBEF9908-F44E-47BD-9A62-B1DCEA8C7092}" destId="{BAC084BA-22E8-4AE1-9F73-0323B1AF83FF}" srcOrd="0" destOrd="0" presId="urn:microsoft.com/office/officeart/2018/2/layout/IconLabelList"/>
    <dgm:cxn modelId="{3FDD9E16-5A87-4BD0-87B7-0B737AC5E176}" srcId="{4F97517E-8340-44A7-8F78-9F8B45F4F5F2}" destId="{EBEF9908-F44E-47BD-9A62-B1DCEA8C7092}" srcOrd="0" destOrd="0" parTransId="{F46E8D49-C2D2-4E57-936A-793F457CF320}" sibTransId="{2A18E652-7FFC-496D-848D-60FA9E0D435F}"/>
    <dgm:cxn modelId="{5F6CBC4A-8C20-4B18-96F2-79D2A6E89D72}" type="presOf" srcId="{4F97517E-8340-44A7-8F78-9F8B45F4F5F2}" destId="{49272ED3-A662-4947-940D-C7288473769A}" srcOrd="0" destOrd="0" presId="urn:microsoft.com/office/officeart/2018/2/layout/IconLabelList"/>
    <dgm:cxn modelId="{79CD78A9-F9CD-4967-8AC8-727BA00BA2FF}" srcId="{4F97517E-8340-44A7-8F78-9F8B45F4F5F2}" destId="{55310AA9-807C-4643-882F-59E38858AD95}" srcOrd="2" destOrd="0" parTransId="{1CA9F41F-D456-44C7-83EC-21FADACA562A}" sibTransId="{8823833D-47FB-4C03-857C-DC8776300082}"/>
    <dgm:cxn modelId="{2DEC03AE-237F-49DB-B7A2-9C9F32EAA2AD}" type="presOf" srcId="{55310AA9-807C-4643-882F-59E38858AD95}" destId="{544A931C-BE4C-4152-B5C9-6E985E87001B}" srcOrd="0" destOrd="0" presId="urn:microsoft.com/office/officeart/2018/2/layout/IconLabelList"/>
    <dgm:cxn modelId="{00A238ED-7834-4945-984D-901C5892A9CB}" type="presOf" srcId="{71669A1A-E065-4785-A16E-51F86404EF86}" destId="{4267523D-22F2-47D6-96F5-B5A6E20D48C6}" srcOrd="0" destOrd="0" presId="urn:microsoft.com/office/officeart/2018/2/layout/IconLabelList"/>
    <dgm:cxn modelId="{B84399F2-F3F6-42E9-8AC6-FD896D1F7E84}" srcId="{4F97517E-8340-44A7-8F78-9F8B45F4F5F2}" destId="{71669A1A-E065-4785-A16E-51F86404EF86}" srcOrd="1" destOrd="0" parTransId="{28842D05-4523-4935-B199-C3E11AB52A58}" sibTransId="{CEEF3B84-F0AB-41DE-9F9F-097AD30CF663}"/>
    <dgm:cxn modelId="{848C3459-84A4-4C0B-BFB1-5E8891D171B6}" type="presParOf" srcId="{49272ED3-A662-4947-940D-C7288473769A}" destId="{FE8A383A-B6E9-4506-9D3F-DB6CBB64543D}" srcOrd="0" destOrd="0" presId="urn:microsoft.com/office/officeart/2018/2/layout/IconLabelList"/>
    <dgm:cxn modelId="{AA9A2028-C423-4109-B715-2B50485B1399}" type="presParOf" srcId="{FE8A383A-B6E9-4506-9D3F-DB6CBB64543D}" destId="{0636D808-3A40-4C49-95BB-49A98A729430}" srcOrd="0" destOrd="0" presId="urn:microsoft.com/office/officeart/2018/2/layout/IconLabelList"/>
    <dgm:cxn modelId="{0C73565D-4D95-4FC7-829F-43B318D07C68}" type="presParOf" srcId="{FE8A383A-B6E9-4506-9D3F-DB6CBB64543D}" destId="{E0304055-AFC0-4DFE-B1B2-BD52608EE48B}" srcOrd="1" destOrd="0" presId="urn:microsoft.com/office/officeart/2018/2/layout/IconLabelList"/>
    <dgm:cxn modelId="{E1A45BDB-50B3-4FF6-AA98-02863738094C}" type="presParOf" srcId="{FE8A383A-B6E9-4506-9D3F-DB6CBB64543D}" destId="{BAC084BA-22E8-4AE1-9F73-0323B1AF83FF}" srcOrd="2" destOrd="0" presId="urn:microsoft.com/office/officeart/2018/2/layout/IconLabelList"/>
    <dgm:cxn modelId="{74E329C4-0E0E-4E27-AC64-B18E91B6E110}" type="presParOf" srcId="{49272ED3-A662-4947-940D-C7288473769A}" destId="{152D76A7-C924-4587-B86B-3273132340FB}" srcOrd="1" destOrd="0" presId="urn:microsoft.com/office/officeart/2018/2/layout/IconLabelList"/>
    <dgm:cxn modelId="{873AC065-75B7-4DB9-A0E1-DA3D1F9FB4AF}" type="presParOf" srcId="{49272ED3-A662-4947-940D-C7288473769A}" destId="{DF7B0804-DE5F-415D-B19F-C3CAD09F02FE}" srcOrd="2" destOrd="0" presId="urn:microsoft.com/office/officeart/2018/2/layout/IconLabelList"/>
    <dgm:cxn modelId="{484A8162-81D5-4CC6-B060-6CBBFC3864B3}" type="presParOf" srcId="{DF7B0804-DE5F-415D-B19F-C3CAD09F02FE}" destId="{3CA2E4CD-6A2A-4667-A9D3-140FB1ADA243}" srcOrd="0" destOrd="0" presId="urn:microsoft.com/office/officeart/2018/2/layout/IconLabelList"/>
    <dgm:cxn modelId="{3B3731C5-6F24-401E-A8F8-9C1969768A1D}" type="presParOf" srcId="{DF7B0804-DE5F-415D-B19F-C3CAD09F02FE}" destId="{9010D5B9-39EE-4964-944F-CA97B4F28C5B}" srcOrd="1" destOrd="0" presId="urn:microsoft.com/office/officeart/2018/2/layout/IconLabelList"/>
    <dgm:cxn modelId="{C8B141A5-8FB8-4ED1-896B-DBD7F4F31DF7}" type="presParOf" srcId="{DF7B0804-DE5F-415D-B19F-C3CAD09F02FE}" destId="{4267523D-22F2-47D6-96F5-B5A6E20D48C6}" srcOrd="2" destOrd="0" presId="urn:microsoft.com/office/officeart/2018/2/layout/IconLabelList"/>
    <dgm:cxn modelId="{08299987-CEA1-4CD0-B4E1-E962BE5BC04B}" type="presParOf" srcId="{49272ED3-A662-4947-940D-C7288473769A}" destId="{11C2D7F1-1676-4365-892D-430220D2CD98}" srcOrd="3" destOrd="0" presId="urn:microsoft.com/office/officeart/2018/2/layout/IconLabelList"/>
    <dgm:cxn modelId="{0D986428-7DC9-4E78-9264-F3F7B4871E54}" type="presParOf" srcId="{49272ED3-A662-4947-940D-C7288473769A}" destId="{49A9EC5A-8A44-463C-8657-0899227C9F81}" srcOrd="4" destOrd="0" presId="urn:microsoft.com/office/officeart/2018/2/layout/IconLabelList"/>
    <dgm:cxn modelId="{358FBD02-79C2-4A50-9216-9FACE42A3BB6}" type="presParOf" srcId="{49A9EC5A-8A44-463C-8657-0899227C9F81}" destId="{F53DD254-3CEB-41EE-9A12-087F331297A7}" srcOrd="0" destOrd="0" presId="urn:microsoft.com/office/officeart/2018/2/layout/IconLabelList"/>
    <dgm:cxn modelId="{B559716B-84CD-4DC6-8BE6-DD39913564B6}" type="presParOf" srcId="{49A9EC5A-8A44-463C-8657-0899227C9F81}" destId="{FD642DFA-FA80-4C25-A675-6EB5826C7BFD}" srcOrd="1" destOrd="0" presId="urn:microsoft.com/office/officeart/2018/2/layout/IconLabelList"/>
    <dgm:cxn modelId="{576EE51F-3447-4781-AA4B-A174572B02B6}" type="presParOf" srcId="{49A9EC5A-8A44-463C-8657-0899227C9F81}" destId="{544A931C-BE4C-4152-B5C9-6E985E8700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4B90B1-0AAA-414C-B96E-3C9F8C141D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B9CA482-FBB9-49B3-A285-06B773EC2A71}">
      <dgm:prSet/>
      <dgm:spPr/>
      <dgm:t>
        <a:bodyPr/>
        <a:lstStyle/>
        <a:p>
          <a:r>
            <a:rPr lang="en-US"/>
            <a:t>Online meetings and video conferencing</a:t>
          </a:r>
        </a:p>
      </dgm:t>
    </dgm:pt>
    <dgm:pt modelId="{6AE7753C-8F89-4981-B353-4F4AB99DF033}" type="parTrans" cxnId="{58ED163B-1584-4514-A13B-E9E4AD0AA05C}">
      <dgm:prSet/>
      <dgm:spPr/>
      <dgm:t>
        <a:bodyPr/>
        <a:lstStyle/>
        <a:p>
          <a:endParaRPr lang="en-US"/>
        </a:p>
      </dgm:t>
    </dgm:pt>
    <dgm:pt modelId="{114A7F11-35D6-4728-B234-FD13E7C8C1A0}" type="sibTrans" cxnId="{58ED163B-1584-4514-A13B-E9E4AD0AA05C}">
      <dgm:prSet/>
      <dgm:spPr/>
      <dgm:t>
        <a:bodyPr/>
        <a:lstStyle/>
        <a:p>
          <a:endParaRPr lang="en-US"/>
        </a:p>
      </dgm:t>
    </dgm:pt>
    <dgm:pt modelId="{458B86C8-0080-4037-A729-DFB90EAF3C8E}">
      <dgm:prSet/>
      <dgm:spPr/>
      <dgm:t>
        <a:bodyPr/>
        <a:lstStyle/>
        <a:p>
          <a:r>
            <a:rPr lang="en-US"/>
            <a:t>Group projects and assignments</a:t>
          </a:r>
        </a:p>
      </dgm:t>
    </dgm:pt>
    <dgm:pt modelId="{CF554FB8-6410-4D49-A2B8-B3DB7B724800}" type="parTrans" cxnId="{C4A7074E-DC60-4A79-B915-0660A4606E90}">
      <dgm:prSet/>
      <dgm:spPr/>
      <dgm:t>
        <a:bodyPr/>
        <a:lstStyle/>
        <a:p>
          <a:endParaRPr lang="en-US"/>
        </a:p>
      </dgm:t>
    </dgm:pt>
    <dgm:pt modelId="{DB155348-6D4A-4A15-B6DE-0EAEC0CECE5F}" type="sibTrans" cxnId="{C4A7074E-DC60-4A79-B915-0660A4606E90}">
      <dgm:prSet/>
      <dgm:spPr/>
      <dgm:t>
        <a:bodyPr/>
        <a:lstStyle/>
        <a:p>
          <a:endParaRPr lang="en-US"/>
        </a:p>
      </dgm:t>
    </dgm:pt>
    <dgm:pt modelId="{80113DC0-D8D9-4A77-BCD9-25E9220DC2CA}">
      <dgm:prSet/>
      <dgm:spPr/>
      <dgm:t>
        <a:bodyPr/>
        <a:lstStyle/>
        <a:p>
          <a:r>
            <a:rPr lang="en-US"/>
            <a:t>Team messaging and chats</a:t>
          </a:r>
        </a:p>
      </dgm:t>
    </dgm:pt>
    <dgm:pt modelId="{E55C00AC-0E51-4EA0-8378-3A83B5597D13}" type="parTrans" cxnId="{517F5E60-0699-4619-BD07-A40C8D3C10EB}">
      <dgm:prSet/>
      <dgm:spPr/>
      <dgm:t>
        <a:bodyPr/>
        <a:lstStyle/>
        <a:p>
          <a:endParaRPr lang="en-US"/>
        </a:p>
      </dgm:t>
    </dgm:pt>
    <dgm:pt modelId="{D6AAF549-F81E-4624-80D5-8C24D8C4224E}" type="sibTrans" cxnId="{517F5E60-0699-4619-BD07-A40C8D3C10EB}">
      <dgm:prSet/>
      <dgm:spPr/>
      <dgm:t>
        <a:bodyPr/>
        <a:lstStyle/>
        <a:p>
          <a:endParaRPr lang="en-US"/>
        </a:p>
      </dgm:t>
    </dgm:pt>
    <dgm:pt modelId="{F0634DA1-B1CA-4A89-B8AE-528643D89DA5}">
      <dgm:prSet/>
      <dgm:spPr/>
      <dgm:t>
        <a:bodyPr/>
        <a:lstStyle/>
        <a:p>
          <a:r>
            <a:rPr lang="en-US"/>
            <a:t>Real-time editing of documents and spreadsheets</a:t>
          </a:r>
        </a:p>
      </dgm:t>
    </dgm:pt>
    <dgm:pt modelId="{A97DC72C-6D09-425B-8305-49B63B1F91A2}" type="parTrans" cxnId="{C583EEF2-8B1E-40C1-A8E4-D5A9FD01D010}">
      <dgm:prSet/>
      <dgm:spPr/>
      <dgm:t>
        <a:bodyPr/>
        <a:lstStyle/>
        <a:p>
          <a:endParaRPr lang="en-US"/>
        </a:p>
      </dgm:t>
    </dgm:pt>
    <dgm:pt modelId="{4828C6C6-CFCD-49F7-82B2-75A4BB71CF45}" type="sibTrans" cxnId="{C583EEF2-8B1E-40C1-A8E4-D5A9FD01D010}">
      <dgm:prSet/>
      <dgm:spPr/>
      <dgm:t>
        <a:bodyPr/>
        <a:lstStyle/>
        <a:p>
          <a:endParaRPr lang="en-US"/>
        </a:p>
      </dgm:t>
    </dgm:pt>
    <dgm:pt modelId="{628A7167-4BD6-467A-9AD2-763AB28AE6B7}">
      <dgm:prSet/>
      <dgm:spPr/>
      <dgm:t>
        <a:bodyPr/>
        <a:lstStyle/>
        <a:p>
          <a:r>
            <a:rPr lang="en-US"/>
            <a:t>Managing tasks and projects</a:t>
          </a:r>
        </a:p>
      </dgm:t>
    </dgm:pt>
    <dgm:pt modelId="{99712B04-532C-455A-B394-53408A35E8E2}" type="parTrans" cxnId="{3D3A3E0B-3EA7-4EBF-B49A-81B05EE6C13D}">
      <dgm:prSet/>
      <dgm:spPr/>
      <dgm:t>
        <a:bodyPr/>
        <a:lstStyle/>
        <a:p>
          <a:endParaRPr lang="en-US"/>
        </a:p>
      </dgm:t>
    </dgm:pt>
    <dgm:pt modelId="{879E78D5-C5D1-48EC-832A-C173D128E190}" type="sibTrans" cxnId="{3D3A3E0B-3EA7-4EBF-B49A-81B05EE6C13D}">
      <dgm:prSet/>
      <dgm:spPr/>
      <dgm:t>
        <a:bodyPr/>
        <a:lstStyle/>
        <a:p>
          <a:endParaRPr lang="en-US"/>
        </a:p>
      </dgm:t>
    </dgm:pt>
    <dgm:pt modelId="{7DF1A3C2-AB53-4ACE-9AF5-4655BEEDF4D8}" type="pres">
      <dgm:prSet presAssocID="{754B90B1-0AAA-414C-B96E-3C9F8C141DD4}" presName="root" presStyleCnt="0">
        <dgm:presLayoutVars>
          <dgm:dir/>
          <dgm:resizeHandles val="exact"/>
        </dgm:presLayoutVars>
      </dgm:prSet>
      <dgm:spPr/>
    </dgm:pt>
    <dgm:pt modelId="{1E10FC78-E58F-484F-8BE4-B3237760D528}" type="pres">
      <dgm:prSet presAssocID="{4B9CA482-FBB9-49B3-A285-06B773EC2A71}" presName="compNode" presStyleCnt="0"/>
      <dgm:spPr/>
    </dgm:pt>
    <dgm:pt modelId="{DC87C47E-5788-4BBD-99C6-346E84BF8B8F}" type="pres">
      <dgm:prSet presAssocID="{4B9CA482-FBB9-49B3-A285-06B773EC2A71}" presName="bgRect" presStyleLbl="bgShp" presStyleIdx="0" presStyleCnt="5"/>
      <dgm:spPr/>
    </dgm:pt>
    <dgm:pt modelId="{451EB7B7-4D0C-4033-9680-D214097EC11C}" type="pres">
      <dgm:prSet presAssocID="{4B9CA482-FBB9-49B3-A285-06B773EC2A7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44B676EA-9879-4552-B553-E4BCAD42FD1D}" type="pres">
      <dgm:prSet presAssocID="{4B9CA482-FBB9-49B3-A285-06B773EC2A71}" presName="spaceRect" presStyleCnt="0"/>
      <dgm:spPr/>
    </dgm:pt>
    <dgm:pt modelId="{E4B01CF6-DC65-46E7-88D0-6869283D14E0}" type="pres">
      <dgm:prSet presAssocID="{4B9CA482-FBB9-49B3-A285-06B773EC2A71}" presName="parTx" presStyleLbl="revTx" presStyleIdx="0" presStyleCnt="5">
        <dgm:presLayoutVars>
          <dgm:chMax val="0"/>
          <dgm:chPref val="0"/>
        </dgm:presLayoutVars>
      </dgm:prSet>
      <dgm:spPr/>
    </dgm:pt>
    <dgm:pt modelId="{73CC21E5-B0F5-4FFB-9E6A-3FF2B775DCF1}" type="pres">
      <dgm:prSet presAssocID="{114A7F11-35D6-4728-B234-FD13E7C8C1A0}" presName="sibTrans" presStyleCnt="0"/>
      <dgm:spPr/>
    </dgm:pt>
    <dgm:pt modelId="{A320BA24-B2D2-42F5-8C44-F90AF7DD5B58}" type="pres">
      <dgm:prSet presAssocID="{458B86C8-0080-4037-A729-DFB90EAF3C8E}" presName="compNode" presStyleCnt="0"/>
      <dgm:spPr/>
    </dgm:pt>
    <dgm:pt modelId="{DBFE1477-1C8C-4954-B204-31B731A39EAA}" type="pres">
      <dgm:prSet presAssocID="{458B86C8-0080-4037-A729-DFB90EAF3C8E}" presName="bgRect" presStyleLbl="bgShp" presStyleIdx="1" presStyleCnt="5"/>
      <dgm:spPr/>
    </dgm:pt>
    <dgm:pt modelId="{99C5A6FA-F04C-4085-945A-63D4E7128943}" type="pres">
      <dgm:prSet presAssocID="{458B86C8-0080-4037-A729-DFB90EAF3C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31C1D739-E614-4855-9227-A96BCCB55D08}" type="pres">
      <dgm:prSet presAssocID="{458B86C8-0080-4037-A729-DFB90EAF3C8E}" presName="spaceRect" presStyleCnt="0"/>
      <dgm:spPr/>
    </dgm:pt>
    <dgm:pt modelId="{CAE2024A-4C67-403C-9260-AAA140686F48}" type="pres">
      <dgm:prSet presAssocID="{458B86C8-0080-4037-A729-DFB90EAF3C8E}" presName="parTx" presStyleLbl="revTx" presStyleIdx="1" presStyleCnt="5">
        <dgm:presLayoutVars>
          <dgm:chMax val="0"/>
          <dgm:chPref val="0"/>
        </dgm:presLayoutVars>
      </dgm:prSet>
      <dgm:spPr/>
    </dgm:pt>
    <dgm:pt modelId="{677116E6-7148-488D-9A6D-2A369EB4CB49}" type="pres">
      <dgm:prSet presAssocID="{DB155348-6D4A-4A15-B6DE-0EAEC0CECE5F}" presName="sibTrans" presStyleCnt="0"/>
      <dgm:spPr/>
    </dgm:pt>
    <dgm:pt modelId="{6236BCB1-E8D6-4BC9-8817-7B0DAF14EB85}" type="pres">
      <dgm:prSet presAssocID="{80113DC0-D8D9-4A77-BCD9-25E9220DC2CA}" presName="compNode" presStyleCnt="0"/>
      <dgm:spPr/>
    </dgm:pt>
    <dgm:pt modelId="{B181274B-5031-483B-A0C6-35939E856037}" type="pres">
      <dgm:prSet presAssocID="{80113DC0-D8D9-4A77-BCD9-25E9220DC2CA}" presName="bgRect" presStyleLbl="bgShp" presStyleIdx="2" presStyleCnt="5"/>
      <dgm:spPr/>
    </dgm:pt>
    <dgm:pt modelId="{0FF093C9-06E9-4BD5-A7A4-E9A7F741A834}" type="pres">
      <dgm:prSet presAssocID="{80113DC0-D8D9-4A77-BCD9-25E9220DC2C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4853E4C-F3A9-4522-A538-3E6C2F654220}" type="pres">
      <dgm:prSet presAssocID="{80113DC0-D8D9-4A77-BCD9-25E9220DC2CA}" presName="spaceRect" presStyleCnt="0"/>
      <dgm:spPr/>
    </dgm:pt>
    <dgm:pt modelId="{3C67D893-8A26-44CB-A64D-87FB16B28FEA}" type="pres">
      <dgm:prSet presAssocID="{80113DC0-D8D9-4A77-BCD9-25E9220DC2CA}" presName="parTx" presStyleLbl="revTx" presStyleIdx="2" presStyleCnt="5">
        <dgm:presLayoutVars>
          <dgm:chMax val="0"/>
          <dgm:chPref val="0"/>
        </dgm:presLayoutVars>
      </dgm:prSet>
      <dgm:spPr/>
    </dgm:pt>
    <dgm:pt modelId="{FAE91934-4815-4D81-B10E-F247F9657055}" type="pres">
      <dgm:prSet presAssocID="{D6AAF549-F81E-4624-80D5-8C24D8C4224E}" presName="sibTrans" presStyleCnt="0"/>
      <dgm:spPr/>
    </dgm:pt>
    <dgm:pt modelId="{9E7886C3-DF08-4D59-8B6A-0D33270F0244}" type="pres">
      <dgm:prSet presAssocID="{F0634DA1-B1CA-4A89-B8AE-528643D89DA5}" presName="compNode" presStyleCnt="0"/>
      <dgm:spPr/>
    </dgm:pt>
    <dgm:pt modelId="{57873A39-EDA9-41E9-813C-6D694E653CA4}" type="pres">
      <dgm:prSet presAssocID="{F0634DA1-B1CA-4A89-B8AE-528643D89DA5}" presName="bgRect" presStyleLbl="bgShp" presStyleIdx="3" presStyleCnt="5"/>
      <dgm:spPr/>
    </dgm:pt>
    <dgm:pt modelId="{F4A6952F-47D7-40A5-BE00-7588D36AF60A}" type="pres">
      <dgm:prSet presAssocID="{F0634DA1-B1CA-4A89-B8AE-528643D89DA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8E4A101-AC41-4D40-9D70-65331FC4C7B3}" type="pres">
      <dgm:prSet presAssocID="{F0634DA1-B1CA-4A89-B8AE-528643D89DA5}" presName="spaceRect" presStyleCnt="0"/>
      <dgm:spPr/>
    </dgm:pt>
    <dgm:pt modelId="{9849252D-2EE0-475A-A423-8B45B5BDB3A5}" type="pres">
      <dgm:prSet presAssocID="{F0634DA1-B1CA-4A89-B8AE-528643D89DA5}" presName="parTx" presStyleLbl="revTx" presStyleIdx="3" presStyleCnt="5">
        <dgm:presLayoutVars>
          <dgm:chMax val="0"/>
          <dgm:chPref val="0"/>
        </dgm:presLayoutVars>
      </dgm:prSet>
      <dgm:spPr/>
    </dgm:pt>
    <dgm:pt modelId="{95C15EB1-2C0D-49BC-BCFA-06739016813C}" type="pres">
      <dgm:prSet presAssocID="{4828C6C6-CFCD-49F7-82B2-75A4BB71CF45}" presName="sibTrans" presStyleCnt="0"/>
      <dgm:spPr/>
    </dgm:pt>
    <dgm:pt modelId="{3DE0D10B-5BBF-40D2-86FC-1D844E19C633}" type="pres">
      <dgm:prSet presAssocID="{628A7167-4BD6-467A-9AD2-763AB28AE6B7}" presName="compNode" presStyleCnt="0"/>
      <dgm:spPr/>
    </dgm:pt>
    <dgm:pt modelId="{6D7350F6-BBC9-4602-94B5-9ABD32315533}" type="pres">
      <dgm:prSet presAssocID="{628A7167-4BD6-467A-9AD2-763AB28AE6B7}" presName="bgRect" presStyleLbl="bgShp" presStyleIdx="4" presStyleCnt="5"/>
      <dgm:spPr/>
    </dgm:pt>
    <dgm:pt modelId="{25DE9BB9-AA62-4DEF-B5EB-06B7E1F486CC}" type="pres">
      <dgm:prSet presAssocID="{628A7167-4BD6-467A-9AD2-763AB28AE6B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1DE2F38-18F2-4EF6-926F-1FA51B434CF6}" type="pres">
      <dgm:prSet presAssocID="{628A7167-4BD6-467A-9AD2-763AB28AE6B7}" presName="spaceRect" presStyleCnt="0"/>
      <dgm:spPr/>
    </dgm:pt>
    <dgm:pt modelId="{584A14E2-D472-4E7B-80BD-9A89ADC82B72}" type="pres">
      <dgm:prSet presAssocID="{628A7167-4BD6-467A-9AD2-763AB28AE6B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D3A3E0B-3EA7-4EBF-B49A-81B05EE6C13D}" srcId="{754B90B1-0AAA-414C-B96E-3C9F8C141DD4}" destId="{628A7167-4BD6-467A-9AD2-763AB28AE6B7}" srcOrd="4" destOrd="0" parTransId="{99712B04-532C-455A-B394-53408A35E8E2}" sibTransId="{879E78D5-C5D1-48EC-832A-C173D128E190}"/>
    <dgm:cxn modelId="{2D67AB13-EDC9-48AD-AD69-014D811E3C00}" type="presOf" srcId="{754B90B1-0AAA-414C-B96E-3C9F8C141DD4}" destId="{7DF1A3C2-AB53-4ACE-9AF5-4655BEEDF4D8}" srcOrd="0" destOrd="0" presId="urn:microsoft.com/office/officeart/2018/2/layout/IconVerticalSolidList"/>
    <dgm:cxn modelId="{89911618-039E-4207-97F5-F81C689BE29D}" type="presOf" srcId="{4B9CA482-FBB9-49B3-A285-06B773EC2A71}" destId="{E4B01CF6-DC65-46E7-88D0-6869283D14E0}" srcOrd="0" destOrd="0" presId="urn:microsoft.com/office/officeart/2018/2/layout/IconVerticalSolidList"/>
    <dgm:cxn modelId="{58ED163B-1584-4514-A13B-E9E4AD0AA05C}" srcId="{754B90B1-0AAA-414C-B96E-3C9F8C141DD4}" destId="{4B9CA482-FBB9-49B3-A285-06B773EC2A71}" srcOrd="0" destOrd="0" parTransId="{6AE7753C-8F89-4981-B353-4F4AB99DF033}" sibTransId="{114A7F11-35D6-4728-B234-FD13E7C8C1A0}"/>
    <dgm:cxn modelId="{517F5E60-0699-4619-BD07-A40C8D3C10EB}" srcId="{754B90B1-0AAA-414C-B96E-3C9F8C141DD4}" destId="{80113DC0-D8D9-4A77-BCD9-25E9220DC2CA}" srcOrd="2" destOrd="0" parTransId="{E55C00AC-0E51-4EA0-8378-3A83B5597D13}" sibTransId="{D6AAF549-F81E-4624-80D5-8C24D8C4224E}"/>
    <dgm:cxn modelId="{C4A7074E-DC60-4A79-B915-0660A4606E90}" srcId="{754B90B1-0AAA-414C-B96E-3C9F8C141DD4}" destId="{458B86C8-0080-4037-A729-DFB90EAF3C8E}" srcOrd="1" destOrd="0" parTransId="{CF554FB8-6410-4D49-A2B8-B3DB7B724800}" sibTransId="{DB155348-6D4A-4A15-B6DE-0EAEC0CECE5F}"/>
    <dgm:cxn modelId="{1A027476-1B5A-4E9A-9474-B2A6169C8776}" type="presOf" srcId="{458B86C8-0080-4037-A729-DFB90EAF3C8E}" destId="{CAE2024A-4C67-403C-9260-AAA140686F48}" srcOrd="0" destOrd="0" presId="urn:microsoft.com/office/officeart/2018/2/layout/IconVerticalSolidList"/>
    <dgm:cxn modelId="{DE298359-776D-45BD-BBAB-1F78493BDE57}" type="presOf" srcId="{628A7167-4BD6-467A-9AD2-763AB28AE6B7}" destId="{584A14E2-D472-4E7B-80BD-9A89ADC82B72}" srcOrd="0" destOrd="0" presId="urn:microsoft.com/office/officeart/2018/2/layout/IconVerticalSolidList"/>
    <dgm:cxn modelId="{D90B47AD-0004-4029-8FED-8528922204E4}" type="presOf" srcId="{F0634DA1-B1CA-4A89-B8AE-528643D89DA5}" destId="{9849252D-2EE0-475A-A423-8B45B5BDB3A5}" srcOrd="0" destOrd="0" presId="urn:microsoft.com/office/officeart/2018/2/layout/IconVerticalSolidList"/>
    <dgm:cxn modelId="{23A3EDB8-5C25-447E-8E53-2358DD1E5DA1}" type="presOf" srcId="{80113DC0-D8D9-4A77-BCD9-25E9220DC2CA}" destId="{3C67D893-8A26-44CB-A64D-87FB16B28FEA}" srcOrd="0" destOrd="0" presId="urn:microsoft.com/office/officeart/2018/2/layout/IconVerticalSolidList"/>
    <dgm:cxn modelId="{C583EEF2-8B1E-40C1-A8E4-D5A9FD01D010}" srcId="{754B90B1-0AAA-414C-B96E-3C9F8C141DD4}" destId="{F0634DA1-B1CA-4A89-B8AE-528643D89DA5}" srcOrd="3" destOrd="0" parTransId="{A97DC72C-6D09-425B-8305-49B63B1F91A2}" sibTransId="{4828C6C6-CFCD-49F7-82B2-75A4BB71CF45}"/>
    <dgm:cxn modelId="{05F5BC56-37FE-4B28-B982-20494EDE84D9}" type="presParOf" srcId="{7DF1A3C2-AB53-4ACE-9AF5-4655BEEDF4D8}" destId="{1E10FC78-E58F-484F-8BE4-B3237760D528}" srcOrd="0" destOrd="0" presId="urn:microsoft.com/office/officeart/2018/2/layout/IconVerticalSolidList"/>
    <dgm:cxn modelId="{2C0E2145-3F66-4AC8-83D8-7D97BB77C21C}" type="presParOf" srcId="{1E10FC78-E58F-484F-8BE4-B3237760D528}" destId="{DC87C47E-5788-4BBD-99C6-346E84BF8B8F}" srcOrd="0" destOrd="0" presId="urn:microsoft.com/office/officeart/2018/2/layout/IconVerticalSolidList"/>
    <dgm:cxn modelId="{FA518BB9-AA92-487D-9D3E-7B2FFE006834}" type="presParOf" srcId="{1E10FC78-E58F-484F-8BE4-B3237760D528}" destId="{451EB7B7-4D0C-4033-9680-D214097EC11C}" srcOrd="1" destOrd="0" presId="urn:microsoft.com/office/officeart/2018/2/layout/IconVerticalSolidList"/>
    <dgm:cxn modelId="{2786C454-91BD-4970-B14E-F50E16E04126}" type="presParOf" srcId="{1E10FC78-E58F-484F-8BE4-B3237760D528}" destId="{44B676EA-9879-4552-B553-E4BCAD42FD1D}" srcOrd="2" destOrd="0" presId="urn:microsoft.com/office/officeart/2018/2/layout/IconVerticalSolidList"/>
    <dgm:cxn modelId="{6083EA40-09DB-4F71-B491-72E8B0A9CB9A}" type="presParOf" srcId="{1E10FC78-E58F-484F-8BE4-B3237760D528}" destId="{E4B01CF6-DC65-46E7-88D0-6869283D14E0}" srcOrd="3" destOrd="0" presId="urn:microsoft.com/office/officeart/2018/2/layout/IconVerticalSolidList"/>
    <dgm:cxn modelId="{3A0C679C-AB0A-4C79-9796-65B54FA999A6}" type="presParOf" srcId="{7DF1A3C2-AB53-4ACE-9AF5-4655BEEDF4D8}" destId="{73CC21E5-B0F5-4FFB-9E6A-3FF2B775DCF1}" srcOrd="1" destOrd="0" presId="urn:microsoft.com/office/officeart/2018/2/layout/IconVerticalSolidList"/>
    <dgm:cxn modelId="{B5550279-DAEC-41AC-AF7B-A48A66BC0816}" type="presParOf" srcId="{7DF1A3C2-AB53-4ACE-9AF5-4655BEEDF4D8}" destId="{A320BA24-B2D2-42F5-8C44-F90AF7DD5B58}" srcOrd="2" destOrd="0" presId="urn:microsoft.com/office/officeart/2018/2/layout/IconVerticalSolidList"/>
    <dgm:cxn modelId="{5793C05B-3917-44B3-8828-6F2A62B8A8C1}" type="presParOf" srcId="{A320BA24-B2D2-42F5-8C44-F90AF7DD5B58}" destId="{DBFE1477-1C8C-4954-B204-31B731A39EAA}" srcOrd="0" destOrd="0" presId="urn:microsoft.com/office/officeart/2018/2/layout/IconVerticalSolidList"/>
    <dgm:cxn modelId="{905DFBF6-1F52-48C1-925A-A43BCFA915E2}" type="presParOf" srcId="{A320BA24-B2D2-42F5-8C44-F90AF7DD5B58}" destId="{99C5A6FA-F04C-4085-945A-63D4E7128943}" srcOrd="1" destOrd="0" presId="urn:microsoft.com/office/officeart/2018/2/layout/IconVerticalSolidList"/>
    <dgm:cxn modelId="{D56D18D3-825F-4C08-9261-596EAD022263}" type="presParOf" srcId="{A320BA24-B2D2-42F5-8C44-F90AF7DD5B58}" destId="{31C1D739-E614-4855-9227-A96BCCB55D08}" srcOrd="2" destOrd="0" presId="urn:microsoft.com/office/officeart/2018/2/layout/IconVerticalSolidList"/>
    <dgm:cxn modelId="{526A88E0-C814-4412-BB03-8098F7C6EDFA}" type="presParOf" srcId="{A320BA24-B2D2-42F5-8C44-F90AF7DD5B58}" destId="{CAE2024A-4C67-403C-9260-AAA140686F48}" srcOrd="3" destOrd="0" presId="urn:microsoft.com/office/officeart/2018/2/layout/IconVerticalSolidList"/>
    <dgm:cxn modelId="{D483EE64-2059-4459-A9B5-68DF42D6F60F}" type="presParOf" srcId="{7DF1A3C2-AB53-4ACE-9AF5-4655BEEDF4D8}" destId="{677116E6-7148-488D-9A6D-2A369EB4CB49}" srcOrd="3" destOrd="0" presId="urn:microsoft.com/office/officeart/2018/2/layout/IconVerticalSolidList"/>
    <dgm:cxn modelId="{C555E6D2-3F96-47AB-8E56-17272D2E0892}" type="presParOf" srcId="{7DF1A3C2-AB53-4ACE-9AF5-4655BEEDF4D8}" destId="{6236BCB1-E8D6-4BC9-8817-7B0DAF14EB85}" srcOrd="4" destOrd="0" presId="urn:microsoft.com/office/officeart/2018/2/layout/IconVerticalSolidList"/>
    <dgm:cxn modelId="{D4109A10-9038-4913-929B-E627FD73DC8E}" type="presParOf" srcId="{6236BCB1-E8D6-4BC9-8817-7B0DAF14EB85}" destId="{B181274B-5031-483B-A0C6-35939E856037}" srcOrd="0" destOrd="0" presId="urn:microsoft.com/office/officeart/2018/2/layout/IconVerticalSolidList"/>
    <dgm:cxn modelId="{474E7B8A-C12F-4F99-ABEE-517FBC3F256C}" type="presParOf" srcId="{6236BCB1-E8D6-4BC9-8817-7B0DAF14EB85}" destId="{0FF093C9-06E9-4BD5-A7A4-E9A7F741A834}" srcOrd="1" destOrd="0" presId="urn:microsoft.com/office/officeart/2018/2/layout/IconVerticalSolidList"/>
    <dgm:cxn modelId="{10BA21C8-57C3-4F74-88CD-19EE7A580091}" type="presParOf" srcId="{6236BCB1-E8D6-4BC9-8817-7B0DAF14EB85}" destId="{C4853E4C-F3A9-4522-A538-3E6C2F654220}" srcOrd="2" destOrd="0" presId="urn:microsoft.com/office/officeart/2018/2/layout/IconVerticalSolidList"/>
    <dgm:cxn modelId="{24CEA46E-C972-4639-A4B1-28027863BB08}" type="presParOf" srcId="{6236BCB1-E8D6-4BC9-8817-7B0DAF14EB85}" destId="{3C67D893-8A26-44CB-A64D-87FB16B28FEA}" srcOrd="3" destOrd="0" presId="urn:microsoft.com/office/officeart/2018/2/layout/IconVerticalSolidList"/>
    <dgm:cxn modelId="{0EB5DE42-0D9D-4177-9B87-C540F2BA7E7C}" type="presParOf" srcId="{7DF1A3C2-AB53-4ACE-9AF5-4655BEEDF4D8}" destId="{FAE91934-4815-4D81-B10E-F247F9657055}" srcOrd="5" destOrd="0" presId="urn:microsoft.com/office/officeart/2018/2/layout/IconVerticalSolidList"/>
    <dgm:cxn modelId="{055BAD43-977F-4E26-AFAF-E0E9C1598596}" type="presParOf" srcId="{7DF1A3C2-AB53-4ACE-9AF5-4655BEEDF4D8}" destId="{9E7886C3-DF08-4D59-8B6A-0D33270F0244}" srcOrd="6" destOrd="0" presId="urn:microsoft.com/office/officeart/2018/2/layout/IconVerticalSolidList"/>
    <dgm:cxn modelId="{0BCA1521-E36B-43D2-B6A8-58F6358DE0D5}" type="presParOf" srcId="{9E7886C3-DF08-4D59-8B6A-0D33270F0244}" destId="{57873A39-EDA9-41E9-813C-6D694E653CA4}" srcOrd="0" destOrd="0" presId="urn:microsoft.com/office/officeart/2018/2/layout/IconVerticalSolidList"/>
    <dgm:cxn modelId="{662765B6-1E0F-42A5-82D6-AA70B74959CE}" type="presParOf" srcId="{9E7886C3-DF08-4D59-8B6A-0D33270F0244}" destId="{F4A6952F-47D7-40A5-BE00-7588D36AF60A}" srcOrd="1" destOrd="0" presId="urn:microsoft.com/office/officeart/2018/2/layout/IconVerticalSolidList"/>
    <dgm:cxn modelId="{7332B34D-38F9-4A4F-97B4-CD32EF655B1F}" type="presParOf" srcId="{9E7886C3-DF08-4D59-8B6A-0D33270F0244}" destId="{78E4A101-AC41-4D40-9D70-65331FC4C7B3}" srcOrd="2" destOrd="0" presId="urn:microsoft.com/office/officeart/2018/2/layout/IconVerticalSolidList"/>
    <dgm:cxn modelId="{D7B65DCF-51C9-40E6-840E-0E8713EBDE25}" type="presParOf" srcId="{9E7886C3-DF08-4D59-8B6A-0D33270F0244}" destId="{9849252D-2EE0-475A-A423-8B45B5BDB3A5}" srcOrd="3" destOrd="0" presId="urn:microsoft.com/office/officeart/2018/2/layout/IconVerticalSolidList"/>
    <dgm:cxn modelId="{7671DAD1-65BE-4604-9F43-3A71011D6CAD}" type="presParOf" srcId="{7DF1A3C2-AB53-4ACE-9AF5-4655BEEDF4D8}" destId="{95C15EB1-2C0D-49BC-BCFA-06739016813C}" srcOrd="7" destOrd="0" presId="urn:microsoft.com/office/officeart/2018/2/layout/IconVerticalSolidList"/>
    <dgm:cxn modelId="{B3F7340A-146C-4FAF-B16F-165037FA8396}" type="presParOf" srcId="{7DF1A3C2-AB53-4ACE-9AF5-4655BEEDF4D8}" destId="{3DE0D10B-5BBF-40D2-86FC-1D844E19C633}" srcOrd="8" destOrd="0" presId="urn:microsoft.com/office/officeart/2018/2/layout/IconVerticalSolidList"/>
    <dgm:cxn modelId="{8000DBEF-1469-4987-8938-8B9B342D586C}" type="presParOf" srcId="{3DE0D10B-5BBF-40D2-86FC-1D844E19C633}" destId="{6D7350F6-BBC9-4602-94B5-9ABD32315533}" srcOrd="0" destOrd="0" presId="urn:microsoft.com/office/officeart/2018/2/layout/IconVerticalSolidList"/>
    <dgm:cxn modelId="{3BEE9718-C60D-426B-9FF9-82568760C0F6}" type="presParOf" srcId="{3DE0D10B-5BBF-40D2-86FC-1D844E19C633}" destId="{25DE9BB9-AA62-4DEF-B5EB-06B7E1F486CC}" srcOrd="1" destOrd="0" presId="urn:microsoft.com/office/officeart/2018/2/layout/IconVerticalSolidList"/>
    <dgm:cxn modelId="{68A067BA-8481-4CBD-AF6B-EC9932A29F54}" type="presParOf" srcId="{3DE0D10B-5BBF-40D2-86FC-1D844E19C633}" destId="{31DE2F38-18F2-4EF6-926F-1FA51B434CF6}" srcOrd="2" destOrd="0" presId="urn:microsoft.com/office/officeart/2018/2/layout/IconVerticalSolidList"/>
    <dgm:cxn modelId="{3036801E-F50D-41D4-BD6A-361D29F7F042}" type="presParOf" srcId="{3DE0D10B-5BBF-40D2-86FC-1D844E19C633}" destId="{584A14E2-D472-4E7B-80BD-9A89ADC82B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0BF6F90-3661-497B-8E9F-51E39619A26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105FED1-5465-4F57-BF79-6BDAFDC61315}">
      <dgm:prSet/>
      <dgm:spPr/>
      <dgm:t>
        <a:bodyPr/>
        <a:lstStyle/>
        <a:p>
          <a:pPr>
            <a:defRPr cap="all"/>
          </a:pPr>
          <a:r>
            <a:rPr lang="en-US"/>
            <a:t>Improved teamwork and productivity</a:t>
          </a:r>
        </a:p>
      </dgm:t>
    </dgm:pt>
    <dgm:pt modelId="{40F54C78-E99B-46D9-92B2-A8687887716F}" type="parTrans" cxnId="{5EAABD5E-3F7D-4350-8741-1979BB09BF95}">
      <dgm:prSet/>
      <dgm:spPr/>
      <dgm:t>
        <a:bodyPr/>
        <a:lstStyle/>
        <a:p>
          <a:endParaRPr lang="en-US"/>
        </a:p>
      </dgm:t>
    </dgm:pt>
    <dgm:pt modelId="{3D22FFBA-52D5-4672-96D7-5B040AC2A967}" type="sibTrans" cxnId="{5EAABD5E-3F7D-4350-8741-1979BB09BF95}">
      <dgm:prSet/>
      <dgm:spPr/>
      <dgm:t>
        <a:bodyPr/>
        <a:lstStyle/>
        <a:p>
          <a:endParaRPr lang="en-US"/>
        </a:p>
      </dgm:t>
    </dgm:pt>
    <dgm:pt modelId="{7E3E43AB-05D6-4662-90CF-6E8FE8478DEC}">
      <dgm:prSet/>
      <dgm:spPr/>
      <dgm:t>
        <a:bodyPr/>
        <a:lstStyle/>
        <a:p>
          <a:pPr>
            <a:defRPr cap="all"/>
          </a:pPr>
          <a:r>
            <a:rPr lang="en-US"/>
            <a:t>Saves time and reduces effort</a:t>
          </a:r>
        </a:p>
      </dgm:t>
    </dgm:pt>
    <dgm:pt modelId="{70EE29C9-683D-428D-B747-FB6E1F4B0413}" type="parTrans" cxnId="{8CE22423-59BD-49C6-A0E3-296CBF2F0938}">
      <dgm:prSet/>
      <dgm:spPr/>
      <dgm:t>
        <a:bodyPr/>
        <a:lstStyle/>
        <a:p>
          <a:endParaRPr lang="en-US"/>
        </a:p>
      </dgm:t>
    </dgm:pt>
    <dgm:pt modelId="{8CCA2398-87E9-494C-B7DB-80395A94DB9B}" type="sibTrans" cxnId="{8CE22423-59BD-49C6-A0E3-296CBF2F0938}">
      <dgm:prSet/>
      <dgm:spPr/>
      <dgm:t>
        <a:bodyPr/>
        <a:lstStyle/>
        <a:p>
          <a:endParaRPr lang="en-US"/>
        </a:p>
      </dgm:t>
    </dgm:pt>
    <dgm:pt modelId="{52A6F9B2-015E-4464-9EB3-08BB6D74E9B7}">
      <dgm:prSet/>
      <dgm:spPr/>
      <dgm:t>
        <a:bodyPr/>
        <a:lstStyle/>
        <a:p>
          <a:pPr>
            <a:defRPr cap="all"/>
          </a:pPr>
          <a:r>
            <a:rPr lang="en-US"/>
            <a:t>Better communication</a:t>
          </a:r>
        </a:p>
      </dgm:t>
    </dgm:pt>
    <dgm:pt modelId="{3780382C-7231-4231-9301-E2EF495FA642}" type="parTrans" cxnId="{807AD927-B855-4BB6-A7CF-97FE63F1D712}">
      <dgm:prSet/>
      <dgm:spPr/>
      <dgm:t>
        <a:bodyPr/>
        <a:lstStyle/>
        <a:p>
          <a:endParaRPr lang="en-US"/>
        </a:p>
      </dgm:t>
    </dgm:pt>
    <dgm:pt modelId="{EA98AC02-2EDF-49A8-8610-57C4EA6BD6F4}" type="sibTrans" cxnId="{807AD927-B855-4BB6-A7CF-97FE63F1D712}">
      <dgm:prSet/>
      <dgm:spPr/>
      <dgm:t>
        <a:bodyPr/>
        <a:lstStyle/>
        <a:p>
          <a:endParaRPr lang="en-US"/>
        </a:p>
      </dgm:t>
    </dgm:pt>
    <dgm:pt modelId="{00406D4A-91DE-4CAB-8F0B-4E5FC7658DD3}">
      <dgm:prSet/>
      <dgm:spPr/>
      <dgm:t>
        <a:bodyPr/>
        <a:lstStyle/>
        <a:p>
          <a:pPr>
            <a:defRPr cap="all"/>
          </a:pPr>
          <a:r>
            <a:rPr lang="en-US"/>
            <a:t>Helps remote work</a:t>
          </a:r>
        </a:p>
      </dgm:t>
    </dgm:pt>
    <dgm:pt modelId="{B96A616D-3C07-4212-9379-8FD501397600}" type="parTrans" cxnId="{C4241E27-ED63-437A-BA1B-59A68CF42BC2}">
      <dgm:prSet/>
      <dgm:spPr/>
      <dgm:t>
        <a:bodyPr/>
        <a:lstStyle/>
        <a:p>
          <a:endParaRPr lang="en-US"/>
        </a:p>
      </dgm:t>
    </dgm:pt>
    <dgm:pt modelId="{01791799-77E6-48D2-821D-F26333E22BEE}" type="sibTrans" cxnId="{C4241E27-ED63-437A-BA1B-59A68CF42BC2}">
      <dgm:prSet/>
      <dgm:spPr/>
      <dgm:t>
        <a:bodyPr/>
        <a:lstStyle/>
        <a:p>
          <a:endParaRPr lang="en-US"/>
        </a:p>
      </dgm:t>
    </dgm:pt>
    <dgm:pt modelId="{2F5869A3-732A-4611-BDC5-35367BC4FB2E}">
      <dgm:prSet/>
      <dgm:spPr/>
      <dgm:t>
        <a:bodyPr/>
        <a:lstStyle/>
        <a:p>
          <a:pPr>
            <a:defRPr cap="all"/>
          </a:pPr>
          <a:r>
            <a:rPr lang="en-US"/>
            <a:t>Reduces errors and miscommunication</a:t>
          </a:r>
        </a:p>
      </dgm:t>
    </dgm:pt>
    <dgm:pt modelId="{5049113A-DF8A-4294-9360-15B89865171D}" type="parTrans" cxnId="{A67AA573-C958-44CF-823A-D50F5A6DC4E3}">
      <dgm:prSet/>
      <dgm:spPr/>
      <dgm:t>
        <a:bodyPr/>
        <a:lstStyle/>
        <a:p>
          <a:endParaRPr lang="en-US"/>
        </a:p>
      </dgm:t>
    </dgm:pt>
    <dgm:pt modelId="{1F39AEC9-E862-4B86-AD12-84BBDD4B6B67}" type="sibTrans" cxnId="{A67AA573-C958-44CF-823A-D50F5A6DC4E3}">
      <dgm:prSet/>
      <dgm:spPr/>
      <dgm:t>
        <a:bodyPr/>
        <a:lstStyle/>
        <a:p>
          <a:endParaRPr lang="en-US"/>
        </a:p>
      </dgm:t>
    </dgm:pt>
    <dgm:pt modelId="{04287481-830D-4831-BF16-0FE903556305}" type="pres">
      <dgm:prSet presAssocID="{B0BF6F90-3661-497B-8E9F-51E39619A268}" presName="root" presStyleCnt="0">
        <dgm:presLayoutVars>
          <dgm:dir/>
          <dgm:resizeHandles val="exact"/>
        </dgm:presLayoutVars>
      </dgm:prSet>
      <dgm:spPr/>
    </dgm:pt>
    <dgm:pt modelId="{2D08F231-4BA2-408A-8E44-B08810FE59D4}" type="pres">
      <dgm:prSet presAssocID="{0105FED1-5465-4F57-BF79-6BDAFDC61315}" presName="compNode" presStyleCnt="0"/>
      <dgm:spPr/>
    </dgm:pt>
    <dgm:pt modelId="{B4EE6737-E176-4C26-A5FC-6A0768FBD7FF}" type="pres">
      <dgm:prSet presAssocID="{0105FED1-5465-4F57-BF79-6BDAFDC61315}" presName="iconBgRect" presStyleLbl="bgShp" presStyleIdx="0" presStyleCnt="5"/>
      <dgm:spPr/>
    </dgm:pt>
    <dgm:pt modelId="{C139A20E-787A-4527-B8F2-98FB59C1857D}" type="pres">
      <dgm:prSet presAssocID="{0105FED1-5465-4F57-BF79-6BDAFDC6131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9DF2442-5021-49D4-8DA7-ED1EE4BF1D1A}" type="pres">
      <dgm:prSet presAssocID="{0105FED1-5465-4F57-BF79-6BDAFDC61315}" presName="spaceRect" presStyleCnt="0"/>
      <dgm:spPr/>
    </dgm:pt>
    <dgm:pt modelId="{4D710398-EDE2-42FC-BC00-56E39C5BB3E6}" type="pres">
      <dgm:prSet presAssocID="{0105FED1-5465-4F57-BF79-6BDAFDC61315}" presName="textRect" presStyleLbl="revTx" presStyleIdx="0" presStyleCnt="5">
        <dgm:presLayoutVars>
          <dgm:chMax val="1"/>
          <dgm:chPref val="1"/>
        </dgm:presLayoutVars>
      </dgm:prSet>
      <dgm:spPr/>
    </dgm:pt>
    <dgm:pt modelId="{712FD14C-AC74-4743-B60B-F85D5DC0A499}" type="pres">
      <dgm:prSet presAssocID="{3D22FFBA-52D5-4672-96D7-5B040AC2A967}" presName="sibTrans" presStyleCnt="0"/>
      <dgm:spPr/>
    </dgm:pt>
    <dgm:pt modelId="{E2BD7127-BEE4-4CE0-91DB-A099E2288438}" type="pres">
      <dgm:prSet presAssocID="{7E3E43AB-05D6-4662-90CF-6E8FE8478DEC}" presName="compNode" presStyleCnt="0"/>
      <dgm:spPr/>
    </dgm:pt>
    <dgm:pt modelId="{7F3960B3-A5F5-4607-B6D9-96874FEE75E8}" type="pres">
      <dgm:prSet presAssocID="{7E3E43AB-05D6-4662-90CF-6E8FE8478DEC}" presName="iconBgRect" presStyleLbl="bgShp" presStyleIdx="1" presStyleCnt="5"/>
      <dgm:spPr/>
    </dgm:pt>
    <dgm:pt modelId="{5EDBDD85-C5B7-4D23-A88C-46236A44C1F6}" type="pres">
      <dgm:prSet presAssocID="{7E3E43AB-05D6-4662-90CF-6E8FE8478DE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F98EB65-F578-49A4-AB13-BECC183C43EF}" type="pres">
      <dgm:prSet presAssocID="{7E3E43AB-05D6-4662-90CF-6E8FE8478DEC}" presName="spaceRect" presStyleCnt="0"/>
      <dgm:spPr/>
    </dgm:pt>
    <dgm:pt modelId="{2884F0AE-D44C-4CC8-BCE6-9F8B1F2195F9}" type="pres">
      <dgm:prSet presAssocID="{7E3E43AB-05D6-4662-90CF-6E8FE8478DEC}" presName="textRect" presStyleLbl="revTx" presStyleIdx="1" presStyleCnt="5">
        <dgm:presLayoutVars>
          <dgm:chMax val="1"/>
          <dgm:chPref val="1"/>
        </dgm:presLayoutVars>
      </dgm:prSet>
      <dgm:spPr/>
    </dgm:pt>
    <dgm:pt modelId="{978D30CE-04F0-4BA8-8238-AA76082079C1}" type="pres">
      <dgm:prSet presAssocID="{8CCA2398-87E9-494C-B7DB-80395A94DB9B}" presName="sibTrans" presStyleCnt="0"/>
      <dgm:spPr/>
    </dgm:pt>
    <dgm:pt modelId="{4BEF1869-74E2-4473-B338-E241DA9B8129}" type="pres">
      <dgm:prSet presAssocID="{52A6F9B2-015E-4464-9EB3-08BB6D74E9B7}" presName="compNode" presStyleCnt="0"/>
      <dgm:spPr/>
    </dgm:pt>
    <dgm:pt modelId="{79746B49-8F21-49B2-AAEF-086C677BBC89}" type="pres">
      <dgm:prSet presAssocID="{52A6F9B2-015E-4464-9EB3-08BB6D74E9B7}" presName="iconBgRect" presStyleLbl="bgShp" presStyleIdx="2" presStyleCnt="5"/>
      <dgm:spPr/>
    </dgm:pt>
    <dgm:pt modelId="{0E55671E-04A4-4002-A33E-7CACF71CBFBC}" type="pres">
      <dgm:prSet presAssocID="{52A6F9B2-015E-4464-9EB3-08BB6D74E9B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2F483EA-4987-4A82-8DB2-3EEF039A2AF3}" type="pres">
      <dgm:prSet presAssocID="{52A6F9B2-015E-4464-9EB3-08BB6D74E9B7}" presName="spaceRect" presStyleCnt="0"/>
      <dgm:spPr/>
    </dgm:pt>
    <dgm:pt modelId="{02F1C674-FFEC-47E6-BF70-FED26B7797AD}" type="pres">
      <dgm:prSet presAssocID="{52A6F9B2-015E-4464-9EB3-08BB6D74E9B7}" presName="textRect" presStyleLbl="revTx" presStyleIdx="2" presStyleCnt="5">
        <dgm:presLayoutVars>
          <dgm:chMax val="1"/>
          <dgm:chPref val="1"/>
        </dgm:presLayoutVars>
      </dgm:prSet>
      <dgm:spPr/>
    </dgm:pt>
    <dgm:pt modelId="{C2C78C04-539F-448C-B481-C935F6659B90}" type="pres">
      <dgm:prSet presAssocID="{EA98AC02-2EDF-49A8-8610-57C4EA6BD6F4}" presName="sibTrans" presStyleCnt="0"/>
      <dgm:spPr/>
    </dgm:pt>
    <dgm:pt modelId="{F7A935B7-E534-479C-8C54-5061F108CFAD}" type="pres">
      <dgm:prSet presAssocID="{00406D4A-91DE-4CAB-8F0B-4E5FC7658DD3}" presName="compNode" presStyleCnt="0"/>
      <dgm:spPr/>
    </dgm:pt>
    <dgm:pt modelId="{C177C1D0-7D77-4874-B8ED-3AE512398A6F}" type="pres">
      <dgm:prSet presAssocID="{00406D4A-91DE-4CAB-8F0B-4E5FC7658DD3}" presName="iconBgRect" presStyleLbl="bgShp" presStyleIdx="3" presStyleCnt="5"/>
      <dgm:spPr/>
    </dgm:pt>
    <dgm:pt modelId="{51A73F52-C1FF-49ED-A009-9CDED470ED1E}" type="pres">
      <dgm:prSet presAssocID="{00406D4A-91DE-4CAB-8F0B-4E5FC7658DD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DB1BC5A-29FA-4F64-9CF8-6CE8F3420718}" type="pres">
      <dgm:prSet presAssocID="{00406D4A-91DE-4CAB-8F0B-4E5FC7658DD3}" presName="spaceRect" presStyleCnt="0"/>
      <dgm:spPr/>
    </dgm:pt>
    <dgm:pt modelId="{86907AF0-589B-422A-A9ED-E48CA56007A4}" type="pres">
      <dgm:prSet presAssocID="{00406D4A-91DE-4CAB-8F0B-4E5FC7658DD3}" presName="textRect" presStyleLbl="revTx" presStyleIdx="3" presStyleCnt="5">
        <dgm:presLayoutVars>
          <dgm:chMax val="1"/>
          <dgm:chPref val="1"/>
        </dgm:presLayoutVars>
      </dgm:prSet>
      <dgm:spPr/>
    </dgm:pt>
    <dgm:pt modelId="{EA9E1CF2-2021-4F2A-9AD1-DCA0C9887613}" type="pres">
      <dgm:prSet presAssocID="{01791799-77E6-48D2-821D-F26333E22BEE}" presName="sibTrans" presStyleCnt="0"/>
      <dgm:spPr/>
    </dgm:pt>
    <dgm:pt modelId="{AD925217-888C-4D91-8D9C-1CEED003E0E7}" type="pres">
      <dgm:prSet presAssocID="{2F5869A3-732A-4611-BDC5-35367BC4FB2E}" presName="compNode" presStyleCnt="0"/>
      <dgm:spPr/>
    </dgm:pt>
    <dgm:pt modelId="{F3F095E3-F288-4873-A5A2-C8AA2823DC88}" type="pres">
      <dgm:prSet presAssocID="{2F5869A3-732A-4611-BDC5-35367BC4FB2E}" presName="iconBgRect" presStyleLbl="bgShp" presStyleIdx="4" presStyleCnt="5"/>
      <dgm:spPr/>
    </dgm:pt>
    <dgm:pt modelId="{923699C5-389E-46DB-821B-A8695DEE2F00}" type="pres">
      <dgm:prSet presAssocID="{2F5869A3-732A-4611-BDC5-35367BC4FB2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2ADD7301-BCE9-4408-98D1-C308E1AC6675}" type="pres">
      <dgm:prSet presAssocID="{2F5869A3-732A-4611-BDC5-35367BC4FB2E}" presName="spaceRect" presStyleCnt="0"/>
      <dgm:spPr/>
    </dgm:pt>
    <dgm:pt modelId="{1E2E1AAD-1E66-476B-A145-38AFD7E73830}" type="pres">
      <dgm:prSet presAssocID="{2F5869A3-732A-4611-BDC5-35367BC4FB2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CE22423-59BD-49C6-A0E3-296CBF2F0938}" srcId="{B0BF6F90-3661-497B-8E9F-51E39619A268}" destId="{7E3E43AB-05D6-4662-90CF-6E8FE8478DEC}" srcOrd="1" destOrd="0" parTransId="{70EE29C9-683D-428D-B747-FB6E1F4B0413}" sibTransId="{8CCA2398-87E9-494C-B7DB-80395A94DB9B}"/>
    <dgm:cxn modelId="{C4241E27-ED63-437A-BA1B-59A68CF42BC2}" srcId="{B0BF6F90-3661-497B-8E9F-51E39619A268}" destId="{00406D4A-91DE-4CAB-8F0B-4E5FC7658DD3}" srcOrd="3" destOrd="0" parTransId="{B96A616D-3C07-4212-9379-8FD501397600}" sibTransId="{01791799-77E6-48D2-821D-F26333E22BEE}"/>
    <dgm:cxn modelId="{807AD927-B855-4BB6-A7CF-97FE63F1D712}" srcId="{B0BF6F90-3661-497B-8E9F-51E39619A268}" destId="{52A6F9B2-015E-4464-9EB3-08BB6D74E9B7}" srcOrd="2" destOrd="0" parTransId="{3780382C-7231-4231-9301-E2EF495FA642}" sibTransId="{EA98AC02-2EDF-49A8-8610-57C4EA6BD6F4}"/>
    <dgm:cxn modelId="{7456B433-C509-4981-9AE6-056FB8EF7BB0}" type="presOf" srcId="{52A6F9B2-015E-4464-9EB3-08BB6D74E9B7}" destId="{02F1C674-FFEC-47E6-BF70-FED26B7797AD}" srcOrd="0" destOrd="0" presId="urn:microsoft.com/office/officeart/2018/5/layout/IconCircleLabelList"/>
    <dgm:cxn modelId="{5EAABD5E-3F7D-4350-8741-1979BB09BF95}" srcId="{B0BF6F90-3661-497B-8E9F-51E39619A268}" destId="{0105FED1-5465-4F57-BF79-6BDAFDC61315}" srcOrd="0" destOrd="0" parTransId="{40F54C78-E99B-46D9-92B2-A8687887716F}" sibTransId="{3D22FFBA-52D5-4672-96D7-5B040AC2A967}"/>
    <dgm:cxn modelId="{109C6F4F-747E-48E8-B734-EA94A67C55A4}" type="presOf" srcId="{00406D4A-91DE-4CAB-8F0B-4E5FC7658DD3}" destId="{86907AF0-589B-422A-A9ED-E48CA56007A4}" srcOrd="0" destOrd="0" presId="urn:microsoft.com/office/officeart/2018/5/layout/IconCircleLabelList"/>
    <dgm:cxn modelId="{A67AA573-C958-44CF-823A-D50F5A6DC4E3}" srcId="{B0BF6F90-3661-497B-8E9F-51E39619A268}" destId="{2F5869A3-732A-4611-BDC5-35367BC4FB2E}" srcOrd="4" destOrd="0" parTransId="{5049113A-DF8A-4294-9360-15B89865171D}" sibTransId="{1F39AEC9-E862-4B86-AD12-84BBDD4B6B67}"/>
    <dgm:cxn modelId="{B7627C7C-5EA4-4EC2-82ED-A6E7B266E336}" type="presOf" srcId="{2F5869A3-732A-4611-BDC5-35367BC4FB2E}" destId="{1E2E1AAD-1E66-476B-A145-38AFD7E73830}" srcOrd="0" destOrd="0" presId="urn:microsoft.com/office/officeart/2018/5/layout/IconCircleLabelList"/>
    <dgm:cxn modelId="{C0BE99ED-8344-4F85-ADD1-032B67A8478A}" type="presOf" srcId="{0105FED1-5465-4F57-BF79-6BDAFDC61315}" destId="{4D710398-EDE2-42FC-BC00-56E39C5BB3E6}" srcOrd="0" destOrd="0" presId="urn:microsoft.com/office/officeart/2018/5/layout/IconCircleLabelList"/>
    <dgm:cxn modelId="{968E1FEF-FD44-4561-823B-6493884A8AFB}" type="presOf" srcId="{B0BF6F90-3661-497B-8E9F-51E39619A268}" destId="{04287481-830D-4831-BF16-0FE903556305}" srcOrd="0" destOrd="0" presId="urn:microsoft.com/office/officeart/2018/5/layout/IconCircleLabelList"/>
    <dgm:cxn modelId="{978025EF-8477-46EA-91EC-53BB9E59D63D}" type="presOf" srcId="{7E3E43AB-05D6-4662-90CF-6E8FE8478DEC}" destId="{2884F0AE-D44C-4CC8-BCE6-9F8B1F2195F9}" srcOrd="0" destOrd="0" presId="urn:microsoft.com/office/officeart/2018/5/layout/IconCircleLabelList"/>
    <dgm:cxn modelId="{EF13A7BF-E19E-45EB-98CA-733ED92EECB7}" type="presParOf" srcId="{04287481-830D-4831-BF16-0FE903556305}" destId="{2D08F231-4BA2-408A-8E44-B08810FE59D4}" srcOrd="0" destOrd="0" presId="urn:microsoft.com/office/officeart/2018/5/layout/IconCircleLabelList"/>
    <dgm:cxn modelId="{482E39E9-21D5-48E0-9F30-FFAFB1F62859}" type="presParOf" srcId="{2D08F231-4BA2-408A-8E44-B08810FE59D4}" destId="{B4EE6737-E176-4C26-A5FC-6A0768FBD7FF}" srcOrd="0" destOrd="0" presId="urn:microsoft.com/office/officeart/2018/5/layout/IconCircleLabelList"/>
    <dgm:cxn modelId="{5251E4D9-F2DB-47C4-91A4-96E6FAE206BF}" type="presParOf" srcId="{2D08F231-4BA2-408A-8E44-B08810FE59D4}" destId="{C139A20E-787A-4527-B8F2-98FB59C1857D}" srcOrd="1" destOrd="0" presId="urn:microsoft.com/office/officeart/2018/5/layout/IconCircleLabelList"/>
    <dgm:cxn modelId="{F28B1571-8B6E-48A4-9F89-190D96387D32}" type="presParOf" srcId="{2D08F231-4BA2-408A-8E44-B08810FE59D4}" destId="{49DF2442-5021-49D4-8DA7-ED1EE4BF1D1A}" srcOrd="2" destOrd="0" presId="urn:microsoft.com/office/officeart/2018/5/layout/IconCircleLabelList"/>
    <dgm:cxn modelId="{951E293D-0D79-46B2-A21C-512902E5B1A9}" type="presParOf" srcId="{2D08F231-4BA2-408A-8E44-B08810FE59D4}" destId="{4D710398-EDE2-42FC-BC00-56E39C5BB3E6}" srcOrd="3" destOrd="0" presId="urn:microsoft.com/office/officeart/2018/5/layout/IconCircleLabelList"/>
    <dgm:cxn modelId="{52DC4BD1-CFEA-4F68-A398-FC736A8EEA78}" type="presParOf" srcId="{04287481-830D-4831-BF16-0FE903556305}" destId="{712FD14C-AC74-4743-B60B-F85D5DC0A499}" srcOrd="1" destOrd="0" presId="urn:microsoft.com/office/officeart/2018/5/layout/IconCircleLabelList"/>
    <dgm:cxn modelId="{42E98E16-164C-43B2-BD37-845F9FC7E8FA}" type="presParOf" srcId="{04287481-830D-4831-BF16-0FE903556305}" destId="{E2BD7127-BEE4-4CE0-91DB-A099E2288438}" srcOrd="2" destOrd="0" presId="urn:microsoft.com/office/officeart/2018/5/layout/IconCircleLabelList"/>
    <dgm:cxn modelId="{BA2C1162-7798-4C45-8553-95D53A8E711D}" type="presParOf" srcId="{E2BD7127-BEE4-4CE0-91DB-A099E2288438}" destId="{7F3960B3-A5F5-4607-B6D9-96874FEE75E8}" srcOrd="0" destOrd="0" presId="urn:microsoft.com/office/officeart/2018/5/layout/IconCircleLabelList"/>
    <dgm:cxn modelId="{CFCF252D-A5FB-4B6B-8969-7DFE323C8EEE}" type="presParOf" srcId="{E2BD7127-BEE4-4CE0-91DB-A099E2288438}" destId="{5EDBDD85-C5B7-4D23-A88C-46236A44C1F6}" srcOrd="1" destOrd="0" presId="urn:microsoft.com/office/officeart/2018/5/layout/IconCircleLabelList"/>
    <dgm:cxn modelId="{4CD74EB6-1636-4E5D-B41B-59794009B0F8}" type="presParOf" srcId="{E2BD7127-BEE4-4CE0-91DB-A099E2288438}" destId="{1F98EB65-F578-49A4-AB13-BECC183C43EF}" srcOrd="2" destOrd="0" presId="urn:microsoft.com/office/officeart/2018/5/layout/IconCircleLabelList"/>
    <dgm:cxn modelId="{AE2B1E90-1ACF-4201-B877-F51C5605BA18}" type="presParOf" srcId="{E2BD7127-BEE4-4CE0-91DB-A099E2288438}" destId="{2884F0AE-D44C-4CC8-BCE6-9F8B1F2195F9}" srcOrd="3" destOrd="0" presId="urn:microsoft.com/office/officeart/2018/5/layout/IconCircleLabelList"/>
    <dgm:cxn modelId="{F6F39F73-A002-425E-AD44-236390E5E17C}" type="presParOf" srcId="{04287481-830D-4831-BF16-0FE903556305}" destId="{978D30CE-04F0-4BA8-8238-AA76082079C1}" srcOrd="3" destOrd="0" presId="urn:microsoft.com/office/officeart/2018/5/layout/IconCircleLabelList"/>
    <dgm:cxn modelId="{1FD42794-2982-4128-BECA-C93CF979877F}" type="presParOf" srcId="{04287481-830D-4831-BF16-0FE903556305}" destId="{4BEF1869-74E2-4473-B338-E241DA9B8129}" srcOrd="4" destOrd="0" presId="urn:microsoft.com/office/officeart/2018/5/layout/IconCircleLabelList"/>
    <dgm:cxn modelId="{8C9EC5A4-C7BE-4BB2-948C-27412756C925}" type="presParOf" srcId="{4BEF1869-74E2-4473-B338-E241DA9B8129}" destId="{79746B49-8F21-49B2-AAEF-086C677BBC89}" srcOrd="0" destOrd="0" presId="urn:microsoft.com/office/officeart/2018/5/layout/IconCircleLabelList"/>
    <dgm:cxn modelId="{9A3523D5-8919-4A4C-B323-34048B255167}" type="presParOf" srcId="{4BEF1869-74E2-4473-B338-E241DA9B8129}" destId="{0E55671E-04A4-4002-A33E-7CACF71CBFBC}" srcOrd="1" destOrd="0" presId="urn:microsoft.com/office/officeart/2018/5/layout/IconCircleLabelList"/>
    <dgm:cxn modelId="{577C3D5F-C06D-4979-878D-72A23B9D2C35}" type="presParOf" srcId="{4BEF1869-74E2-4473-B338-E241DA9B8129}" destId="{02F483EA-4987-4A82-8DB2-3EEF039A2AF3}" srcOrd="2" destOrd="0" presId="urn:microsoft.com/office/officeart/2018/5/layout/IconCircleLabelList"/>
    <dgm:cxn modelId="{FB62E7A7-FAA8-4801-939F-385D4B2F8555}" type="presParOf" srcId="{4BEF1869-74E2-4473-B338-E241DA9B8129}" destId="{02F1C674-FFEC-47E6-BF70-FED26B7797AD}" srcOrd="3" destOrd="0" presId="urn:microsoft.com/office/officeart/2018/5/layout/IconCircleLabelList"/>
    <dgm:cxn modelId="{CC9BE52F-984A-4E1F-992C-73C84308D7F9}" type="presParOf" srcId="{04287481-830D-4831-BF16-0FE903556305}" destId="{C2C78C04-539F-448C-B481-C935F6659B90}" srcOrd="5" destOrd="0" presId="urn:microsoft.com/office/officeart/2018/5/layout/IconCircleLabelList"/>
    <dgm:cxn modelId="{C5F55B87-8A15-4140-98FA-86ED7E2B5FDE}" type="presParOf" srcId="{04287481-830D-4831-BF16-0FE903556305}" destId="{F7A935B7-E534-479C-8C54-5061F108CFAD}" srcOrd="6" destOrd="0" presId="urn:microsoft.com/office/officeart/2018/5/layout/IconCircleLabelList"/>
    <dgm:cxn modelId="{DBE25A21-D28F-4DDA-9BC4-0C0434A2FB28}" type="presParOf" srcId="{F7A935B7-E534-479C-8C54-5061F108CFAD}" destId="{C177C1D0-7D77-4874-B8ED-3AE512398A6F}" srcOrd="0" destOrd="0" presId="urn:microsoft.com/office/officeart/2018/5/layout/IconCircleLabelList"/>
    <dgm:cxn modelId="{42B35E49-17DA-4939-8704-7DB3637B39F6}" type="presParOf" srcId="{F7A935B7-E534-479C-8C54-5061F108CFAD}" destId="{51A73F52-C1FF-49ED-A009-9CDED470ED1E}" srcOrd="1" destOrd="0" presId="urn:microsoft.com/office/officeart/2018/5/layout/IconCircleLabelList"/>
    <dgm:cxn modelId="{B94E4E0C-D5E0-4FB7-BF61-21B0BEDFE98D}" type="presParOf" srcId="{F7A935B7-E534-479C-8C54-5061F108CFAD}" destId="{9DB1BC5A-29FA-4F64-9CF8-6CE8F3420718}" srcOrd="2" destOrd="0" presId="urn:microsoft.com/office/officeart/2018/5/layout/IconCircleLabelList"/>
    <dgm:cxn modelId="{78EE1024-4837-4287-B368-357296B15EB2}" type="presParOf" srcId="{F7A935B7-E534-479C-8C54-5061F108CFAD}" destId="{86907AF0-589B-422A-A9ED-E48CA56007A4}" srcOrd="3" destOrd="0" presId="urn:microsoft.com/office/officeart/2018/5/layout/IconCircleLabelList"/>
    <dgm:cxn modelId="{21D50199-50BD-44DE-83E5-ED68B3D4E254}" type="presParOf" srcId="{04287481-830D-4831-BF16-0FE903556305}" destId="{EA9E1CF2-2021-4F2A-9AD1-DCA0C9887613}" srcOrd="7" destOrd="0" presId="urn:microsoft.com/office/officeart/2018/5/layout/IconCircleLabelList"/>
    <dgm:cxn modelId="{82638839-BBDB-4752-8E38-BBC99CECDCAA}" type="presParOf" srcId="{04287481-830D-4831-BF16-0FE903556305}" destId="{AD925217-888C-4D91-8D9C-1CEED003E0E7}" srcOrd="8" destOrd="0" presId="urn:microsoft.com/office/officeart/2018/5/layout/IconCircleLabelList"/>
    <dgm:cxn modelId="{FC7DA7CF-8B47-48E7-9ED8-721CD0B8E447}" type="presParOf" srcId="{AD925217-888C-4D91-8D9C-1CEED003E0E7}" destId="{F3F095E3-F288-4873-A5A2-C8AA2823DC88}" srcOrd="0" destOrd="0" presId="urn:microsoft.com/office/officeart/2018/5/layout/IconCircleLabelList"/>
    <dgm:cxn modelId="{081BFC5F-27C3-4416-B2B2-837660EC0B28}" type="presParOf" srcId="{AD925217-888C-4D91-8D9C-1CEED003E0E7}" destId="{923699C5-389E-46DB-821B-A8695DEE2F00}" srcOrd="1" destOrd="0" presId="urn:microsoft.com/office/officeart/2018/5/layout/IconCircleLabelList"/>
    <dgm:cxn modelId="{21B09EC9-1025-46C7-83EA-12F9B0FFE963}" type="presParOf" srcId="{AD925217-888C-4D91-8D9C-1CEED003E0E7}" destId="{2ADD7301-BCE9-4408-98D1-C308E1AC6675}" srcOrd="2" destOrd="0" presId="urn:microsoft.com/office/officeart/2018/5/layout/IconCircleLabelList"/>
    <dgm:cxn modelId="{1FF02062-4CC2-477D-A55A-934A4C28B1DC}" type="presParOf" srcId="{AD925217-888C-4D91-8D9C-1CEED003E0E7}" destId="{1E2E1AAD-1E66-476B-A145-38AFD7E7383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716C56-34AD-4277-BCB8-CDF88F263A5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369F0C-A18A-495B-9F7D-7025AC89BD2B}">
      <dgm:prSet phldrT="[Text]" phldr="0"/>
      <dgm:spPr/>
      <dgm:t>
        <a:bodyPr/>
        <a:lstStyle/>
        <a:p>
          <a:r>
            <a:rPr lang="en-US" dirty="0"/>
            <a:t>Google Workspace</a:t>
          </a:r>
        </a:p>
      </dgm:t>
    </dgm:pt>
    <dgm:pt modelId="{E2029297-0362-4FA5-8B69-E25EFF0FCC10}" type="parTrans" cxnId="{FC089610-79B1-4D85-80C4-9E8690397F9D}">
      <dgm:prSet/>
      <dgm:spPr/>
      <dgm:t>
        <a:bodyPr/>
        <a:lstStyle/>
        <a:p>
          <a:endParaRPr lang="en-US"/>
        </a:p>
      </dgm:t>
    </dgm:pt>
    <dgm:pt modelId="{6437FD8D-83F9-4FEF-A318-46D99F42C2EB}" type="sibTrans" cxnId="{FC089610-79B1-4D85-80C4-9E8690397F9D}">
      <dgm:prSet/>
      <dgm:spPr/>
      <dgm:t>
        <a:bodyPr/>
        <a:lstStyle/>
        <a:p>
          <a:endParaRPr lang="en-US"/>
        </a:p>
      </dgm:t>
    </dgm:pt>
    <dgm:pt modelId="{973FDDDE-FDAE-490D-BAEA-1544B7A508A7}">
      <dgm:prSet phldrT="[Text]" phldr="0"/>
      <dgm:spPr/>
      <dgm:t>
        <a:bodyPr/>
        <a:lstStyle/>
        <a:p>
          <a:r>
            <a:rPr lang="en-US" dirty="0"/>
            <a:t>Microsoft Teams</a:t>
          </a:r>
        </a:p>
      </dgm:t>
    </dgm:pt>
    <dgm:pt modelId="{925B34B6-9F0C-4FFA-B3B7-73FA955D6917}" type="parTrans" cxnId="{5783ACDC-FA51-403C-AE68-9559AEDF40D9}">
      <dgm:prSet/>
      <dgm:spPr/>
      <dgm:t>
        <a:bodyPr/>
        <a:lstStyle/>
        <a:p>
          <a:endParaRPr lang="en-US"/>
        </a:p>
      </dgm:t>
    </dgm:pt>
    <dgm:pt modelId="{544123E6-EEB6-4B7A-A282-96D5EB712825}" type="sibTrans" cxnId="{5783ACDC-FA51-403C-AE68-9559AEDF40D9}">
      <dgm:prSet/>
      <dgm:spPr/>
      <dgm:t>
        <a:bodyPr/>
        <a:lstStyle/>
        <a:p>
          <a:endParaRPr lang="en-US"/>
        </a:p>
      </dgm:t>
    </dgm:pt>
    <dgm:pt modelId="{26ED9719-A175-4440-A040-F6B4458280B0}">
      <dgm:prSet phldrT="[Text]" phldr="0"/>
      <dgm:spPr/>
      <dgm:t>
        <a:bodyPr/>
        <a:lstStyle/>
        <a:p>
          <a:r>
            <a:rPr lang="en-US" dirty="0"/>
            <a:t>Zoom</a:t>
          </a:r>
        </a:p>
      </dgm:t>
    </dgm:pt>
    <dgm:pt modelId="{C3A9B638-43AA-4FB1-B265-DB7CE4F9BC20}" type="parTrans" cxnId="{3195A950-EE95-464D-A54B-1014F9BF4D24}">
      <dgm:prSet/>
      <dgm:spPr/>
      <dgm:t>
        <a:bodyPr/>
        <a:lstStyle/>
        <a:p>
          <a:endParaRPr lang="en-US"/>
        </a:p>
      </dgm:t>
    </dgm:pt>
    <dgm:pt modelId="{B3AFBC85-24E4-40DD-8380-11C31A520EA1}" type="sibTrans" cxnId="{3195A950-EE95-464D-A54B-1014F9BF4D24}">
      <dgm:prSet/>
      <dgm:spPr/>
      <dgm:t>
        <a:bodyPr/>
        <a:lstStyle/>
        <a:p>
          <a:endParaRPr lang="en-US"/>
        </a:p>
      </dgm:t>
    </dgm:pt>
    <dgm:pt modelId="{62DE1B76-67FF-4E0F-8841-77C7D132541A}">
      <dgm:prSet phldrT="[Text]" phldr="0"/>
      <dgm:spPr/>
      <dgm:t>
        <a:bodyPr/>
        <a:lstStyle/>
        <a:p>
          <a:r>
            <a:rPr lang="en-US" dirty="0"/>
            <a:t>Slack</a:t>
          </a:r>
        </a:p>
      </dgm:t>
    </dgm:pt>
    <dgm:pt modelId="{1E9D84E3-1B9D-4586-AB00-EAA6165BC2DB}" type="parTrans" cxnId="{49ED530A-8227-4117-A048-40FBBB60EDA0}">
      <dgm:prSet/>
      <dgm:spPr/>
      <dgm:t>
        <a:bodyPr/>
        <a:lstStyle/>
        <a:p>
          <a:endParaRPr lang="en-US"/>
        </a:p>
      </dgm:t>
    </dgm:pt>
    <dgm:pt modelId="{F7BDF881-A52C-4510-9C28-44AEB95C8BF9}" type="sibTrans" cxnId="{49ED530A-8227-4117-A048-40FBBB60EDA0}">
      <dgm:prSet/>
      <dgm:spPr/>
      <dgm:t>
        <a:bodyPr/>
        <a:lstStyle/>
        <a:p>
          <a:endParaRPr lang="en-US"/>
        </a:p>
      </dgm:t>
    </dgm:pt>
    <dgm:pt modelId="{9C657C61-89F1-483B-8BDE-362EAE55AC70}">
      <dgm:prSet phldrT="[Text]" phldr="0"/>
      <dgm:spPr/>
      <dgm:t>
        <a:bodyPr/>
        <a:lstStyle/>
        <a:p>
          <a:r>
            <a:rPr lang="en-US"/>
            <a:t>Trello</a:t>
          </a:r>
          <a:endParaRPr lang="en-US" dirty="0"/>
        </a:p>
      </dgm:t>
    </dgm:pt>
    <dgm:pt modelId="{51DD92B2-733E-4641-9E79-40BC4301225F}" type="parTrans" cxnId="{C60671D5-6429-40EA-AA0B-F2E5792DFE1A}">
      <dgm:prSet/>
      <dgm:spPr/>
      <dgm:t>
        <a:bodyPr/>
        <a:lstStyle/>
        <a:p>
          <a:endParaRPr lang="en-US"/>
        </a:p>
      </dgm:t>
    </dgm:pt>
    <dgm:pt modelId="{46C38D7D-DA5D-497B-B471-603D6F49CD43}" type="sibTrans" cxnId="{C60671D5-6429-40EA-AA0B-F2E5792DFE1A}">
      <dgm:prSet/>
      <dgm:spPr/>
      <dgm:t>
        <a:bodyPr/>
        <a:lstStyle/>
        <a:p>
          <a:endParaRPr lang="en-US"/>
        </a:p>
      </dgm:t>
    </dgm:pt>
    <dgm:pt modelId="{16E4F86C-3004-4E07-8502-0E7D778F15CE}" type="pres">
      <dgm:prSet presAssocID="{00716C56-34AD-4277-BCB8-CDF88F263A51}" presName="linearFlow" presStyleCnt="0">
        <dgm:presLayoutVars>
          <dgm:dir/>
          <dgm:resizeHandles val="exact"/>
        </dgm:presLayoutVars>
      </dgm:prSet>
      <dgm:spPr/>
    </dgm:pt>
    <dgm:pt modelId="{4B9AAA4E-2940-4FEE-8ECF-8B0A5D0B1C7D}" type="pres">
      <dgm:prSet presAssocID="{FE369F0C-A18A-495B-9F7D-7025AC89BD2B}" presName="composite" presStyleCnt="0"/>
      <dgm:spPr/>
    </dgm:pt>
    <dgm:pt modelId="{F8234CD7-08B0-4E99-9411-A34DEE304D17}" type="pres">
      <dgm:prSet presAssocID="{FE369F0C-A18A-495B-9F7D-7025AC89BD2B}" presName="imgShp" presStyleLbl="fgImgPlace1" presStyleIdx="0" presStyleCnt="5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95D945EE-151A-446E-BD20-4B6D86EBF18B}" type="pres">
      <dgm:prSet presAssocID="{FE369F0C-A18A-495B-9F7D-7025AC89BD2B}" presName="txShp" presStyleLbl="node1" presStyleIdx="0" presStyleCnt="5">
        <dgm:presLayoutVars>
          <dgm:bulletEnabled val="1"/>
        </dgm:presLayoutVars>
      </dgm:prSet>
      <dgm:spPr/>
    </dgm:pt>
    <dgm:pt modelId="{A97F7C29-267D-4D7B-BCE5-96B76EEC3459}" type="pres">
      <dgm:prSet presAssocID="{6437FD8D-83F9-4FEF-A318-46D99F42C2EB}" presName="spacing" presStyleCnt="0"/>
      <dgm:spPr/>
    </dgm:pt>
    <dgm:pt modelId="{53CFE1DF-191A-4D21-95BE-4A7D8F17D2DD}" type="pres">
      <dgm:prSet presAssocID="{973FDDDE-FDAE-490D-BAEA-1544B7A508A7}" presName="composite" presStyleCnt="0"/>
      <dgm:spPr/>
    </dgm:pt>
    <dgm:pt modelId="{72394721-381D-4D7A-99BD-BEB91CEED46F}" type="pres">
      <dgm:prSet presAssocID="{973FDDDE-FDAE-490D-BAEA-1544B7A508A7}" presName="imgShp" presStyleLbl="fgImgPlace1" presStyleIdx="1" presStyleCnt="5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E32A8B08-A608-4E3C-9995-E8D269BF1518}" type="pres">
      <dgm:prSet presAssocID="{973FDDDE-FDAE-490D-BAEA-1544B7A508A7}" presName="txShp" presStyleLbl="node1" presStyleIdx="1" presStyleCnt="5">
        <dgm:presLayoutVars>
          <dgm:bulletEnabled val="1"/>
        </dgm:presLayoutVars>
      </dgm:prSet>
      <dgm:spPr/>
    </dgm:pt>
    <dgm:pt modelId="{EA551FC4-9CD5-457C-A5CB-73D1C764033C}" type="pres">
      <dgm:prSet presAssocID="{544123E6-EEB6-4B7A-A282-96D5EB712825}" presName="spacing" presStyleCnt="0"/>
      <dgm:spPr/>
    </dgm:pt>
    <dgm:pt modelId="{9B5277A0-BA44-4917-AE9A-0689D85F340D}" type="pres">
      <dgm:prSet presAssocID="{26ED9719-A175-4440-A040-F6B4458280B0}" presName="composite" presStyleCnt="0"/>
      <dgm:spPr/>
    </dgm:pt>
    <dgm:pt modelId="{337FE2EA-6082-4A90-B630-26E0E231B147}" type="pres">
      <dgm:prSet presAssocID="{26ED9719-A175-4440-A040-F6B4458280B0}" presName="imgShp" presStyleLbl="fgImgPlace1" presStyleIdx="2" presStyleCnt="5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969612E2-EBF1-457A-9ABC-EF95A354B1EB}" type="pres">
      <dgm:prSet presAssocID="{26ED9719-A175-4440-A040-F6B4458280B0}" presName="txShp" presStyleLbl="node1" presStyleIdx="2" presStyleCnt="5">
        <dgm:presLayoutVars>
          <dgm:bulletEnabled val="1"/>
        </dgm:presLayoutVars>
      </dgm:prSet>
      <dgm:spPr/>
    </dgm:pt>
    <dgm:pt modelId="{FABCF0C8-2ADD-4A52-8081-672F0B7E8EC3}" type="pres">
      <dgm:prSet presAssocID="{B3AFBC85-24E4-40DD-8380-11C31A520EA1}" presName="spacing" presStyleCnt="0"/>
      <dgm:spPr/>
    </dgm:pt>
    <dgm:pt modelId="{FCBA3BC2-A066-4577-948E-17DCD46B5132}" type="pres">
      <dgm:prSet presAssocID="{62DE1B76-67FF-4E0F-8841-77C7D132541A}" presName="composite" presStyleCnt="0"/>
      <dgm:spPr/>
    </dgm:pt>
    <dgm:pt modelId="{E266307A-DF13-4075-A765-3A584BA027A2}" type="pres">
      <dgm:prSet presAssocID="{62DE1B76-67FF-4E0F-8841-77C7D132541A}" presName="imgShp" presStyleLbl="fgImgPlace1" presStyleIdx="3" presStyleCnt="5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EDDC8488-AD39-40EB-BDF6-CB1D7082F000}" type="pres">
      <dgm:prSet presAssocID="{62DE1B76-67FF-4E0F-8841-77C7D132541A}" presName="txShp" presStyleLbl="node1" presStyleIdx="3" presStyleCnt="5">
        <dgm:presLayoutVars>
          <dgm:bulletEnabled val="1"/>
        </dgm:presLayoutVars>
      </dgm:prSet>
      <dgm:spPr/>
    </dgm:pt>
    <dgm:pt modelId="{498FB921-07CD-478A-A394-5D00EA0F36B3}" type="pres">
      <dgm:prSet presAssocID="{F7BDF881-A52C-4510-9C28-44AEB95C8BF9}" presName="spacing" presStyleCnt="0"/>
      <dgm:spPr/>
    </dgm:pt>
    <dgm:pt modelId="{D4B5D5DB-E978-48D0-B4B7-7BB304364390}" type="pres">
      <dgm:prSet presAssocID="{9C657C61-89F1-483B-8BDE-362EAE55AC70}" presName="composite" presStyleCnt="0"/>
      <dgm:spPr/>
    </dgm:pt>
    <dgm:pt modelId="{04574EC6-E4D5-4B5A-9692-BBF048A41EC4}" type="pres">
      <dgm:prSet presAssocID="{9C657C61-89F1-483B-8BDE-362EAE55AC70}" presName="imgShp" presStyleLbl="fgImgPlace1" presStyleIdx="4" presStyleCnt="5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875F7D95-8DAA-402A-9699-E8AA699C81FA}" type="pres">
      <dgm:prSet presAssocID="{9C657C61-89F1-483B-8BDE-362EAE55AC70}" presName="txShp" presStyleLbl="node1" presStyleIdx="4" presStyleCnt="5">
        <dgm:presLayoutVars>
          <dgm:bulletEnabled val="1"/>
        </dgm:presLayoutVars>
      </dgm:prSet>
      <dgm:spPr/>
    </dgm:pt>
  </dgm:ptLst>
  <dgm:cxnLst>
    <dgm:cxn modelId="{49ED530A-8227-4117-A048-40FBBB60EDA0}" srcId="{00716C56-34AD-4277-BCB8-CDF88F263A51}" destId="{62DE1B76-67FF-4E0F-8841-77C7D132541A}" srcOrd="3" destOrd="0" parTransId="{1E9D84E3-1B9D-4586-AB00-EAA6165BC2DB}" sibTransId="{F7BDF881-A52C-4510-9C28-44AEB95C8BF9}"/>
    <dgm:cxn modelId="{FC089610-79B1-4D85-80C4-9E8690397F9D}" srcId="{00716C56-34AD-4277-BCB8-CDF88F263A51}" destId="{FE369F0C-A18A-495B-9F7D-7025AC89BD2B}" srcOrd="0" destOrd="0" parTransId="{E2029297-0362-4FA5-8B69-E25EFF0FCC10}" sibTransId="{6437FD8D-83F9-4FEF-A318-46D99F42C2EB}"/>
    <dgm:cxn modelId="{CB3BCE11-7222-4171-B6F6-F39F09F05CBE}" type="presOf" srcId="{FE369F0C-A18A-495B-9F7D-7025AC89BD2B}" destId="{95D945EE-151A-446E-BD20-4B6D86EBF18B}" srcOrd="0" destOrd="0" presId="urn:microsoft.com/office/officeart/2005/8/layout/vList3"/>
    <dgm:cxn modelId="{873C1613-DC96-4FE0-A947-5E20204B0F27}" type="presOf" srcId="{62DE1B76-67FF-4E0F-8841-77C7D132541A}" destId="{EDDC8488-AD39-40EB-BDF6-CB1D7082F000}" srcOrd="0" destOrd="0" presId="urn:microsoft.com/office/officeart/2005/8/layout/vList3"/>
    <dgm:cxn modelId="{F430D532-2565-4C96-B175-D185C2E60D30}" type="presOf" srcId="{9C657C61-89F1-483B-8BDE-362EAE55AC70}" destId="{875F7D95-8DAA-402A-9699-E8AA699C81FA}" srcOrd="0" destOrd="0" presId="urn:microsoft.com/office/officeart/2005/8/layout/vList3"/>
    <dgm:cxn modelId="{3195A950-EE95-464D-A54B-1014F9BF4D24}" srcId="{00716C56-34AD-4277-BCB8-CDF88F263A51}" destId="{26ED9719-A175-4440-A040-F6B4458280B0}" srcOrd="2" destOrd="0" parTransId="{C3A9B638-43AA-4FB1-B265-DB7CE4F9BC20}" sibTransId="{B3AFBC85-24E4-40DD-8380-11C31A520EA1}"/>
    <dgm:cxn modelId="{E15F9F54-33F2-447C-82FF-42BE6630B8BB}" type="presOf" srcId="{00716C56-34AD-4277-BCB8-CDF88F263A51}" destId="{16E4F86C-3004-4E07-8502-0E7D778F15CE}" srcOrd="0" destOrd="0" presId="urn:microsoft.com/office/officeart/2005/8/layout/vList3"/>
    <dgm:cxn modelId="{1B2C5478-FED1-4A0B-B5B0-C49E94A005DF}" type="presOf" srcId="{26ED9719-A175-4440-A040-F6B4458280B0}" destId="{969612E2-EBF1-457A-9ABC-EF95A354B1EB}" srcOrd="0" destOrd="0" presId="urn:microsoft.com/office/officeart/2005/8/layout/vList3"/>
    <dgm:cxn modelId="{C60671D5-6429-40EA-AA0B-F2E5792DFE1A}" srcId="{00716C56-34AD-4277-BCB8-CDF88F263A51}" destId="{9C657C61-89F1-483B-8BDE-362EAE55AC70}" srcOrd="4" destOrd="0" parTransId="{51DD92B2-733E-4641-9E79-40BC4301225F}" sibTransId="{46C38D7D-DA5D-497B-B471-603D6F49CD43}"/>
    <dgm:cxn modelId="{5783ACDC-FA51-403C-AE68-9559AEDF40D9}" srcId="{00716C56-34AD-4277-BCB8-CDF88F263A51}" destId="{973FDDDE-FDAE-490D-BAEA-1544B7A508A7}" srcOrd="1" destOrd="0" parTransId="{925B34B6-9F0C-4FFA-B3B7-73FA955D6917}" sibTransId="{544123E6-EEB6-4B7A-A282-96D5EB712825}"/>
    <dgm:cxn modelId="{806A98DD-AC00-406C-ACD0-93F42895D0EB}" type="presOf" srcId="{973FDDDE-FDAE-490D-BAEA-1544B7A508A7}" destId="{E32A8B08-A608-4E3C-9995-E8D269BF1518}" srcOrd="0" destOrd="0" presId="urn:microsoft.com/office/officeart/2005/8/layout/vList3"/>
    <dgm:cxn modelId="{2ADF44C1-2EE1-48AF-B762-1CEA67001461}" type="presParOf" srcId="{16E4F86C-3004-4E07-8502-0E7D778F15CE}" destId="{4B9AAA4E-2940-4FEE-8ECF-8B0A5D0B1C7D}" srcOrd="0" destOrd="0" presId="urn:microsoft.com/office/officeart/2005/8/layout/vList3"/>
    <dgm:cxn modelId="{53CAE73D-9435-4E90-95CC-B0BF3D8F5D67}" type="presParOf" srcId="{4B9AAA4E-2940-4FEE-8ECF-8B0A5D0B1C7D}" destId="{F8234CD7-08B0-4E99-9411-A34DEE304D17}" srcOrd="0" destOrd="0" presId="urn:microsoft.com/office/officeart/2005/8/layout/vList3"/>
    <dgm:cxn modelId="{06F71C32-BE45-4535-988B-D34F6ED1F395}" type="presParOf" srcId="{4B9AAA4E-2940-4FEE-8ECF-8B0A5D0B1C7D}" destId="{95D945EE-151A-446E-BD20-4B6D86EBF18B}" srcOrd="1" destOrd="0" presId="urn:microsoft.com/office/officeart/2005/8/layout/vList3"/>
    <dgm:cxn modelId="{D007A09C-7BD2-42E4-ADC3-CB6184C679DA}" type="presParOf" srcId="{16E4F86C-3004-4E07-8502-0E7D778F15CE}" destId="{A97F7C29-267D-4D7B-BCE5-96B76EEC3459}" srcOrd="1" destOrd="0" presId="urn:microsoft.com/office/officeart/2005/8/layout/vList3"/>
    <dgm:cxn modelId="{AA5B4577-BB5F-44BC-B51C-A8FEE9A798ED}" type="presParOf" srcId="{16E4F86C-3004-4E07-8502-0E7D778F15CE}" destId="{53CFE1DF-191A-4D21-95BE-4A7D8F17D2DD}" srcOrd="2" destOrd="0" presId="urn:microsoft.com/office/officeart/2005/8/layout/vList3"/>
    <dgm:cxn modelId="{717515A7-AD68-49BD-AEC0-B192A54143E6}" type="presParOf" srcId="{53CFE1DF-191A-4D21-95BE-4A7D8F17D2DD}" destId="{72394721-381D-4D7A-99BD-BEB91CEED46F}" srcOrd="0" destOrd="0" presId="urn:microsoft.com/office/officeart/2005/8/layout/vList3"/>
    <dgm:cxn modelId="{DB7F473C-D117-47FF-9381-B88D558392D9}" type="presParOf" srcId="{53CFE1DF-191A-4D21-95BE-4A7D8F17D2DD}" destId="{E32A8B08-A608-4E3C-9995-E8D269BF1518}" srcOrd="1" destOrd="0" presId="urn:microsoft.com/office/officeart/2005/8/layout/vList3"/>
    <dgm:cxn modelId="{6F87DB94-CFC3-401F-9EAF-D9B4CC241BA0}" type="presParOf" srcId="{16E4F86C-3004-4E07-8502-0E7D778F15CE}" destId="{EA551FC4-9CD5-457C-A5CB-73D1C764033C}" srcOrd="3" destOrd="0" presId="urn:microsoft.com/office/officeart/2005/8/layout/vList3"/>
    <dgm:cxn modelId="{DB99C29D-DCB4-41A1-A5D9-73B7E43477FA}" type="presParOf" srcId="{16E4F86C-3004-4E07-8502-0E7D778F15CE}" destId="{9B5277A0-BA44-4917-AE9A-0689D85F340D}" srcOrd="4" destOrd="0" presId="urn:microsoft.com/office/officeart/2005/8/layout/vList3"/>
    <dgm:cxn modelId="{83DECD6F-8170-4A8D-A450-0A216E9DC655}" type="presParOf" srcId="{9B5277A0-BA44-4917-AE9A-0689D85F340D}" destId="{337FE2EA-6082-4A90-B630-26E0E231B147}" srcOrd="0" destOrd="0" presId="urn:microsoft.com/office/officeart/2005/8/layout/vList3"/>
    <dgm:cxn modelId="{1FE5FE30-FD85-4FD8-8443-2113647E054A}" type="presParOf" srcId="{9B5277A0-BA44-4917-AE9A-0689D85F340D}" destId="{969612E2-EBF1-457A-9ABC-EF95A354B1EB}" srcOrd="1" destOrd="0" presId="urn:microsoft.com/office/officeart/2005/8/layout/vList3"/>
    <dgm:cxn modelId="{B94899B0-D101-4947-BD92-1FBC1CA42186}" type="presParOf" srcId="{16E4F86C-3004-4E07-8502-0E7D778F15CE}" destId="{FABCF0C8-2ADD-4A52-8081-672F0B7E8EC3}" srcOrd="5" destOrd="0" presId="urn:microsoft.com/office/officeart/2005/8/layout/vList3"/>
    <dgm:cxn modelId="{36456072-7851-4755-8640-0A777547B92F}" type="presParOf" srcId="{16E4F86C-3004-4E07-8502-0E7D778F15CE}" destId="{FCBA3BC2-A066-4577-948E-17DCD46B5132}" srcOrd="6" destOrd="0" presId="urn:microsoft.com/office/officeart/2005/8/layout/vList3"/>
    <dgm:cxn modelId="{B7F82332-860E-4CEA-8523-86095841B270}" type="presParOf" srcId="{FCBA3BC2-A066-4577-948E-17DCD46B5132}" destId="{E266307A-DF13-4075-A765-3A584BA027A2}" srcOrd="0" destOrd="0" presId="urn:microsoft.com/office/officeart/2005/8/layout/vList3"/>
    <dgm:cxn modelId="{9A9C14AB-CE17-4012-80A0-C8E39259FAD0}" type="presParOf" srcId="{FCBA3BC2-A066-4577-948E-17DCD46B5132}" destId="{EDDC8488-AD39-40EB-BDF6-CB1D7082F000}" srcOrd="1" destOrd="0" presId="urn:microsoft.com/office/officeart/2005/8/layout/vList3"/>
    <dgm:cxn modelId="{8186ECF7-EB12-4481-874D-FDA3CFA71247}" type="presParOf" srcId="{16E4F86C-3004-4E07-8502-0E7D778F15CE}" destId="{498FB921-07CD-478A-A394-5D00EA0F36B3}" srcOrd="7" destOrd="0" presId="urn:microsoft.com/office/officeart/2005/8/layout/vList3"/>
    <dgm:cxn modelId="{1762CA88-BDA0-4708-BA32-33441B09768C}" type="presParOf" srcId="{16E4F86C-3004-4E07-8502-0E7D778F15CE}" destId="{D4B5D5DB-E978-48D0-B4B7-7BB304364390}" srcOrd="8" destOrd="0" presId="urn:microsoft.com/office/officeart/2005/8/layout/vList3"/>
    <dgm:cxn modelId="{D702F61D-14A3-47DF-8AF6-1F29D6D023C2}" type="presParOf" srcId="{D4B5D5DB-E978-48D0-B4B7-7BB304364390}" destId="{04574EC6-E4D5-4B5A-9692-BBF048A41EC4}" srcOrd="0" destOrd="0" presId="urn:microsoft.com/office/officeart/2005/8/layout/vList3"/>
    <dgm:cxn modelId="{DDB47F4A-741A-4B9A-BEC1-6AF2A60C2CE1}" type="presParOf" srcId="{D4B5D5DB-E978-48D0-B4B7-7BB304364390}" destId="{875F7D95-8DAA-402A-9699-E8AA699C81F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4AE18-9CEC-48BE-A20E-3498E41526A4}">
      <dsp:nvSpPr>
        <dsp:cNvPr id="0" name=""/>
        <dsp:cNvSpPr/>
      </dsp:nvSpPr>
      <dsp:spPr>
        <a:xfrm>
          <a:off x="0" y="492"/>
          <a:ext cx="9872871" cy="115360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B19BCE-2500-441C-8D5A-0517B9F1600C}">
      <dsp:nvSpPr>
        <dsp:cNvPr id="0" name=""/>
        <dsp:cNvSpPr/>
      </dsp:nvSpPr>
      <dsp:spPr>
        <a:xfrm>
          <a:off x="348965" y="260053"/>
          <a:ext cx="634482" cy="6344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17529-23E9-4161-8569-B8A2CCE2CC73}">
      <dsp:nvSpPr>
        <dsp:cNvPr id="0" name=""/>
        <dsp:cNvSpPr/>
      </dsp:nvSpPr>
      <dsp:spPr>
        <a:xfrm>
          <a:off x="1332412" y="492"/>
          <a:ext cx="8540458" cy="1153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90" tIns="122090" rIns="122090" bIns="12209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Cloud storage is a service that allows users to store data on the internet instead of local devices.</a:t>
          </a:r>
        </a:p>
      </dsp:txBody>
      <dsp:txXfrm>
        <a:off x="1332412" y="492"/>
        <a:ext cx="8540458" cy="1153604"/>
      </dsp:txXfrm>
    </dsp:sp>
    <dsp:sp modelId="{F7C73F18-FA6F-468F-890C-A22F82117772}">
      <dsp:nvSpPr>
        <dsp:cNvPr id="0" name=""/>
        <dsp:cNvSpPr/>
      </dsp:nvSpPr>
      <dsp:spPr>
        <a:xfrm>
          <a:off x="0" y="1442497"/>
          <a:ext cx="9872871" cy="115360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DA7E5-B188-4C1F-B07C-89191D85A9B9}">
      <dsp:nvSpPr>
        <dsp:cNvPr id="0" name=""/>
        <dsp:cNvSpPr/>
      </dsp:nvSpPr>
      <dsp:spPr>
        <a:xfrm>
          <a:off x="348965" y="1702058"/>
          <a:ext cx="634482" cy="6344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6C843-2257-4BE5-9816-78D143C8F3CF}">
      <dsp:nvSpPr>
        <dsp:cNvPr id="0" name=""/>
        <dsp:cNvSpPr/>
      </dsp:nvSpPr>
      <dsp:spPr>
        <a:xfrm>
          <a:off x="1332412" y="1442497"/>
          <a:ext cx="8540458" cy="1153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90" tIns="122090" rIns="122090" bIns="12209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is saved on remote servers managed by service providers.</a:t>
          </a:r>
        </a:p>
      </dsp:txBody>
      <dsp:txXfrm>
        <a:off x="1332412" y="1442497"/>
        <a:ext cx="8540458" cy="1153604"/>
      </dsp:txXfrm>
    </dsp:sp>
    <dsp:sp modelId="{7C20BC7D-AD91-424E-868A-D02932D490EB}">
      <dsp:nvSpPr>
        <dsp:cNvPr id="0" name=""/>
        <dsp:cNvSpPr/>
      </dsp:nvSpPr>
      <dsp:spPr>
        <a:xfrm>
          <a:off x="0" y="2884503"/>
          <a:ext cx="9872871" cy="115360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575FE-B9CD-4327-BF96-0378B17F0F29}">
      <dsp:nvSpPr>
        <dsp:cNvPr id="0" name=""/>
        <dsp:cNvSpPr/>
      </dsp:nvSpPr>
      <dsp:spPr>
        <a:xfrm>
          <a:off x="348965" y="3144063"/>
          <a:ext cx="634482" cy="6344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913F3-D5B6-4426-B45E-1D510170922A}">
      <dsp:nvSpPr>
        <dsp:cNvPr id="0" name=""/>
        <dsp:cNvSpPr/>
      </dsp:nvSpPr>
      <dsp:spPr>
        <a:xfrm>
          <a:off x="1332412" y="2884503"/>
          <a:ext cx="8540458" cy="1153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90" tIns="122090" rIns="122090" bIns="12209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can be accessed anytime using any device with internet.</a:t>
          </a:r>
        </a:p>
      </dsp:txBody>
      <dsp:txXfrm>
        <a:off x="1332412" y="2884503"/>
        <a:ext cx="8540458" cy="11536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6610D-4EE9-4C5D-8ACE-B63CBA8A2E7B}">
      <dsp:nvSpPr>
        <dsp:cNvPr id="0" name=""/>
        <dsp:cNvSpPr/>
      </dsp:nvSpPr>
      <dsp:spPr>
        <a:xfrm>
          <a:off x="1003683" y="852139"/>
          <a:ext cx="1264098" cy="1264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28FEE-E0D6-4B5E-93CE-059CCF3F5487}">
      <dsp:nvSpPr>
        <dsp:cNvPr id="0" name=""/>
        <dsp:cNvSpPr/>
      </dsp:nvSpPr>
      <dsp:spPr>
        <a:xfrm>
          <a:off x="231178" y="2466460"/>
          <a:ext cx="28091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Users upload data through the internet.</a:t>
          </a:r>
        </a:p>
      </dsp:txBody>
      <dsp:txXfrm>
        <a:off x="231178" y="2466460"/>
        <a:ext cx="2809108" cy="720000"/>
      </dsp:txXfrm>
    </dsp:sp>
    <dsp:sp modelId="{E28E32EC-503D-479A-BC23-8F87AB981739}">
      <dsp:nvSpPr>
        <dsp:cNvPr id="0" name=""/>
        <dsp:cNvSpPr/>
      </dsp:nvSpPr>
      <dsp:spPr>
        <a:xfrm>
          <a:off x="4304386" y="852139"/>
          <a:ext cx="1264098" cy="1264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0B113-532C-4B05-B79F-217FA88E7C9A}">
      <dsp:nvSpPr>
        <dsp:cNvPr id="0" name=""/>
        <dsp:cNvSpPr/>
      </dsp:nvSpPr>
      <dsp:spPr>
        <a:xfrm>
          <a:off x="3531881" y="2466460"/>
          <a:ext cx="28091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data is stored securely on cloud servers.</a:t>
          </a:r>
        </a:p>
      </dsp:txBody>
      <dsp:txXfrm>
        <a:off x="3531881" y="2466460"/>
        <a:ext cx="2809108" cy="720000"/>
      </dsp:txXfrm>
    </dsp:sp>
    <dsp:sp modelId="{34D40D78-E6CC-4E2C-99C7-8C39F2F578BB}">
      <dsp:nvSpPr>
        <dsp:cNvPr id="0" name=""/>
        <dsp:cNvSpPr/>
      </dsp:nvSpPr>
      <dsp:spPr>
        <a:xfrm>
          <a:off x="7605088" y="852139"/>
          <a:ext cx="1264098" cy="1264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2E571-A329-4B76-B5E4-0BF03D9D4552}">
      <dsp:nvSpPr>
        <dsp:cNvPr id="0" name=""/>
        <dsp:cNvSpPr/>
      </dsp:nvSpPr>
      <dsp:spPr>
        <a:xfrm>
          <a:off x="6832583" y="2466460"/>
          <a:ext cx="28091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Users can log in to access, download, edit or share the data whenever needed.</a:t>
          </a:r>
        </a:p>
      </dsp:txBody>
      <dsp:txXfrm>
        <a:off x="6832583" y="2466460"/>
        <a:ext cx="280910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FB366-BB4C-4451-9146-6F87FD3B65C6}">
      <dsp:nvSpPr>
        <dsp:cNvPr id="0" name=""/>
        <dsp:cNvSpPr/>
      </dsp:nvSpPr>
      <dsp:spPr>
        <a:xfrm>
          <a:off x="0" y="3155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9614E-7FE7-4D36-9B7D-2E3013A22DAB}">
      <dsp:nvSpPr>
        <dsp:cNvPr id="0" name=""/>
        <dsp:cNvSpPr/>
      </dsp:nvSpPr>
      <dsp:spPr>
        <a:xfrm>
          <a:off x="203294" y="154366"/>
          <a:ext cx="369626" cy="369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7ABA2-A23B-4F53-8964-36C379C46C51}">
      <dsp:nvSpPr>
        <dsp:cNvPr id="0" name=""/>
        <dsp:cNvSpPr/>
      </dsp:nvSpPr>
      <dsp:spPr>
        <a:xfrm>
          <a:off x="776215" y="3155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Storing photos, videos, documents</a:t>
          </a:r>
        </a:p>
      </dsp:txBody>
      <dsp:txXfrm>
        <a:off x="776215" y="3155"/>
        <a:ext cx="9096655" cy="672048"/>
      </dsp:txXfrm>
    </dsp:sp>
    <dsp:sp modelId="{104D5AD4-693C-49EF-BE64-3395757725D8}">
      <dsp:nvSpPr>
        <dsp:cNvPr id="0" name=""/>
        <dsp:cNvSpPr/>
      </dsp:nvSpPr>
      <dsp:spPr>
        <a:xfrm>
          <a:off x="0" y="843215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7C766-F3A6-48AE-BA09-11649A0DCA7D}">
      <dsp:nvSpPr>
        <dsp:cNvPr id="0" name=""/>
        <dsp:cNvSpPr/>
      </dsp:nvSpPr>
      <dsp:spPr>
        <a:xfrm>
          <a:off x="203294" y="994426"/>
          <a:ext cx="369626" cy="369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653C4-67DE-4454-BA6D-4AE5DF6D8A71}">
      <dsp:nvSpPr>
        <dsp:cNvPr id="0" name=""/>
        <dsp:cNvSpPr/>
      </dsp:nvSpPr>
      <dsp:spPr>
        <a:xfrm>
          <a:off x="776215" y="843215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Creating online backups</a:t>
          </a:r>
        </a:p>
      </dsp:txBody>
      <dsp:txXfrm>
        <a:off x="776215" y="843215"/>
        <a:ext cx="9096655" cy="672048"/>
      </dsp:txXfrm>
    </dsp:sp>
    <dsp:sp modelId="{2911F1C7-58D3-433F-89FC-798E6B14127F}">
      <dsp:nvSpPr>
        <dsp:cNvPr id="0" name=""/>
        <dsp:cNvSpPr/>
      </dsp:nvSpPr>
      <dsp:spPr>
        <a:xfrm>
          <a:off x="0" y="1683275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98B0C-78F2-4867-AEA7-AB841D3F930E}">
      <dsp:nvSpPr>
        <dsp:cNvPr id="0" name=""/>
        <dsp:cNvSpPr/>
      </dsp:nvSpPr>
      <dsp:spPr>
        <a:xfrm>
          <a:off x="203294" y="1834486"/>
          <a:ext cx="369626" cy="369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73696-FD97-4AAA-8F15-FA8D663C347D}">
      <dsp:nvSpPr>
        <dsp:cNvPr id="0" name=""/>
        <dsp:cNvSpPr/>
      </dsp:nvSpPr>
      <dsp:spPr>
        <a:xfrm>
          <a:off x="776215" y="1683275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Syncing data across different devices</a:t>
          </a:r>
        </a:p>
      </dsp:txBody>
      <dsp:txXfrm>
        <a:off x="776215" y="1683275"/>
        <a:ext cx="9096655" cy="672048"/>
      </dsp:txXfrm>
    </dsp:sp>
    <dsp:sp modelId="{CFF08AEA-0452-407B-A045-E4649B0F8747}">
      <dsp:nvSpPr>
        <dsp:cNvPr id="0" name=""/>
        <dsp:cNvSpPr/>
      </dsp:nvSpPr>
      <dsp:spPr>
        <a:xfrm>
          <a:off x="0" y="2523336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2690A-357D-4BFC-AD04-84F107B25D57}">
      <dsp:nvSpPr>
        <dsp:cNvPr id="0" name=""/>
        <dsp:cNvSpPr/>
      </dsp:nvSpPr>
      <dsp:spPr>
        <a:xfrm>
          <a:off x="203294" y="2674547"/>
          <a:ext cx="369626" cy="3696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2BD40-B5F3-4476-95AC-2A3DE5F3EC77}">
      <dsp:nvSpPr>
        <dsp:cNvPr id="0" name=""/>
        <dsp:cNvSpPr/>
      </dsp:nvSpPr>
      <dsp:spPr>
        <a:xfrm>
          <a:off x="776215" y="2523336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Sharing files with others</a:t>
          </a:r>
        </a:p>
      </dsp:txBody>
      <dsp:txXfrm>
        <a:off x="776215" y="2523336"/>
        <a:ext cx="9096655" cy="672048"/>
      </dsp:txXfrm>
    </dsp:sp>
    <dsp:sp modelId="{B187E4C2-7433-4EAD-997F-CE2DD284B65A}">
      <dsp:nvSpPr>
        <dsp:cNvPr id="0" name=""/>
        <dsp:cNvSpPr/>
      </dsp:nvSpPr>
      <dsp:spPr>
        <a:xfrm>
          <a:off x="0" y="3363396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80EEF-12E8-46DA-AFC9-70C9C7798965}">
      <dsp:nvSpPr>
        <dsp:cNvPr id="0" name=""/>
        <dsp:cNvSpPr/>
      </dsp:nvSpPr>
      <dsp:spPr>
        <a:xfrm>
          <a:off x="203294" y="3514607"/>
          <a:ext cx="369626" cy="3696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BDD62-CE58-4AA6-A63C-B2CAC1E61F3B}">
      <dsp:nvSpPr>
        <dsp:cNvPr id="0" name=""/>
        <dsp:cNvSpPr/>
      </dsp:nvSpPr>
      <dsp:spPr>
        <a:xfrm>
          <a:off x="776215" y="3363396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Accessing study or work materials online</a:t>
          </a:r>
        </a:p>
      </dsp:txBody>
      <dsp:txXfrm>
        <a:off x="776215" y="3363396"/>
        <a:ext cx="9096655" cy="6720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A859BF-305F-433C-AC36-C29B3136ADFB}">
      <dsp:nvSpPr>
        <dsp:cNvPr id="0" name=""/>
        <dsp:cNvSpPr/>
      </dsp:nvSpPr>
      <dsp:spPr>
        <a:xfrm>
          <a:off x="0" y="47625"/>
          <a:ext cx="987287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Access data from anywhere</a:t>
          </a:r>
        </a:p>
      </dsp:txBody>
      <dsp:txXfrm>
        <a:off x="35125" y="82750"/>
        <a:ext cx="9802621" cy="649299"/>
      </dsp:txXfrm>
    </dsp:sp>
    <dsp:sp modelId="{4E7AD6D6-92CB-4DAF-87B5-099C62B68A49}">
      <dsp:nvSpPr>
        <dsp:cNvPr id="0" name=""/>
        <dsp:cNvSpPr/>
      </dsp:nvSpPr>
      <dsp:spPr>
        <a:xfrm>
          <a:off x="0" y="853575"/>
          <a:ext cx="987287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Expandable storage</a:t>
          </a:r>
        </a:p>
      </dsp:txBody>
      <dsp:txXfrm>
        <a:off x="35125" y="888700"/>
        <a:ext cx="9802621" cy="649299"/>
      </dsp:txXfrm>
    </dsp:sp>
    <dsp:sp modelId="{7B7AA28D-210D-4543-A22E-9CE34972BC38}">
      <dsp:nvSpPr>
        <dsp:cNvPr id="0" name=""/>
        <dsp:cNvSpPr/>
      </dsp:nvSpPr>
      <dsp:spPr>
        <a:xfrm>
          <a:off x="0" y="1659524"/>
          <a:ext cx="987287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Automatic backup and recovery</a:t>
          </a:r>
        </a:p>
      </dsp:txBody>
      <dsp:txXfrm>
        <a:off x="35125" y="1694649"/>
        <a:ext cx="9802621" cy="649299"/>
      </dsp:txXfrm>
    </dsp:sp>
    <dsp:sp modelId="{71352D1F-038E-4C35-8CEA-2AEAD2E842B1}">
      <dsp:nvSpPr>
        <dsp:cNvPr id="0" name=""/>
        <dsp:cNvSpPr/>
      </dsp:nvSpPr>
      <dsp:spPr>
        <a:xfrm>
          <a:off x="0" y="2465475"/>
          <a:ext cx="987287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Easy file sharing</a:t>
          </a:r>
        </a:p>
      </dsp:txBody>
      <dsp:txXfrm>
        <a:off x="35125" y="2500600"/>
        <a:ext cx="9802621" cy="649299"/>
      </dsp:txXfrm>
    </dsp:sp>
    <dsp:sp modelId="{2010C2A8-592F-4BE3-A950-66DB076439D3}">
      <dsp:nvSpPr>
        <dsp:cNvPr id="0" name=""/>
        <dsp:cNvSpPr/>
      </dsp:nvSpPr>
      <dsp:spPr>
        <a:xfrm>
          <a:off x="0" y="3271425"/>
          <a:ext cx="987287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Saves cost (no need for physical storage devices)</a:t>
          </a:r>
        </a:p>
      </dsp:txBody>
      <dsp:txXfrm>
        <a:off x="35125" y="3306550"/>
        <a:ext cx="9802621" cy="649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9119A-4067-451C-805A-CA6123890FA9}">
      <dsp:nvSpPr>
        <dsp:cNvPr id="0" name=""/>
        <dsp:cNvSpPr/>
      </dsp:nvSpPr>
      <dsp:spPr>
        <a:xfrm>
          <a:off x="339448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AD06E-23AF-46B0-AEC0-FE849CF38403}">
      <dsp:nvSpPr>
        <dsp:cNvPr id="0" name=""/>
        <dsp:cNvSpPr/>
      </dsp:nvSpPr>
      <dsp:spPr>
        <a:xfrm>
          <a:off x="564536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6A29C-EB14-4C74-876A-03C3EC35CCA1}">
      <dsp:nvSpPr>
        <dsp:cNvPr id="0" name=""/>
        <dsp:cNvSpPr/>
      </dsp:nvSpPr>
      <dsp:spPr>
        <a:xfrm>
          <a:off x="1816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Google Drive</a:t>
          </a:r>
        </a:p>
      </dsp:txBody>
      <dsp:txXfrm>
        <a:off x="1816" y="2365589"/>
        <a:ext cx="1731445" cy="692578"/>
      </dsp:txXfrm>
    </dsp:sp>
    <dsp:sp modelId="{8624A3A3-29C5-4BD3-80F6-7589BC49991D}">
      <dsp:nvSpPr>
        <dsp:cNvPr id="0" name=""/>
        <dsp:cNvSpPr/>
      </dsp:nvSpPr>
      <dsp:spPr>
        <a:xfrm>
          <a:off x="2373896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44AE6-2834-4EA7-B62D-19CBCF243456}">
      <dsp:nvSpPr>
        <dsp:cNvPr id="0" name=""/>
        <dsp:cNvSpPr/>
      </dsp:nvSpPr>
      <dsp:spPr>
        <a:xfrm>
          <a:off x="2598984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9FB92-262A-49AF-A6A5-47490A7D93F0}">
      <dsp:nvSpPr>
        <dsp:cNvPr id="0" name=""/>
        <dsp:cNvSpPr/>
      </dsp:nvSpPr>
      <dsp:spPr>
        <a:xfrm>
          <a:off x="2036264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Dropbox</a:t>
          </a:r>
        </a:p>
      </dsp:txBody>
      <dsp:txXfrm>
        <a:off x="2036264" y="2365589"/>
        <a:ext cx="1731445" cy="692578"/>
      </dsp:txXfrm>
    </dsp:sp>
    <dsp:sp modelId="{F33A88CE-9BBC-4B4A-AC41-8E3A2B8FB036}">
      <dsp:nvSpPr>
        <dsp:cNvPr id="0" name=""/>
        <dsp:cNvSpPr/>
      </dsp:nvSpPr>
      <dsp:spPr>
        <a:xfrm>
          <a:off x="4408344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51FF5-61C0-469F-8205-207B750459FB}">
      <dsp:nvSpPr>
        <dsp:cNvPr id="0" name=""/>
        <dsp:cNvSpPr/>
      </dsp:nvSpPr>
      <dsp:spPr>
        <a:xfrm>
          <a:off x="4633432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8396E-7D12-4327-9744-2D172ABB62F5}">
      <dsp:nvSpPr>
        <dsp:cNvPr id="0" name=""/>
        <dsp:cNvSpPr/>
      </dsp:nvSpPr>
      <dsp:spPr>
        <a:xfrm>
          <a:off x="4070712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Microsoft OneDrive</a:t>
          </a:r>
        </a:p>
      </dsp:txBody>
      <dsp:txXfrm>
        <a:off x="4070712" y="2365589"/>
        <a:ext cx="1731445" cy="692578"/>
      </dsp:txXfrm>
    </dsp:sp>
    <dsp:sp modelId="{464945FB-05E2-4929-99B6-01873EAD3927}">
      <dsp:nvSpPr>
        <dsp:cNvPr id="0" name=""/>
        <dsp:cNvSpPr/>
      </dsp:nvSpPr>
      <dsp:spPr>
        <a:xfrm>
          <a:off x="6442792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54DF6-F01F-4CDD-A2EE-883EDC9F6573}">
      <dsp:nvSpPr>
        <dsp:cNvPr id="0" name=""/>
        <dsp:cNvSpPr/>
      </dsp:nvSpPr>
      <dsp:spPr>
        <a:xfrm>
          <a:off x="6667880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D5E7E-0377-4B3E-B92F-90765B59819C}">
      <dsp:nvSpPr>
        <dsp:cNvPr id="0" name=""/>
        <dsp:cNvSpPr/>
      </dsp:nvSpPr>
      <dsp:spPr>
        <a:xfrm>
          <a:off x="6105161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Apple iCloud</a:t>
          </a:r>
        </a:p>
      </dsp:txBody>
      <dsp:txXfrm>
        <a:off x="6105161" y="2365589"/>
        <a:ext cx="1731445" cy="692578"/>
      </dsp:txXfrm>
    </dsp:sp>
    <dsp:sp modelId="{2379B388-F42A-4689-80FD-5CD2605B611D}">
      <dsp:nvSpPr>
        <dsp:cNvPr id="0" name=""/>
        <dsp:cNvSpPr/>
      </dsp:nvSpPr>
      <dsp:spPr>
        <a:xfrm>
          <a:off x="8477241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0C5D9-B671-45F3-A52F-F857A1F3AB18}">
      <dsp:nvSpPr>
        <dsp:cNvPr id="0" name=""/>
        <dsp:cNvSpPr/>
      </dsp:nvSpPr>
      <dsp:spPr>
        <a:xfrm>
          <a:off x="8702329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8D3B0-6CEF-4332-BFBF-35CFDE2D7E05}">
      <dsp:nvSpPr>
        <dsp:cNvPr id="0" name=""/>
        <dsp:cNvSpPr/>
      </dsp:nvSpPr>
      <dsp:spPr>
        <a:xfrm>
          <a:off x="8139609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Mega</a:t>
          </a:r>
        </a:p>
      </dsp:txBody>
      <dsp:txXfrm>
        <a:off x="8139609" y="2365589"/>
        <a:ext cx="1731445" cy="692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6D808-3A40-4C49-95BB-49A98A729430}">
      <dsp:nvSpPr>
        <dsp:cNvPr id="0" name=""/>
        <dsp:cNvSpPr/>
      </dsp:nvSpPr>
      <dsp:spPr>
        <a:xfrm>
          <a:off x="1003683" y="852139"/>
          <a:ext cx="1264098" cy="1264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084BA-22E8-4AE1-9F73-0323B1AF83FF}">
      <dsp:nvSpPr>
        <dsp:cNvPr id="0" name=""/>
        <dsp:cNvSpPr/>
      </dsp:nvSpPr>
      <dsp:spPr>
        <a:xfrm>
          <a:off x="231178" y="2466460"/>
          <a:ext cx="28091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Digital tools that help people work together online.</a:t>
          </a:r>
        </a:p>
      </dsp:txBody>
      <dsp:txXfrm>
        <a:off x="231178" y="2466460"/>
        <a:ext cx="2809108" cy="720000"/>
      </dsp:txXfrm>
    </dsp:sp>
    <dsp:sp modelId="{3CA2E4CD-6A2A-4667-A9D3-140FB1ADA243}">
      <dsp:nvSpPr>
        <dsp:cNvPr id="0" name=""/>
        <dsp:cNvSpPr/>
      </dsp:nvSpPr>
      <dsp:spPr>
        <a:xfrm>
          <a:off x="4304386" y="852139"/>
          <a:ext cx="1264098" cy="1264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7523D-22F2-47D6-96F5-B5A6E20D48C6}">
      <dsp:nvSpPr>
        <dsp:cNvPr id="0" name=""/>
        <dsp:cNvSpPr/>
      </dsp:nvSpPr>
      <dsp:spPr>
        <a:xfrm>
          <a:off x="3531881" y="2466460"/>
          <a:ext cx="28091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Allow real-time communication, sharing, and editing.</a:t>
          </a:r>
        </a:p>
      </dsp:txBody>
      <dsp:txXfrm>
        <a:off x="3531881" y="2466460"/>
        <a:ext cx="2809108" cy="720000"/>
      </dsp:txXfrm>
    </dsp:sp>
    <dsp:sp modelId="{F53DD254-3CEB-41EE-9A12-087F331297A7}">
      <dsp:nvSpPr>
        <dsp:cNvPr id="0" name=""/>
        <dsp:cNvSpPr/>
      </dsp:nvSpPr>
      <dsp:spPr>
        <a:xfrm>
          <a:off x="7605088" y="852139"/>
          <a:ext cx="1264098" cy="1264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A931C-BE4C-4152-B5C9-6E985E87001B}">
      <dsp:nvSpPr>
        <dsp:cNvPr id="0" name=""/>
        <dsp:cNvSpPr/>
      </dsp:nvSpPr>
      <dsp:spPr>
        <a:xfrm>
          <a:off x="6832583" y="2466460"/>
          <a:ext cx="28091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Useful for teams, students, and remote workers.</a:t>
          </a:r>
        </a:p>
      </dsp:txBody>
      <dsp:txXfrm>
        <a:off x="6832583" y="2466460"/>
        <a:ext cx="2809108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7C47E-5788-4BBD-99C6-346E84BF8B8F}">
      <dsp:nvSpPr>
        <dsp:cNvPr id="0" name=""/>
        <dsp:cNvSpPr/>
      </dsp:nvSpPr>
      <dsp:spPr>
        <a:xfrm>
          <a:off x="0" y="3155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EB7B7-4D0C-4033-9680-D214097EC11C}">
      <dsp:nvSpPr>
        <dsp:cNvPr id="0" name=""/>
        <dsp:cNvSpPr/>
      </dsp:nvSpPr>
      <dsp:spPr>
        <a:xfrm>
          <a:off x="203294" y="154366"/>
          <a:ext cx="369626" cy="369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01CF6-DC65-46E7-88D0-6869283D14E0}">
      <dsp:nvSpPr>
        <dsp:cNvPr id="0" name=""/>
        <dsp:cNvSpPr/>
      </dsp:nvSpPr>
      <dsp:spPr>
        <a:xfrm>
          <a:off x="776215" y="3155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Online meetings and video conferencing</a:t>
          </a:r>
        </a:p>
      </dsp:txBody>
      <dsp:txXfrm>
        <a:off x="776215" y="3155"/>
        <a:ext cx="9096655" cy="672048"/>
      </dsp:txXfrm>
    </dsp:sp>
    <dsp:sp modelId="{DBFE1477-1C8C-4954-B204-31B731A39EAA}">
      <dsp:nvSpPr>
        <dsp:cNvPr id="0" name=""/>
        <dsp:cNvSpPr/>
      </dsp:nvSpPr>
      <dsp:spPr>
        <a:xfrm>
          <a:off x="0" y="843215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5A6FA-F04C-4085-945A-63D4E7128943}">
      <dsp:nvSpPr>
        <dsp:cNvPr id="0" name=""/>
        <dsp:cNvSpPr/>
      </dsp:nvSpPr>
      <dsp:spPr>
        <a:xfrm>
          <a:off x="203294" y="994426"/>
          <a:ext cx="369626" cy="369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2024A-4C67-403C-9260-AAA140686F48}">
      <dsp:nvSpPr>
        <dsp:cNvPr id="0" name=""/>
        <dsp:cNvSpPr/>
      </dsp:nvSpPr>
      <dsp:spPr>
        <a:xfrm>
          <a:off x="776215" y="843215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Group projects and assignments</a:t>
          </a:r>
        </a:p>
      </dsp:txBody>
      <dsp:txXfrm>
        <a:off x="776215" y="843215"/>
        <a:ext cx="9096655" cy="672048"/>
      </dsp:txXfrm>
    </dsp:sp>
    <dsp:sp modelId="{B181274B-5031-483B-A0C6-35939E856037}">
      <dsp:nvSpPr>
        <dsp:cNvPr id="0" name=""/>
        <dsp:cNvSpPr/>
      </dsp:nvSpPr>
      <dsp:spPr>
        <a:xfrm>
          <a:off x="0" y="1683275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093C9-06E9-4BD5-A7A4-E9A7F741A834}">
      <dsp:nvSpPr>
        <dsp:cNvPr id="0" name=""/>
        <dsp:cNvSpPr/>
      </dsp:nvSpPr>
      <dsp:spPr>
        <a:xfrm>
          <a:off x="203294" y="1834486"/>
          <a:ext cx="369626" cy="369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7D893-8A26-44CB-A64D-87FB16B28FEA}">
      <dsp:nvSpPr>
        <dsp:cNvPr id="0" name=""/>
        <dsp:cNvSpPr/>
      </dsp:nvSpPr>
      <dsp:spPr>
        <a:xfrm>
          <a:off x="776215" y="1683275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Team messaging and chats</a:t>
          </a:r>
        </a:p>
      </dsp:txBody>
      <dsp:txXfrm>
        <a:off x="776215" y="1683275"/>
        <a:ext cx="9096655" cy="672048"/>
      </dsp:txXfrm>
    </dsp:sp>
    <dsp:sp modelId="{57873A39-EDA9-41E9-813C-6D694E653CA4}">
      <dsp:nvSpPr>
        <dsp:cNvPr id="0" name=""/>
        <dsp:cNvSpPr/>
      </dsp:nvSpPr>
      <dsp:spPr>
        <a:xfrm>
          <a:off x="0" y="2523336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6952F-47D7-40A5-BE00-7588D36AF60A}">
      <dsp:nvSpPr>
        <dsp:cNvPr id="0" name=""/>
        <dsp:cNvSpPr/>
      </dsp:nvSpPr>
      <dsp:spPr>
        <a:xfrm>
          <a:off x="203294" y="2674547"/>
          <a:ext cx="369626" cy="3696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9252D-2EE0-475A-A423-8B45B5BDB3A5}">
      <dsp:nvSpPr>
        <dsp:cNvPr id="0" name=""/>
        <dsp:cNvSpPr/>
      </dsp:nvSpPr>
      <dsp:spPr>
        <a:xfrm>
          <a:off x="776215" y="2523336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Real-time editing of documents and spreadsheets</a:t>
          </a:r>
        </a:p>
      </dsp:txBody>
      <dsp:txXfrm>
        <a:off x="776215" y="2523336"/>
        <a:ext cx="9096655" cy="672048"/>
      </dsp:txXfrm>
    </dsp:sp>
    <dsp:sp modelId="{6D7350F6-BBC9-4602-94B5-9ABD32315533}">
      <dsp:nvSpPr>
        <dsp:cNvPr id="0" name=""/>
        <dsp:cNvSpPr/>
      </dsp:nvSpPr>
      <dsp:spPr>
        <a:xfrm>
          <a:off x="0" y="3363396"/>
          <a:ext cx="9872871" cy="6720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E9BB9-AA62-4DEF-B5EB-06B7E1F486CC}">
      <dsp:nvSpPr>
        <dsp:cNvPr id="0" name=""/>
        <dsp:cNvSpPr/>
      </dsp:nvSpPr>
      <dsp:spPr>
        <a:xfrm>
          <a:off x="203294" y="3514607"/>
          <a:ext cx="369626" cy="3696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A14E2-D472-4E7B-80BD-9A89ADC82B72}">
      <dsp:nvSpPr>
        <dsp:cNvPr id="0" name=""/>
        <dsp:cNvSpPr/>
      </dsp:nvSpPr>
      <dsp:spPr>
        <a:xfrm>
          <a:off x="776215" y="3363396"/>
          <a:ext cx="9096655" cy="672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5" tIns="71125" rIns="71125" bIns="711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Managing tasks and projects</a:t>
          </a:r>
        </a:p>
      </dsp:txBody>
      <dsp:txXfrm>
        <a:off x="776215" y="3363396"/>
        <a:ext cx="9096655" cy="6720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E6737-E176-4C26-A5FC-6A0768FBD7FF}">
      <dsp:nvSpPr>
        <dsp:cNvPr id="0" name=""/>
        <dsp:cNvSpPr/>
      </dsp:nvSpPr>
      <dsp:spPr>
        <a:xfrm>
          <a:off x="339448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9A20E-787A-4527-B8F2-98FB59C1857D}">
      <dsp:nvSpPr>
        <dsp:cNvPr id="0" name=""/>
        <dsp:cNvSpPr/>
      </dsp:nvSpPr>
      <dsp:spPr>
        <a:xfrm>
          <a:off x="564536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10398-EDE2-42FC-BC00-56E39C5BB3E6}">
      <dsp:nvSpPr>
        <dsp:cNvPr id="0" name=""/>
        <dsp:cNvSpPr/>
      </dsp:nvSpPr>
      <dsp:spPr>
        <a:xfrm>
          <a:off x="1816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Improved teamwork and productivity</a:t>
          </a:r>
        </a:p>
      </dsp:txBody>
      <dsp:txXfrm>
        <a:off x="1816" y="2365589"/>
        <a:ext cx="1731445" cy="692578"/>
      </dsp:txXfrm>
    </dsp:sp>
    <dsp:sp modelId="{7F3960B3-A5F5-4607-B6D9-96874FEE75E8}">
      <dsp:nvSpPr>
        <dsp:cNvPr id="0" name=""/>
        <dsp:cNvSpPr/>
      </dsp:nvSpPr>
      <dsp:spPr>
        <a:xfrm>
          <a:off x="2373896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BDD85-C5B7-4D23-A88C-46236A44C1F6}">
      <dsp:nvSpPr>
        <dsp:cNvPr id="0" name=""/>
        <dsp:cNvSpPr/>
      </dsp:nvSpPr>
      <dsp:spPr>
        <a:xfrm>
          <a:off x="2598984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4F0AE-D44C-4CC8-BCE6-9F8B1F2195F9}">
      <dsp:nvSpPr>
        <dsp:cNvPr id="0" name=""/>
        <dsp:cNvSpPr/>
      </dsp:nvSpPr>
      <dsp:spPr>
        <a:xfrm>
          <a:off x="2036264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Saves time and reduces effort</a:t>
          </a:r>
        </a:p>
      </dsp:txBody>
      <dsp:txXfrm>
        <a:off x="2036264" y="2365589"/>
        <a:ext cx="1731445" cy="692578"/>
      </dsp:txXfrm>
    </dsp:sp>
    <dsp:sp modelId="{79746B49-8F21-49B2-AAEF-086C677BBC89}">
      <dsp:nvSpPr>
        <dsp:cNvPr id="0" name=""/>
        <dsp:cNvSpPr/>
      </dsp:nvSpPr>
      <dsp:spPr>
        <a:xfrm>
          <a:off x="4408344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5671E-04A4-4002-A33E-7CACF71CBFBC}">
      <dsp:nvSpPr>
        <dsp:cNvPr id="0" name=""/>
        <dsp:cNvSpPr/>
      </dsp:nvSpPr>
      <dsp:spPr>
        <a:xfrm>
          <a:off x="4633432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1C674-FFEC-47E6-BF70-FED26B7797AD}">
      <dsp:nvSpPr>
        <dsp:cNvPr id="0" name=""/>
        <dsp:cNvSpPr/>
      </dsp:nvSpPr>
      <dsp:spPr>
        <a:xfrm>
          <a:off x="4070712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Better communication</a:t>
          </a:r>
        </a:p>
      </dsp:txBody>
      <dsp:txXfrm>
        <a:off x="4070712" y="2365589"/>
        <a:ext cx="1731445" cy="692578"/>
      </dsp:txXfrm>
    </dsp:sp>
    <dsp:sp modelId="{C177C1D0-7D77-4874-B8ED-3AE512398A6F}">
      <dsp:nvSpPr>
        <dsp:cNvPr id="0" name=""/>
        <dsp:cNvSpPr/>
      </dsp:nvSpPr>
      <dsp:spPr>
        <a:xfrm>
          <a:off x="6442792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73F52-C1FF-49ED-A009-9CDED470ED1E}">
      <dsp:nvSpPr>
        <dsp:cNvPr id="0" name=""/>
        <dsp:cNvSpPr/>
      </dsp:nvSpPr>
      <dsp:spPr>
        <a:xfrm>
          <a:off x="6667880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07AF0-589B-422A-A9ED-E48CA56007A4}">
      <dsp:nvSpPr>
        <dsp:cNvPr id="0" name=""/>
        <dsp:cNvSpPr/>
      </dsp:nvSpPr>
      <dsp:spPr>
        <a:xfrm>
          <a:off x="6105161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Helps remote work</a:t>
          </a:r>
        </a:p>
      </dsp:txBody>
      <dsp:txXfrm>
        <a:off x="6105161" y="2365589"/>
        <a:ext cx="1731445" cy="692578"/>
      </dsp:txXfrm>
    </dsp:sp>
    <dsp:sp modelId="{F3F095E3-F288-4873-A5A2-C8AA2823DC88}">
      <dsp:nvSpPr>
        <dsp:cNvPr id="0" name=""/>
        <dsp:cNvSpPr/>
      </dsp:nvSpPr>
      <dsp:spPr>
        <a:xfrm>
          <a:off x="8477241" y="980432"/>
          <a:ext cx="1056181" cy="10561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3699C5-389E-46DB-821B-A8695DEE2F00}">
      <dsp:nvSpPr>
        <dsp:cNvPr id="0" name=""/>
        <dsp:cNvSpPr/>
      </dsp:nvSpPr>
      <dsp:spPr>
        <a:xfrm>
          <a:off x="8702329" y="1205520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E1AAD-1E66-476B-A145-38AFD7E73830}">
      <dsp:nvSpPr>
        <dsp:cNvPr id="0" name=""/>
        <dsp:cNvSpPr/>
      </dsp:nvSpPr>
      <dsp:spPr>
        <a:xfrm>
          <a:off x="8139609" y="236558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Reduces errors and miscommunication</a:t>
          </a:r>
        </a:p>
      </dsp:txBody>
      <dsp:txXfrm>
        <a:off x="8139609" y="2365589"/>
        <a:ext cx="1731445" cy="6925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945EE-151A-446E-BD20-4B6D86EBF18B}">
      <dsp:nvSpPr>
        <dsp:cNvPr id="0" name=""/>
        <dsp:cNvSpPr/>
      </dsp:nvSpPr>
      <dsp:spPr>
        <a:xfrm rot="10800000">
          <a:off x="1564693" y="1884"/>
          <a:ext cx="5428767" cy="7891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011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Google Workspace</a:t>
          </a:r>
        </a:p>
      </dsp:txBody>
      <dsp:txXfrm rot="10800000">
        <a:off x="1761990" y="1884"/>
        <a:ext cx="5231470" cy="789190"/>
      </dsp:txXfrm>
    </dsp:sp>
    <dsp:sp modelId="{F8234CD7-08B0-4E99-9411-A34DEE304D17}">
      <dsp:nvSpPr>
        <dsp:cNvPr id="0" name=""/>
        <dsp:cNvSpPr/>
      </dsp:nvSpPr>
      <dsp:spPr>
        <a:xfrm>
          <a:off x="1170098" y="1884"/>
          <a:ext cx="789190" cy="78919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A8B08-A608-4E3C-9995-E8D269BF1518}">
      <dsp:nvSpPr>
        <dsp:cNvPr id="0" name=""/>
        <dsp:cNvSpPr/>
      </dsp:nvSpPr>
      <dsp:spPr>
        <a:xfrm rot="10800000">
          <a:off x="1564693" y="1026654"/>
          <a:ext cx="5428767" cy="7891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011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Microsoft Teams</a:t>
          </a:r>
        </a:p>
      </dsp:txBody>
      <dsp:txXfrm rot="10800000">
        <a:off x="1761990" y="1026654"/>
        <a:ext cx="5231470" cy="789190"/>
      </dsp:txXfrm>
    </dsp:sp>
    <dsp:sp modelId="{72394721-381D-4D7A-99BD-BEB91CEED46F}">
      <dsp:nvSpPr>
        <dsp:cNvPr id="0" name=""/>
        <dsp:cNvSpPr/>
      </dsp:nvSpPr>
      <dsp:spPr>
        <a:xfrm>
          <a:off x="1170098" y="1026654"/>
          <a:ext cx="789190" cy="78919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612E2-EBF1-457A-9ABC-EF95A354B1EB}">
      <dsp:nvSpPr>
        <dsp:cNvPr id="0" name=""/>
        <dsp:cNvSpPr/>
      </dsp:nvSpPr>
      <dsp:spPr>
        <a:xfrm rot="10800000">
          <a:off x="1564693" y="2051424"/>
          <a:ext cx="5428767" cy="7891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011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Zoom</a:t>
          </a:r>
        </a:p>
      </dsp:txBody>
      <dsp:txXfrm rot="10800000">
        <a:off x="1761990" y="2051424"/>
        <a:ext cx="5231470" cy="789190"/>
      </dsp:txXfrm>
    </dsp:sp>
    <dsp:sp modelId="{337FE2EA-6082-4A90-B630-26E0E231B147}">
      <dsp:nvSpPr>
        <dsp:cNvPr id="0" name=""/>
        <dsp:cNvSpPr/>
      </dsp:nvSpPr>
      <dsp:spPr>
        <a:xfrm>
          <a:off x="1170098" y="2051424"/>
          <a:ext cx="789190" cy="789190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C8488-AD39-40EB-BDF6-CB1D7082F000}">
      <dsp:nvSpPr>
        <dsp:cNvPr id="0" name=""/>
        <dsp:cNvSpPr/>
      </dsp:nvSpPr>
      <dsp:spPr>
        <a:xfrm rot="10800000">
          <a:off x="1564693" y="3076194"/>
          <a:ext cx="5428767" cy="7891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011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Slack</a:t>
          </a:r>
        </a:p>
      </dsp:txBody>
      <dsp:txXfrm rot="10800000">
        <a:off x="1761990" y="3076194"/>
        <a:ext cx="5231470" cy="789190"/>
      </dsp:txXfrm>
    </dsp:sp>
    <dsp:sp modelId="{E266307A-DF13-4075-A765-3A584BA027A2}">
      <dsp:nvSpPr>
        <dsp:cNvPr id="0" name=""/>
        <dsp:cNvSpPr/>
      </dsp:nvSpPr>
      <dsp:spPr>
        <a:xfrm>
          <a:off x="1170098" y="3076194"/>
          <a:ext cx="789190" cy="789190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F7D95-8DAA-402A-9699-E8AA699C81FA}">
      <dsp:nvSpPr>
        <dsp:cNvPr id="0" name=""/>
        <dsp:cNvSpPr/>
      </dsp:nvSpPr>
      <dsp:spPr>
        <a:xfrm rot="10800000">
          <a:off x="1564693" y="4100964"/>
          <a:ext cx="5428767" cy="7891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011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Trello</a:t>
          </a:r>
          <a:endParaRPr lang="en-US" sz="3600" kern="1200" dirty="0"/>
        </a:p>
      </dsp:txBody>
      <dsp:txXfrm rot="10800000">
        <a:off x="1761990" y="4100964"/>
        <a:ext cx="5231470" cy="789190"/>
      </dsp:txXfrm>
    </dsp:sp>
    <dsp:sp modelId="{04574EC6-E4D5-4B5A-9692-BBF048A41EC4}">
      <dsp:nvSpPr>
        <dsp:cNvPr id="0" name=""/>
        <dsp:cNvSpPr/>
      </dsp:nvSpPr>
      <dsp:spPr>
        <a:xfrm>
          <a:off x="1170098" y="4100964"/>
          <a:ext cx="789190" cy="789190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B7FD6-6B50-4C58-994F-82DC621427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C7F2D-6B16-4B88-A4F8-ABD5316B4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1DC69-60C3-4CF7-A135-6E702ECCE0F0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EF1E-1ACC-48D0-92B3-CB3D4FED50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88B4-83B8-4C82-AFAC-DC1E415458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9FFBD-F123-4881-BC93-591827BC61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2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3EC7B-6C72-4FBB-87DF-2BD2CB7DC1E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2A795-6F94-4A96-B820-B9038480D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9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your classroom colors different than what you see in this template? That’s OK! Click on Design -&gt; Variants (the down arrow) -&gt; Pick the color scheme that works for you!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Feel free to change any “You will…” and “I will…” statements to ensure they align with your classroom procedures and rules!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4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26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78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8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7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2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00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27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4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07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4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1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61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F489-B701-4C74-9747-27C8656A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Autofit/>
          </a:bodyPr>
          <a:lstStyle/>
          <a:p>
            <a:r>
              <a:rPr lang="en-US" b="1"/>
              <a:t>Cloud Storage and Collaboration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99F35-1401-4ECD-9F96-7017DB9FA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>
            <a:normAutofit/>
          </a:bodyPr>
          <a:lstStyle/>
          <a:p>
            <a:r>
              <a:rPr lang="en-US" sz="2800" dirty="0" err="1"/>
              <a:t>M.Arif</a:t>
            </a:r>
            <a:endParaRPr lang="en-US" sz="2800" dirty="0"/>
          </a:p>
          <a:p>
            <a:r>
              <a:rPr lang="en-US" sz="2800" dirty="0"/>
              <a:t>25F-CY-094</a:t>
            </a:r>
            <a:endParaRPr lang="en-US" dirty="0"/>
          </a:p>
        </p:txBody>
      </p:sp>
      <p:pic>
        <p:nvPicPr>
          <p:cNvPr id="5" name="Content Placeholder 4" descr="A blue cloud logo&#10;&#10;AI-generated content may be incorrect.">
            <a:extLst>
              <a:ext uri="{FF2B5EF4-FFF2-40B4-BE49-F238E27FC236}">
                <a16:creationId xmlns:a16="http://schemas.microsoft.com/office/drawing/2014/main" id="{2A5A9B0C-D335-B30A-9731-1E98F4CBA4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4267" y="3554658"/>
            <a:ext cx="4754563" cy="2674765"/>
          </a:xfrm>
        </p:spPr>
      </p:pic>
      <p:pic>
        <p:nvPicPr>
          <p:cNvPr id="7" name="Picture 6" descr="A hands shaking with a wrench and a gear&#10;&#10;AI-generated content may be incorrect.">
            <a:extLst>
              <a:ext uri="{FF2B5EF4-FFF2-40B4-BE49-F238E27FC236}">
                <a16:creationId xmlns:a16="http://schemas.microsoft.com/office/drawing/2014/main" id="{7B7AC525-52E9-DAE6-392C-C2D14EC5E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227" y="4069079"/>
            <a:ext cx="24765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60AC-40C6-D8E7-B4F0-BB0D01D2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What is Cloud Storage?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6598A9-8176-7641-275A-AB4101DFC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180408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619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7B2F-D810-BA4B-857C-1C590D1BB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How Cloud Storage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8B79A7-FEE4-D7B4-FC26-00161669B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6392852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684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12E0-E555-3429-834C-274B1D5B2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Uses of Cloud 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881D4B-D9D9-79FD-BCE5-CA08ED8AD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466691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448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C24F-F60E-0F05-D93E-6E3F245D4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 Benefits of Cloud 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4CBF60-6D21-7945-8C33-844A2F671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88365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040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C243-7DA8-73AD-0094-C1990B32C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 Examples of Cloud Storage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C1AA9F-E0A7-77C8-6AA4-B72C602C7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975236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736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1D6F8-81D1-FB41-7119-6BA1F1A4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 What are Collaboration Tools?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8F60C6-6C25-D361-7C78-949D1478A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281116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587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3C5C4-329F-10B2-81E0-21D2118A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Uses of Collaboration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86C6CA-563D-5822-34F0-508DE05AA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339355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404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D4A9-D0E2-4326-2AB7-14546E67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Benefits of Collaboration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D95CB0-2B2B-B718-6C97-DC3CC4A486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255689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373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8063-835D-5D8C-6816-CE4A480B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 anchor="ctr">
            <a:normAutofit/>
          </a:bodyPr>
          <a:lstStyle/>
          <a:p>
            <a:r>
              <a:rPr lang="en-US" dirty="0"/>
              <a:t>Examples of Collaboration Tools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226E55-C2AB-8DAF-DDF9-4E1E1C3A50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2255001"/>
              </p:ext>
            </p:extLst>
          </p:nvPr>
        </p:nvGraphicFramePr>
        <p:xfrm>
          <a:off x="2014220" y="1630680"/>
          <a:ext cx="8163560" cy="489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6850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D2A9-E048-4A9C-08BA-1E826AF19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737997"/>
            <a:ext cx="9966960" cy="2926080"/>
          </a:xfrm>
        </p:spPr>
        <p:txBody>
          <a:bodyPr anchor="b">
            <a:normAutofit/>
          </a:bodyPr>
          <a:lstStyle/>
          <a:p>
            <a:r>
              <a:rPr lang="en-US" sz="5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229569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885775_Student does teacher does_v2.potx" id="{618315E5-C348-40CF-AD40-05C2F7C13378}" vid="{0C991BBE-F1C3-4926-9687-DBEAAE8C92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6CA70E-ED75-4FF0-A862-8EF12B7377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BF1ABED-93B7-45AC-A513-2CB1FF159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B27744-7857-4992-B755-05855FC59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does, teacher does</Template>
  <TotalTime>32</TotalTime>
  <Words>322</Words>
  <Application>Microsoft Office PowerPoint</Application>
  <PresentationFormat>Widescreen</PresentationFormat>
  <Paragraphs>57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Corbel</vt:lpstr>
      <vt:lpstr>Tahoma</vt:lpstr>
      <vt:lpstr>Basis</vt:lpstr>
      <vt:lpstr>Cloud Storage and Collaboration Tools</vt:lpstr>
      <vt:lpstr>What is Cloud Storage?</vt:lpstr>
      <vt:lpstr>How Cloud Storage Works</vt:lpstr>
      <vt:lpstr>Uses of Cloud Storage</vt:lpstr>
      <vt:lpstr> Benefits of Cloud Storage</vt:lpstr>
      <vt:lpstr> Examples of Cloud Storage </vt:lpstr>
      <vt:lpstr> What are Collaboration Tools?</vt:lpstr>
      <vt:lpstr>Uses of Collaboration Tools</vt:lpstr>
      <vt:lpstr>Benefits of Collaboration Tools</vt:lpstr>
      <vt:lpstr>Examples of Collaboration Tools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Shahmeer Raza</dc:creator>
  <cp:lastModifiedBy>Shahmeer Raza</cp:lastModifiedBy>
  <cp:revision>6</cp:revision>
  <dcterms:created xsi:type="dcterms:W3CDTF">2025-12-13T06:22:07Z</dcterms:created>
  <dcterms:modified xsi:type="dcterms:W3CDTF">2025-12-13T06:55:01Z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