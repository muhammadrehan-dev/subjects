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49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F8377B-C5D9-4728-AA23-2C96E30BCF9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C8D3E4-EE39-4A4F-BB22-4B19803C51B2}">
      <dgm:prSet/>
      <dgm:spPr/>
      <dgm:t>
        <a:bodyPr/>
        <a:lstStyle/>
        <a:p>
          <a:r>
            <a:rPr lang="en-US"/>
            <a:t>Common types of hardware include:</a:t>
          </a:r>
        </a:p>
      </dgm:t>
    </dgm:pt>
    <dgm:pt modelId="{06EA067D-E662-40BB-8E00-3559E7CA536C}" type="parTrans" cxnId="{0C638C01-DDB1-4063-9187-C4F4FE4D9C59}">
      <dgm:prSet/>
      <dgm:spPr/>
      <dgm:t>
        <a:bodyPr/>
        <a:lstStyle/>
        <a:p>
          <a:endParaRPr lang="en-US"/>
        </a:p>
      </dgm:t>
    </dgm:pt>
    <dgm:pt modelId="{4556BE20-9110-4563-B040-06139E47CAAE}" type="sibTrans" cxnId="{0C638C01-DDB1-4063-9187-C4F4FE4D9C59}">
      <dgm:prSet/>
      <dgm:spPr/>
      <dgm:t>
        <a:bodyPr/>
        <a:lstStyle/>
        <a:p>
          <a:endParaRPr lang="en-US"/>
        </a:p>
      </dgm:t>
    </dgm:pt>
    <dgm:pt modelId="{56B13150-FD1F-4030-84DD-1B54562237D6}">
      <dgm:prSet/>
      <dgm:spPr/>
      <dgm:t>
        <a:bodyPr/>
        <a:lstStyle/>
        <a:p>
          <a:r>
            <a:rPr lang="en-US"/>
            <a:t>Input devices: keyboard, mouse</a:t>
          </a:r>
        </a:p>
      </dgm:t>
    </dgm:pt>
    <dgm:pt modelId="{812C4E81-ADAD-4307-BD55-5D33399DE57C}" type="parTrans" cxnId="{E9B99AF2-2FFF-43FB-A2DD-37738091AB10}">
      <dgm:prSet/>
      <dgm:spPr/>
      <dgm:t>
        <a:bodyPr/>
        <a:lstStyle/>
        <a:p>
          <a:endParaRPr lang="en-US"/>
        </a:p>
      </dgm:t>
    </dgm:pt>
    <dgm:pt modelId="{8BD08018-9375-47D5-9E73-BC6FE9B32B6E}" type="sibTrans" cxnId="{E9B99AF2-2FFF-43FB-A2DD-37738091AB10}">
      <dgm:prSet/>
      <dgm:spPr/>
      <dgm:t>
        <a:bodyPr/>
        <a:lstStyle/>
        <a:p>
          <a:endParaRPr lang="en-US"/>
        </a:p>
      </dgm:t>
    </dgm:pt>
    <dgm:pt modelId="{63287722-C410-431C-B319-A1FB72ACC998}">
      <dgm:prSet/>
      <dgm:spPr/>
      <dgm:t>
        <a:bodyPr/>
        <a:lstStyle/>
        <a:p>
          <a:r>
            <a:rPr lang="en-US"/>
            <a:t>Output devices: monitor, printer</a:t>
          </a:r>
        </a:p>
      </dgm:t>
    </dgm:pt>
    <dgm:pt modelId="{36565A2C-986C-444C-9C88-85B5D1FBDFAD}" type="parTrans" cxnId="{9B664395-0CEB-4348-8CA6-EB15F49433B0}">
      <dgm:prSet/>
      <dgm:spPr/>
      <dgm:t>
        <a:bodyPr/>
        <a:lstStyle/>
        <a:p>
          <a:endParaRPr lang="en-US"/>
        </a:p>
      </dgm:t>
    </dgm:pt>
    <dgm:pt modelId="{85AB868D-7C8C-4E72-AD72-264488E9A9E2}" type="sibTrans" cxnId="{9B664395-0CEB-4348-8CA6-EB15F49433B0}">
      <dgm:prSet/>
      <dgm:spPr/>
      <dgm:t>
        <a:bodyPr/>
        <a:lstStyle/>
        <a:p>
          <a:endParaRPr lang="en-US"/>
        </a:p>
      </dgm:t>
    </dgm:pt>
    <dgm:pt modelId="{5C7BD744-FB53-4885-BF71-40C0A30747D2}">
      <dgm:prSet/>
      <dgm:spPr/>
      <dgm:t>
        <a:bodyPr/>
        <a:lstStyle/>
        <a:p>
          <a:r>
            <a:rPr lang="en-US"/>
            <a:t>Processing device: CPU</a:t>
          </a:r>
        </a:p>
      </dgm:t>
    </dgm:pt>
    <dgm:pt modelId="{6006F883-0A3D-4890-96B8-1439969A86D2}" type="parTrans" cxnId="{41D45F32-0491-4CAC-A657-6E05DE5E5A14}">
      <dgm:prSet/>
      <dgm:spPr/>
      <dgm:t>
        <a:bodyPr/>
        <a:lstStyle/>
        <a:p>
          <a:endParaRPr lang="en-US"/>
        </a:p>
      </dgm:t>
    </dgm:pt>
    <dgm:pt modelId="{9988925D-177F-4060-8995-2B252D476C29}" type="sibTrans" cxnId="{41D45F32-0491-4CAC-A657-6E05DE5E5A14}">
      <dgm:prSet/>
      <dgm:spPr/>
      <dgm:t>
        <a:bodyPr/>
        <a:lstStyle/>
        <a:p>
          <a:endParaRPr lang="en-US"/>
        </a:p>
      </dgm:t>
    </dgm:pt>
    <dgm:pt modelId="{31DEA68D-5B36-400B-80A8-58DA57A617FD}">
      <dgm:prSet/>
      <dgm:spPr/>
      <dgm:t>
        <a:bodyPr/>
        <a:lstStyle/>
        <a:p>
          <a:r>
            <a:rPr lang="en-US"/>
            <a:t>Storage devices: hard disk, USB</a:t>
          </a:r>
        </a:p>
      </dgm:t>
    </dgm:pt>
    <dgm:pt modelId="{15B3DD47-91E1-4CB4-837C-1ED3B5BF3875}" type="parTrans" cxnId="{76872C18-EB47-4202-9302-264C2E207C7F}">
      <dgm:prSet/>
      <dgm:spPr/>
      <dgm:t>
        <a:bodyPr/>
        <a:lstStyle/>
        <a:p>
          <a:endParaRPr lang="en-US"/>
        </a:p>
      </dgm:t>
    </dgm:pt>
    <dgm:pt modelId="{3EB3BD04-1121-474E-886C-C2B18C307640}" type="sibTrans" cxnId="{76872C18-EB47-4202-9302-264C2E207C7F}">
      <dgm:prSet/>
      <dgm:spPr/>
      <dgm:t>
        <a:bodyPr/>
        <a:lstStyle/>
        <a:p>
          <a:endParaRPr lang="en-US"/>
        </a:p>
      </dgm:t>
    </dgm:pt>
    <dgm:pt modelId="{2C30F9EA-A90D-4B97-BFD9-074B271999D9}" type="pres">
      <dgm:prSet presAssocID="{2FF8377B-C5D9-4728-AA23-2C96E30BCF97}" presName="outerComposite" presStyleCnt="0">
        <dgm:presLayoutVars>
          <dgm:chMax val="5"/>
          <dgm:dir/>
          <dgm:resizeHandles val="exact"/>
        </dgm:presLayoutVars>
      </dgm:prSet>
      <dgm:spPr/>
    </dgm:pt>
    <dgm:pt modelId="{92DB3002-F162-45A9-BBC9-39306C958026}" type="pres">
      <dgm:prSet presAssocID="{2FF8377B-C5D9-4728-AA23-2C96E30BCF97}" presName="dummyMaxCanvas" presStyleCnt="0">
        <dgm:presLayoutVars/>
      </dgm:prSet>
      <dgm:spPr/>
    </dgm:pt>
    <dgm:pt modelId="{5F1345F1-0712-47F9-80B5-37571187B20D}" type="pres">
      <dgm:prSet presAssocID="{2FF8377B-C5D9-4728-AA23-2C96E30BCF97}" presName="FiveNodes_1" presStyleLbl="node1" presStyleIdx="0" presStyleCnt="5">
        <dgm:presLayoutVars>
          <dgm:bulletEnabled val="1"/>
        </dgm:presLayoutVars>
      </dgm:prSet>
      <dgm:spPr/>
    </dgm:pt>
    <dgm:pt modelId="{E68F2377-02DB-4FAD-85F2-FF7B2B1804DE}" type="pres">
      <dgm:prSet presAssocID="{2FF8377B-C5D9-4728-AA23-2C96E30BCF97}" presName="FiveNodes_2" presStyleLbl="node1" presStyleIdx="1" presStyleCnt="5">
        <dgm:presLayoutVars>
          <dgm:bulletEnabled val="1"/>
        </dgm:presLayoutVars>
      </dgm:prSet>
      <dgm:spPr/>
    </dgm:pt>
    <dgm:pt modelId="{6FF198EC-D291-4836-BB9D-40476AC3DBBE}" type="pres">
      <dgm:prSet presAssocID="{2FF8377B-C5D9-4728-AA23-2C96E30BCF97}" presName="FiveNodes_3" presStyleLbl="node1" presStyleIdx="2" presStyleCnt="5">
        <dgm:presLayoutVars>
          <dgm:bulletEnabled val="1"/>
        </dgm:presLayoutVars>
      </dgm:prSet>
      <dgm:spPr/>
    </dgm:pt>
    <dgm:pt modelId="{15843551-C90E-4897-86D9-FD929BF6B8A9}" type="pres">
      <dgm:prSet presAssocID="{2FF8377B-C5D9-4728-AA23-2C96E30BCF97}" presName="FiveNodes_4" presStyleLbl="node1" presStyleIdx="3" presStyleCnt="5">
        <dgm:presLayoutVars>
          <dgm:bulletEnabled val="1"/>
        </dgm:presLayoutVars>
      </dgm:prSet>
      <dgm:spPr/>
    </dgm:pt>
    <dgm:pt modelId="{05A925FF-1C0A-473C-835C-BCBBFCE71886}" type="pres">
      <dgm:prSet presAssocID="{2FF8377B-C5D9-4728-AA23-2C96E30BCF97}" presName="FiveNodes_5" presStyleLbl="node1" presStyleIdx="4" presStyleCnt="5">
        <dgm:presLayoutVars>
          <dgm:bulletEnabled val="1"/>
        </dgm:presLayoutVars>
      </dgm:prSet>
      <dgm:spPr/>
    </dgm:pt>
    <dgm:pt modelId="{7A075F64-12DE-4DCD-85FB-02128AB42852}" type="pres">
      <dgm:prSet presAssocID="{2FF8377B-C5D9-4728-AA23-2C96E30BCF97}" presName="FiveConn_1-2" presStyleLbl="fgAccFollowNode1" presStyleIdx="0" presStyleCnt="4">
        <dgm:presLayoutVars>
          <dgm:bulletEnabled val="1"/>
        </dgm:presLayoutVars>
      </dgm:prSet>
      <dgm:spPr/>
    </dgm:pt>
    <dgm:pt modelId="{7838A0F4-12AB-46AA-9E1B-D3A1431DFF4E}" type="pres">
      <dgm:prSet presAssocID="{2FF8377B-C5D9-4728-AA23-2C96E30BCF97}" presName="FiveConn_2-3" presStyleLbl="fgAccFollowNode1" presStyleIdx="1" presStyleCnt="4">
        <dgm:presLayoutVars>
          <dgm:bulletEnabled val="1"/>
        </dgm:presLayoutVars>
      </dgm:prSet>
      <dgm:spPr/>
    </dgm:pt>
    <dgm:pt modelId="{D9D2F817-0B12-48AC-9A48-D474C1684E13}" type="pres">
      <dgm:prSet presAssocID="{2FF8377B-C5D9-4728-AA23-2C96E30BCF97}" presName="FiveConn_3-4" presStyleLbl="fgAccFollowNode1" presStyleIdx="2" presStyleCnt="4">
        <dgm:presLayoutVars>
          <dgm:bulletEnabled val="1"/>
        </dgm:presLayoutVars>
      </dgm:prSet>
      <dgm:spPr/>
    </dgm:pt>
    <dgm:pt modelId="{8A5667A0-FE4B-452F-8FE8-C543BD3D11A3}" type="pres">
      <dgm:prSet presAssocID="{2FF8377B-C5D9-4728-AA23-2C96E30BCF97}" presName="FiveConn_4-5" presStyleLbl="fgAccFollowNode1" presStyleIdx="3" presStyleCnt="4">
        <dgm:presLayoutVars>
          <dgm:bulletEnabled val="1"/>
        </dgm:presLayoutVars>
      </dgm:prSet>
      <dgm:spPr/>
    </dgm:pt>
    <dgm:pt modelId="{A9D3BCA6-16A1-473A-901B-2DD7FD0B3374}" type="pres">
      <dgm:prSet presAssocID="{2FF8377B-C5D9-4728-AA23-2C96E30BCF97}" presName="FiveNodes_1_text" presStyleLbl="node1" presStyleIdx="4" presStyleCnt="5">
        <dgm:presLayoutVars>
          <dgm:bulletEnabled val="1"/>
        </dgm:presLayoutVars>
      </dgm:prSet>
      <dgm:spPr/>
    </dgm:pt>
    <dgm:pt modelId="{28C3AD20-A597-4C77-8717-8F7CE9FCB838}" type="pres">
      <dgm:prSet presAssocID="{2FF8377B-C5D9-4728-AA23-2C96E30BCF97}" presName="FiveNodes_2_text" presStyleLbl="node1" presStyleIdx="4" presStyleCnt="5">
        <dgm:presLayoutVars>
          <dgm:bulletEnabled val="1"/>
        </dgm:presLayoutVars>
      </dgm:prSet>
      <dgm:spPr/>
    </dgm:pt>
    <dgm:pt modelId="{C747F8FB-D1F1-4F5C-AD14-4EC8BDD63DC7}" type="pres">
      <dgm:prSet presAssocID="{2FF8377B-C5D9-4728-AA23-2C96E30BCF97}" presName="FiveNodes_3_text" presStyleLbl="node1" presStyleIdx="4" presStyleCnt="5">
        <dgm:presLayoutVars>
          <dgm:bulletEnabled val="1"/>
        </dgm:presLayoutVars>
      </dgm:prSet>
      <dgm:spPr/>
    </dgm:pt>
    <dgm:pt modelId="{4A613C49-AD87-4956-8C8F-8818B0A1C854}" type="pres">
      <dgm:prSet presAssocID="{2FF8377B-C5D9-4728-AA23-2C96E30BCF97}" presName="FiveNodes_4_text" presStyleLbl="node1" presStyleIdx="4" presStyleCnt="5">
        <dgm:presLayoutVars>
          <dgm:bulletEnabled val="1"/>
        </dgm:presLayoutVars>
      </dgm:prSet>
      <dgm:spPr/>
    </dgm:pt>
    <dgm:pt modelId="{7E029292-8910-42C6-BE8F-C2DE4AA1B9B8}" type="pres">
      <dgm:prSet presAssocID="{2FF8377B-C5D9-4728-AA23-2C96E30BCF9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A20D800-5DF3-4B67-9B45-5E1E6F45C733}" type="presOf" srcId="{31DEA68D-5B36-400B-80A8-58DA57A617FD}" destId="{05A925FF-1C0A-473C-835C-BCBBFCE71886}" srcOrd="0" destOrd="0" presId="urn:microsoft.com/office/officeart/2005/8/layout/vProcess5"/>
    <dgm:cxn modelId="{0C638C01-DDB1-4063-9187-C4F4FE4D9C59}" srcId="{2FF8377B-C5D9-4728-AA23-2C96E30BCF97}" destId="{FEC8D3E4-EE39-4A4F-BB22-4B19803C51B2}" srcOrd="0" destOrd="0" parTransId="{06EA067D-E662-40BB-8E00-3559E7CA536C}" sibTransId="{4556BE20-9110-4563-B040-06139E47CAAE}"/>
    <dgm:cxn modelId="{507D690E-7B82-43D5-B872-A304FBBB2463}" type="presOf" srcId="{FEC8D3E4-EE39-4A4F-BB22-4B19803C51B2}" destId="{A9D3BCA6-16A1-473A-901B-2DD7FD0B3374}" srcOrd="1" destOrd="0" presId="urn:microsoft.com/office/officeart/2005/8/layout/vProcess5"/>
    <dgm:cxn modelId="{76872C18-EB47-4202-9302-264C2E207C7F}" srcId="{2FF8377B-C5D9-4728-AA23-2C96E30BCF97}" destId="{31DEA68D-5B36-400B-80A8-58DA57A617FD}" srcOrd="4" destOrd="0" parTransId="{15B3DD47-91E1-4CB4-837C-1ED3B5BF3875}" sibTransId="{3EB3BD04-1121-474E-886C-C2B18C307640}"/>
    <dgm:cxn modelId="{7E954B1C-7177-4267-8087-072A960E2A6A}" type="presOf" srcId="{5C7BD744-FB53-4885-BF71-40C0A30747D2}" destId="{15843551-C90E-4897-86D9-FD929BF6B8A9}" srcOrd="0" destOrd="0" presId="urn:microsoft.com/office/officeart/2005/8/layout/vProcess5"/>
    <dgm:cxn modelId="{8EEC391F-C5F0-46E8-8DF5-668C003D1525}" type="presOf" srcId="{85AB868D-7C8C-4E72-AD72-264488E9A9E2}" destId="{D9D2F817-0B12-48AC-9A48-D474C1684E13}" srcOrd="0" destOrd="0" presId="urn:microsoft.com/office/officeart/2005/8/layout/vProcess5"/>
    <dgm:cxn modelId="{4638D927-14A6-4312-948D-05F71949122E}" type="presOf" srcId="{4556BE20-9110-4563-B040-06139E47CAAE}" destId="{7A075F64-12DE-4DCD-85FB-02128AB42852}" srcOrd="0" destOrd="0" presId="urn:microsoft.com/office/officeart/2005/8/layout/vProcess5"/>
    <dgm:cxn modelId="{53693D2C-ECCD-4D08-B2F4-C61F25BA738E}" type="presOf" srcId="{2FF8377B-C5D9-4728-AA23-2C96E30BCF97}" destId="{2C30F9EA-A90D-4B97-BFD9-074B271999D9}" srcOrd="0" destOrd="0" presId="urn:microsoft.com/office/officeart/2005/8/layout/vProcess5"/>
    <dgm:cxn modelId="{41D45F32-0491-4CAC-A657-6E05DE5E5A14}" srcId="{2FF8377B-C5D9-4728-AA23-2C96E30BCF97}" destId="{5C7BD744-FB53-4885-BF71-40C0A30747D2}" srcOrd="3" destOrd="0" parTransId="{6006F883-0A3D-4890-96B8-1439969A86D2}" sibTransId="{9988925D-177F-4060-8995-2B252D476C29}"/>
    <dgm:cxn modelId="{5D23F43A-E2F5-429B-AFDC-75B0E9E8A642}" type="presOf" srcId="{56B13150-FD1F-4030-84DD-1B54562237D6}" destId="{28C3AD20-A597-4C77-8717-8F7CE9FCB838}" srcOrd="1" destOrd="0" presId="urn:microsoft.com/office/officeart/2005/8/layout/vProcess5"/>
    <dgm:cxn modelId="{5759F649-C87B-4FF2-96EE-BF23E27A6B32}" type="presOf" srcId="{5C7BD744-FB53-4885-BF71-40C0A30747D2}" destId="{4A613C49-AD87-4956-8C8F-8818B0A1C854}" srcOrd="1" destOrd="0" presId="urn:microsoft.com/office/officeart/2005/8/layout/vProcess5"/>
    <dgm:cxn modelId="{9B664395-0CEB-4348-8CA6-EB15F49433B0}" srcId="{2FF8377B-C5D9-4728-AA23-2C96E30BCF97}" destId="{63287722-C410-431C-B319-A1FB72ACC998}" srcOrd="2" destOrd="0" parTransId="{36565A2C-986C-444C-9C88-85B5D1FBDFAD}" sibTransId="{85AB868D-7C8C-4E72-AD72-264488E9A9E2}"/>
    <dgm:cxn modelId="{6B0772A0-431A-473A-9F7E-44620811A965}" type="presOf" srcId="{FEC8D3E4-EE39-4A4F-BB22-4B19803C51B2}" destId="{5F1345F1-0712-47F9-80B5-37571187B20D}" srcOrd="0" destOrd="0" presId="urn:microsoft.com/office/officeart/2005/8/layout/vProcess5"/>
    <dgm:cxn modelId="{7700F8B0-45BA-4344-BDEF-C5450A14A845}" type="presOf" srcId="{63287722-C410-431C-B319-A1FB72ACC998}" destId="{C747F8FB-D1F1-4F5C-AD14-4EC8BDD63DC7}" srcOrd="1" destOrd="0" presId="urn:microsoft.com/office/officeart/2005/8/layout/vProcess5"/>
    <dgm:cxn modelId="{8C2E73BB-FA02-4F93-81CD-FCAB17085E95}" type="presOf" srcId="{31DEA68D-5B36-400B-80A8-58DA57A617FD}" destId="{7E029292-8910-42C6-BE8F-C2DE4AA1B9B8}" srcOrd="1" destOrd="0" presId="urn:microsoft.com/office/officeart/2005/8/layout/vProcess5"/>
    <dgm:cxn modelId="{3A4F28C3-45AE-46CB-9454-E34E56B6A457}" type="presOf" srcId="{8BD08018-9375-47D5-9E73-BC6FE9B32B6E}" destId="{7838A0F4-12AB-46AA-9E1B-D3A1431DFF4E}" srcOrd="0" destOrd="0" presId="urn:microsoft.com/office/officeart/2005/8/layout/vProcess5"/>
    <dgm:cxn modelId="{6A14ECD1-3EF7-45B8-8C5C-5AF7A7A2BC04}" type="presOf" srcId="{56B13150-FD1F-4030-84DD-1B54562237D6}" destId="{E68F2377-02DB-4FAD-85F2-FF7B2B1804DE}" srcOrd="0" destOrd="0" presId="urn:microsoft.com/office/officeart/2005/8/layout/vProcess5"/>
    <dgm:cxn modelId="{FCFD51D4-7ABF-4AC0-B629-91C9F2CEE569}" type="presOf" srcId="{9988925D-177F-4060-8995-2B252D476C29}" destId="{8A5667A0-FE4B-452F-8FE8-C543BD3D11A3}" srcOrd="0" destOrd="0" presId="urn:microsoft.com/office/officeart/2005/8/layout/vProcess5"/>
    <dgm:cxn modelId="{E9B99AF2-2FFF-43FB-A2DD-37738091AB10}" srcId="{2FF8377B-C5D9-4728-AA23-2C96E30BCF97}" destId="{56B13150-FD1F-4030-84DD-1B54562237D6}" srcOrd="1" destOrd="0" parTransId="{812C4E81-ADAD-4307-BD55-5D33399DE57C}" sibTransId="{8BD08018-9375-47D5-9E73-BC6FE9B32B6E}"/>
    <dgm:cxn modelId="{21F441F4-62E2-44EB-B360-FD0967243E02}" type="presOf" srcId="{63287722-C410-431C-B319-A1FB72ACC998}" destId="{6FF198EC-D291-4836-BB9D-40476AC3DBBE}" srcOrd="0" destOrd="0" presId="urn:microsoft.com/office/officeart/2005/8/layout/vProcess5"/>
    <dgm:cxn modelId="{475DF1FC-2A25-4898-A1CF-6327F7045956}" type="presParOf" srcId="{2C30F9EA-A90D-4B97-BFD9-074B271999D9}" destId="{92DB3002-F162-45A9-BBC9-39306C958026}" srcOrd="0" destOrd="0" presId="urn:microsoft.com/office/officeart/2005/8/layout/vProcess5"/>
    <dgm:cxn modelId="{FF71D300-D5B4-47C4-83FB-C80F5C8CFB96}" type="presParOf" srcId="{2C30F9EA-A90D-4B97-BFD9-074B271999D9}" destId="{5F1345F1-0712-47F9-80B5-37571187B20D}" srcOrd="1" destOrd="0" presId="urn:microsoft.com/office/officeart/2005/8/layout/vProcess5"/>
    <dgm:cxn modelId="{8070280F-0393-4EBF-92A4-B9A58AF09277}" type="presParOf" srcId="{2C30F9EA-A90D-4B97-BFD9-074B271999D9}" destId="{E68F2377-02DB-4FAD-85F2-FF7B2B1804DE}" srcOrd="2" destOrd="0" presId="urn:microsoft.com/office/officeart/2005/8/layout/vProcess5"/>
    <dgm:cxn modelId="{951960B1-620E-4AF0-96E1-B43167669BE3}" type="presParOf" srcId="{2C30F9EA-A90D-4B97-BFD9-074B271999D9}" destId="{6FF198EC-D291-4836-BB9D-40476AC3DBBE}" srcOrd="3" destOrd="0" presId="urn:microsoft.com/office/officeart/2005/8/layout/vProcess5"/>
    <dgm:cxn modelId="{AE882206-616E-4610-8F33-F62458B46143}" type="presParOf" srcId="{2C30F9EA-A90D-4B97-BFD9-074B271999D9}" destId="{15843551-C90E-4897-86D9-FD929BF6B8A9}" srcOrd="4" destOrd="0" presId="urn:microsoft.com/office/officeart/2005/8/layout/vProcess5"/>
    <dgm:cxn modelId="{34CF4395-B530-48EC-A3BE-1B31EB726190}" type="presParOf" srcId="{2C30F9EA-A90D-4B97-BFD9-074B271999D9}" destId="{05A925FF-1C0A-473C-835C-BCBBFCE71886}" srcOrd="5" destOrd="0" presId="urn:microsoft.com/office/officeart/2005/8/layout/vProcess5"/>
    <dgm:cxn modelId="{4FCD4206-0DD2-4EE5-8F2E-A4F431FE233C}" type="presParOf" srcId="{2C30F9EA-A90D-4B97-BFD9-074B271999D9}" destId="{7A075F64-12DE-4DCD-85FB-02128AB42852}" srcOrd="6" destOrd="0" presId="urn:microsoft.com/office/officeart/2005/8/layout/vProcess5"/>
    <dgm:cxn modelId="{A3147A15-B707-4F1C-B699-480F990C99B2}" type="presParOf" srcId="{2C30F9EA-A90D-4B97-BFD9-074B271999D9}" destId="{7838A0F4-12AB-46AA-9E1B-D3A1431DFF4E}" srcOrd="7" destOrd="0" presId="urn:microsoft.com/office/officeart/2005/8/layout/vProcess5"/>
    <dgm:cxn modelId="{ED49DAC8-F074-485D-B48E-AABC5F52B9DE}" type="presParOf" srcId="{2C30F9EA-A90D-4B97-BFD9-074B271999D9}" destId="{D9D2F817-0B12-48AC-9A48-D474C1684E13}" srcOrd="8" destOrd="0" presId="urn:microsoft.com/office/officeart/2005/8/layout/vProcess5"/>
    <dgm:cxn modelId="{2C65D3D6-A2BD-4890-8C5C-2F704CDF393B}" type="presParOf" srcId="{2C30F9EA-A90D-4B97-BFD9-074B271999D9}" destId="{8A5667A0-FE4B-452F-8FE8-C543BD3D11A3}" srcOrd="9" destOrd="0" presId="urn:microsoft.com/office/officeart/2005/8/layout/vProcess5"/>
    <dgm:cxn modelId="{981B0781-3328-462C-BA85-4E4A12BFD89B}" type="presParOf" srcId="{2C30F9EA-A90D-4B97-BFD9-074B271999D9}" destId="{A9D3BCA6-16A1-473A-901B-2DD7FD0B3374}" srcOrd="10" destOrd="0" presId="urn:microsoft.com/office/officeart/2005/8/layout/vProcess5"/>
    <dgm:cxn modelId="{BB683791-A6D4-4564-9B9B-DF0BECB7A04D}" type="presParOf" srcId="{2C30F9EA-A90D-4B97-BFD9-074B271999D9}" destId="{28C3AD20-A597-4C77-8717-8F7CE9FCB838}" srcOrd="11" destOrd="0" presId="urn:microsoft.com/office/officeart/2005/8/layout/vProcess5"/>
    <dgm:cxn modelId="{97A94227-BB94-4977-A7A1-1B5F05DA2B44}" type="presParOf" srcId="{2C30F9EA-A90D-4B97-BFD9-074B271999D9}" destId="{C747F8FB-D1F1-4F5C-AD14-4EC8BDD63DC7}" srcOrd="12" destOrd="0" presId="urn:microsoft.com/office/officeart/2005/8/layout/vProcess5"/>
    <dgm:cxn modelId="{CAC8CE60-FDCE-4653-AA0C-5FEDD151FBF2}" type="presParOf" srcId="{2C30F9EA-A90D-4B97-BFD9-074B271999D9}" destId="{4A613C49-AD87-4956-8C8F-8818B0A1C854}" srcOrd="13" destOrd="0" presId="urn:microsoft.com/office/officeart/2005/8/layout/vProcess5"/>
    <dgm:cxn modelId="{F3450190-1BFF-434E-9F56-7A97C3526BE5}" type="presParOf" srcId="{2C30F9EA-A90D-4B97-BFD9-074B271999D9}" destId="{7E029292-8910-42C6-BE8F-C2DE4AA1B9B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91C2D0-3946-492A-906C-340D8A42718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C1537D6-5AF1-41C8-AF6F-FFE4F53508AD}">
      <dgm:prSet/>
      <dgm:spPr/>
      <dgm:t>
        <a:bodyPr/>
        <a:lstStyle/>
        <a:p>
          <a:r>
            <a:rPr lang="en-US"/>
            <a:t>Main types of software are:</a:t>
          </a:r>
        </a:p>
      </dgm:t>
    </dgm:pt>
    <dgm:pt modelId="{4A4631C7-9DA5-4B67-9739-4FB5B29B9831}" type="parTrans" cxnId="{F7A075AC-ED95-40D3-B2BB-FB65475ABBBC}">
      <dgm:prSet/>
      <dgm:spPr/>
      <dgm:t>
        <a:bodyPr/>
        <a:lstStyle/>
        <a:p>
          <a:endParaRPr lang="en-US"/>
        </a:p>
      </dgm:t>
    </dgm:pt>
    <dgm:pt modelId="{7A8E0D4D-7F99-43DB-997E-A95D9DA5502B}" type="sibTrans" cxnId="{F7A075AC-ED95-40D3-B2BB-FB65475ABBBC}">
      <dgm:prSet/>
      <dgm:spPr/>
      <dgm:t>
        <a:bodyPr/>
        <a:lstStyle/>
        <a:p>
          <a:endParaRPr lang="en-US"/>
        </a:p>
      </dgm:t>
    </dgm:pt>
    <dgm:pt modelId="{23937D18-066B-4AE2-ACE4-15520CA9A402}">
      <dgm:prSet/>
      <dgm:spPr/>
      <dgm:t>
        <a:bodyPr/>
        <a:lstStyle/>
        <a:p>
          <a:r>
            <a:rPr lang="en-US"/>
            <a:t>System software (Windows, Linux)</a:t>
          </a:r>
        </a:p>
      </dgm:t>
    </dgm:pt>
    <dgm:pt modelId="{BD1571BE-49FB-4993-9E5A-5C16E5A7F78E}" type="parTrans" cxnId="{BA9B0BD3-F044-4798-B8B3-F59834E70B62}">
      <dgm:prSet/>
      <dgm:spPr/>
      <dgm:t>
        <a:bodyPr/>
        <a:lstStyle/>
        <a:p>
          <a:endParaRPr lang="en-US"/>
        </a:p>
      </dgm:t>
    </dgm:pt>
    <dgm:pt modelId="{131824D4-AE9C-4151-B56D-32C338A87AAC}" type="sibTrans" cxnId="{BA9B0BD3-F044-4798-B8B3-F59834E70B62}">
      <dgm:prSet/>
      <dgm:spPr/>
      <dgm:t>
        <a:bodyPr/>
        <a:lstStyle/>
        <a:p>
          <a:endParaRPr lang="en-US"/>
        </a:p>
      </dgm:t>
    </dgm:pt>
    <dgm:pt modelId="{82ADDAAB-B375-463B-9692-9BA2CE67394B}">
      <dgm:prSet/>
      <dgm:spPr/>
      <dgm:t>
        <a:bodyPr/>
        <a:lstStyle/>
        <a:p>
          <a:r>
            <a:rPr lang="en-US"/>
            <a:t>Application software (MS Word, browsers)</a:t>
          </a:r>
        </a:p>
      </dgm:t>
    </dgm:pt>
    <dgm:pt modelId="{F32EA2C3-EB5D-4E15-A06C-1475391E6501}" type="parTrans" cxnId="{A7413621-9A97-4493-B1AB-2D4800858E31}">
      <dgm:prSet/>
      <dgm:spPr/>
      <dgm:t>
        <a:bodyPr/>
        <a:lstStyle/>
        <a:p>
          <a:endParaRPr lang="en-US"/>
        </a:p>
      </dgm:t>
    </dgm:pt>
    <dgm:pt modelId="{C3021B9A-8767-477E-9FE6-3C1AA7EBA39E}" type="sibTrans" cxnId="{A7413621-9A97-4493-B1AB-2D4800858E31}">
      <dgm:prSet/>
      <dgm:spPr/>
      <dgm:t>
        <a:bodyPr/>
        <a:lstStyle/>
        <a:p>
          <a:endParaRPr lang="en-US"/>
        </a:p>
      </dgm:t>
    </dgm:pt>
    <dgm:pt modelId="{DA09103A-A665-4149-A542-A878057BF515}">
      <dgm:prSet/>
      <dgm:spPr/>
      <dgm:t>
        <a:bodyPr/>
        <a:lstStyle/>
        <a:p>
          <a:r>
            <a:rPr lang="en-US"/>
            <a:t>Utility software (antivirus)</a:t>
          </a:r>
        </a:p>
      </dgm:t>
    </dgm:pt>
    <dgm:pt modelId="{5F44F95F-BC9E-4EC9-8200-7C2409F35039}" type="parTrans" cxnId="{C714B875-F29E-4975-B5BA-B25C48BA0448}">
      <dgm:prSet/>
      <dgm:spPr/>
      <dgm:t>
        <a:bodyPr/>
        <a:lstStyle/>
        <a:p>
          <a:endParaRPr lang="en-US"/>
        </a:p>
      </dgm:t>
    </dgm:pt>
    <dgm:pt modelId="{5D418D3A-3CDF-434B-B1EA-058CE7BA00E5}" type="sibTrans" cxnId="{C714B875-F29E-4975-B5BA-B25C48BA0448}">
      <dgm:prSet/>
      <dgm:spPr/>
      <dgm:t>
        <a:bodyPr/>
        <a:lstStyle/>
        <a:p>
          <a:endParaRPr lang="en-US"/>
        </a:p>
      </dgm:t>
    </dgm:pt>
    <dgm:pt modelId="{D7CC8646-EE18-4C8F-8974-881F1C24646E}" type="pres">
      <dgm:prSet presAssocID="{A391C2D0-3946-492A-906C-340D8A42718B}" presName="root" presStyleCnt="0">
        <dgm:presLayoutVars>
          <dgm:dir/>
          <dgm:resizeHandles val="exact"/>
        </dgm:presLayoutVars>
      </dgm:prSet>
      <dgm:spPr/>
    </dgm:pt>
    <dgm:pt modelId="{4F820FD4-7D4D-434A-B4FA-BD881D062565}" type="pres">
      <dgm:prSet presAssocID="{A391C2D0-3946-492A-906C-340D8A42718B}" presName="container" presStyleCnt="0">
        <dgm:presLayoutVars>
          <dgm:dir/>
          <dgm:resizeHandles val="exact"/>
        </dgm:presLayoutVars>
      </dgm:prSet>
      <dgm:spPr/>
    </dgm:pt>
    <dgm:pt modelId="{862B936A-EA9C-4C71-98CF-791386301C6F}" type="pres">
      <dgm:prSet presAssocID="{EC1537D6-5AF1-41C8-AF6F-FFE4F53508AD}" presName="compNode" presStyleCnt="0"/>
      <dgm:spPr/>
    </dgm:pt>
    <dgm:pt modelId="{4D2E26E0-0704-4FD8-982F-2226DA21EF2B}" type="pres">
      <dgm:prSet presAssocID="{EC1537D6-5AF1-41C8-AF6F-FFE4F53508AD}" presName="iconBgRect" presStyleLbl="bgShp" presStyleIdx="0" presStyleCnt="4"/>
      <dgm:spPr/>
    </dgm:pt>
    <dgm:pt modelId="{A291FDC2-5C4F-4584-BEEA-EA8EE564D443}" type="pres">
      <dgm:prSet presAssocID="{EC1537D6-5AF1-41C8-AF6F-FFE4F53508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423B6F6-F570-4545-92C0-FCE9E502BA53}" type="pres">
      <dgm:prSet presAssocID="{EC1537D6-5AF1-41C8-AF6F-FFE4F53508AD}" presName="spaceRect" presStyleCnt="0"/>
      <dgm:spPr/>
    </dgm:pt>
    <dgm:pt modelId="{1E3E2227-093D-446B-97C4-4E6DE2424D7E}" type="pres">
      <dgm:prSet presAssocID="{EC1537D6-5AF1-41C8-AF6F-FFE4F53508AD}" presName="textRect" presStyleLbl="revTx" presStyleIdx="0" presStyleCnt="4">
        <dgm:presLayoutVars>
          <dgm:chMax val="1"/>
          <dgm:chPref val="1"/>
        </dgm:presLayoutVars>
      </dgm:prSet>
      <dgm:spPr/>
    </dgm:pt>
    <dgm:pt modelId="{6B455AE3-B24E-43AD-B003-11373642850D}" type="pres">
      <dgm:prSet presAssocID="{7A8E0D4D-7F99-43DB-997E-A95D9DA5502B}" presName="sibTrans" presStyleLbl="sibTrans2D1" presStyleIdx="0" presStyleCnt="0"/>
      <dgm:spPr/>
    </dgm:pt>
    <dgm:pt modelId="{AD7912D8-E3D9-45BB-906D-CEC545688B0C}" type="pres">
      <dgm:prSet presAssocID="{23937D18-066B-4AE2-ACE4-15520CA9A402}" presName="compNode" presStyleCnt="0"/>
      <dgm:spPr/>
    </dgm:pt>
    <dgm:pt modelId="{33D0AEE8-BD44-4857-8D11-AAC31A78CBE8}" type="pres">
      <dgm:prSet presAssocID="{23937D18-066B-4AE2-ACE4-15520CA9A402}" presName="iconBgRect" presStyleLbl="bgShp" presStyleIdx="1" presStyleCnt="4"/>
      <dgm:spPr/>
    </dgm:pt>
    <dgm:pt modelId="{C0F58D65-6F51-4192-8AF6-9753C2CFCC46}" type="pres">
      <dgm:prSet presAssocID="{23937D18-066B-4AE2-ACE4-15520CA9A40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CAA5BDB-ED95-4E22-AE0E-3D419FF5E19B}" type="pres">
      <dgm:prSet presAssocID="{23937D18-066B-4AE2-ACE4-15520CA9A402}" presName="spaceRect" presStyleCnt="0"/>
      <dgm:spPr/>
    </dgm:pt>
    <dgm:pt modelId="{4A041DF5-D114-4B4C-A139-8563F7ABE030}" type="pres">
      <dgm:prSet presAssocID="{23937D18-066B-4AE2-ACE4-15520CA9A402}" presName="textRect" presStyleLbl="revTx" presStyleIdx="1" presStyleCnt="4">
        <dgm:presLayoutVars>
          <dgm:chMax val="1"/>
          <dgm:chPref val="1"/>
        </dgm:presLayoutVars>
      </dgm:prSet>
      <dgm:spPr/>
    </dgm:pt>
    <dgm:pt modelId="{E5761880-9D47-465C-9391-EDBEABB00589}" type="pres">
      <dgm:prSet presAssocID="{131824D4-AE9C-4151-B56D-32C338A87AAC}" presName="sibTrans" presStyleLbl="sibTrans2D1" presStyleIdx="0" presStyleCnt="0"/>
      <dgm:spPr/>
    </dgm:pt>
    <dgm:pt modelId="{A0F4EC13-3C02-4AF8-9C9B-3DF73840258F}" type="pres">
      <dgm:prSet presAssocID="{82ADDAAB-B375-463B-9692-9BA2CE67394B}" presName="compNode" presStyleCnt="0"/>
      <dgm:spPr/>
    </dgm:pt>
    <dgm:pt modelId="{57F1F851-BE7F-4AEC-835E-ED88BA192732}" type="pres">
      <dgm:prSet presAssocID="{82ADDAAB-B375-463B-9692-9BA2CE67394B}" presName="iconBgRect" presStyleLbl="bgShp" presStyleIdx="2" presStyleCnt="4"/>
      <dgm:spPr/>
    </dgm:pt>
    <dgm:pt modelId="{1974FB42-CC89-4DA8-A858-E49B767C6FA0}" type="pres">
      <dgm:prSet presAssocID="{82ADDAAB-B375-463B-9692-9BA2CE6739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5438BA8-1C3D-44BB-8FCF-3BF0A20C251D}" type="pres">
      <dgm:prSet presAssocID="{82ADDAAB-B375-463B-9692-9BA2CE67394B}" presName="spaceRect" presStyleCnt="0"/>
      <dgm:spPr/>
    </dgm:pt>
    <dgm:pt modelId="{9FA9DA24-6B69-448C-9FB9-DD34DEFB1A6B}" type="pres">
      <dgm:prSet presAssocID="{82ADDAAB-B375-463B-9692-9BA2CE67394B}" presName="textRect" presStyleLbl="revTx" presStyleIdx="2" presStyleCnt="4">
        <dgm:presLayoutVars>
          <dgm:chMax val="1"/>
          <dgm:chPref val="1"/>
        </dgm:presLayoutVars>
      </dgm:prSet>
      <dgm:spPr/>
    </dgm:pt>
    <dgm:pt modelId="{1BB45AB7-99F9-4BD0-B67C-EFE131FDB0C3}" type="pres">
      <dgm:prSet presAssocID="{C3021B9A-8767-477E-9FE6-3C1AA7EBA39E}" presName="sibTrans" presStyleLbl="sibTrans2D1" presStyleIdx="0" presStyleCnt="0"/>
      <dgm:spPr/>
    </dgm:pt>
    <dgm:pt modelId="{3182CE37-DD57-4494-ACC0-A35114A885FA}" type="pres">
      <dgm:prSet presAssocID="{DA09103A-A665-4149-A542-A878057BF515}" presName="compNode" presStyleCnt="0"/>
      <dgm:spPr/>
    </dgm:pt>
    <dgm:pt modelId="{D47166A4-7491-4E20-9C7B-5680E808DC2C}" type="pres">
      <dgm:prSet presAssocID="{DA09103A-A665-4149-A542-A878057BF515}" presName="iconBgRect" presStyleLbl="bgShp" presStyleIdx="3" presStyleCnt="4"/>
      <dgm:spPr/>
    </dgm:pt>
    <dgm:pt modelId="{2949F432-EA56-41D2-8E8F-73C372F5F42A}" type="pres">
      <dgm:prSet presAssocID="{DA09103A-A665-4149-A542-A878057BF51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2727A2F2-A750-4F03-B681-87021C4E8649}" type="pres">
      <dgm:prSet presAssocID="{DA09103A-A665-4149-A542-A878057BF515}" presName="spaceRect" presStyleCnt="0"/>
      <dgm:spPr/>
    </dgm:pt>
    <dgm:pt modelId="{5DA58716-AC92-4D56-BB02-E773F13CF051}" type="pres">
      <dgm:prSet presAssocID="{DA09103A-A665-4149-A542-A878057BF51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CCE816-55E2-4486-81CA-3F6E2762E223}" type="presOf" srcId="{DA09103A-A665-4149-A542-A878057BF515}" destId="{5DA58716-AC92-4D56-BB02-E773F13CF051}" srcOrd="0" destOrd="0" presId="urn:microsoft.com/office/officeart/2018/2/layout/IconCircleList"/>
    <dgm:cxn modelId="{A7413621-9A97-4493-B1AB-2D4800858E31}" srcId="{A391C2D0-3946-492A-906C-340D8A42718B}" destId="{82ADDAAB-B375-463B-9692-9BA2CE67394B}" srcOrd="2" destOrd="0" parTransId="{F32EA2C3-EB5D-4E15-A06C-1475391E6501}" sibTransId="{C3021B9A-8767-477E-9FE6-3C1AA7EBA39E}"/>
    <dgm:cxn modelId="{1B0AAD2E-C5EE-4243-857A-8A3B3484FAF6}" type="presOf" srcId="{C3021B9A-8767-477E-9FE6-3C1AA7EBA39E}" destId="{1BB45AB7-99F9-4BD0-B67C-EFE131FDB0C3}" srcOrd="0" destOrd="0" presId="urn:microsoft.com/office/officeart/2018/2/layout/IconCircleList"/>
    <dgm:cxn modelId="{058DA545-60B3-40B7-89D2-CD19A42A1EEC}" type="presOf" srcId="{131824D4-AE9C-4151-B56D-32C338A87AAC}" destId="{E5761880-9D47-465C-9391-EDBEABB00589}" srcOrd="0" destOrd="0" presId="urn:microsoft.com/office/officeart/2018/2/layout/IconCircleList"/>
    <dgm:cxn modelId="{C714B875-F29E-4975-B5BA-B25C48BA0448}" srcId="{A391C2D0-3946-492A-906C-340D8A42718B}" destId="{DA09103A-A665-4149-A542-A878057BF515}" srcOrd="3" destOrd="0" parTransId="{5F44F95F-BC9E-4EC9-8200-7C2409F35039}" sibTransId="{5D418D3A-3CDF-434B-B1EA-058CE7BA00E5}"/>
    <dgm:cxn modelId="{B5581B77-7818-4391-9386-D791F7BB17DF}" type="presOf" srcId="{23937D18-066B-4AE2-ACE4-15520CA9A402}" destId="{4A041DF5-D114-4B4C-A139-8563F7ABE030}" srcOrd="0" destOrd="0" presId="urn:microsoft.com/office/officeart/2018/2/layout/IconCircleList"/>
    <dgm:cxn modelId="{F7A075AC-ED95-40D3-B2BB-FB65475ABBBC}" srcId="{A391C2D0-3946-492A-906C-340D8A42718B}" destId="{EC1537D6-5AF1-41C8-AF6F-FFE4F53508AD}" srcOrd="0" destOrd="0" parTransId="{4A4631C7-9DA5-4B67-9739-4FB5B29B9831}" sibTransId="{7A8E0D4D-7F99-43DB-997E-A95D9DA5502B}"/>
    <dgm:cxn modelId="{BA9B0BD3-F044-4798-B8B3-F59834E70B62}" srcId="{A391C2D0-3946-492A-906C-340D8A42718B}" destId="{23937D18-066B-4AE2-ACE4-15520CA9A402}" srcOrd="1" destOrd="0" parTransId="{BD1571BE-49FB-4993-9E5A-5C16E5A7F78E}" sibTransId="{131824D4-AE9C-4151-B56D-32C338A87AAC}"/>
    <dgm:cxn modelId="{8C7475D9-8825-4389-BF88-0FA5AD1CA38D}" type="presOf" srcId="{7A8E0D4D-7F99-43DB-997E-A95D9DA5502B}" destId="{6B455AE3-B24E-43AD-B003-11373642850D}" srcOrd="0" destOrd="0" presId="urn:microsoft.com/office/officeart/2018/2/layout/IconCircleList"/>
    <dgm:cxn modelId="{DAF4D5F8-96AC-4760-A9E9-E8AA8DCCD55C}" type="presOf" srcId="{EC1537D6-5AF1-41C8-AF6F-FFE4F53508AD}" destId="{1E3E2227-093D-446B-97C4-4E6DE2424D7E}" srcOrd="0" destOrd="0" presId="urn:microsoft.com/office/officeart/2018/2/layout/IconCircleList"/>
    <dgm:cxn modelId="{681872F9-45D7-4598-9E40-9B469D65B4EC}" type="presOf" srcId="{A391C2D0-3946-492A-906C-340D8A42718B}" destId="{D7CC8646-EE18-4C8F-8974-881F1C24646E}" srcOrd="0" destOrd="0" presId="urn:microsoft.com/office/officeart/2018/2/layout/IconCircleList"/>
    <dgm:cxn modelId="{FAC807FD-7465-4022-84AE-8634CD650A83}" type="presOf" srcId="{82ADDAAB-B375-463B-9692-9BA2CE67394B}" destId="{9FA9DA24-6B69-448C-9FB9-DD34DEFB1A6B}" srcOrd="0" destOrd="0" presId="urn:microsoft.com/office/officeart/2018/2/layout/IconCircleList"/>
    <dgm:cxn modelId="{2F1FB44A-13E5-41A5-97DA-23C696922FA0}" type="presParOf" srcId="{D7CC8646-EE18-4C8F-8974-881F1C24646E}" destId="{4F820FD4-7D4D-434A-B4FA-BD881D062565}" srcOrd="0" destOrd="0" presId="urn:microsoft.com/office/officeart/2018/2/layout/IconCircleList"/>
    <dgm:cxn modelId="{25CC38BF-C7C7-4CBA-B7AA-8785DA6F4461}" type="presParOf" srcId="{4F820FD4-7D4D-434A-B4FA-BD881D062565}" destId="{862B936A-EA9C-4C71-98CF-791386301C6F}" srcOrd="0" destOrd="0" presId="urn:microsoft.com/office/officeart/2018/2/layout/IconCircleList"/>
    <dgm:cxn modelId="{9BE09071-F173-4C4E-971F-96A845B4C595}" type="presParOf" srcId="{862B936A-EA9C-4C71-98CF-791386301C6F}" destId="{4D2E26E0-0704-4FD8-982F-2226DA21EF2B}" srcOrd="0" destOrd="0" presId="urn:microsoft.com/office/officeart/2018/2/layout/IconCircleList"/>
    <dgm:cxn modelId="{B00EAB61-A590-4A67-A5D0-CA66115F9392}" type="presParOf" srcId="{862B936A-EA9C-4C71-98CF-791386301C6F}" destId="{A291FDC2-5C4F-4584-BEEA-EA8EE564D443}" srcOrd="1" destOrd="0" presId="urn:microsoft.com/office/officeart/2018/2/layout/IconCircleList"/>
    <dgm:cxn modelId="{A251A4CE-6072-4D31-89F2-1A02E2AD587B}" type="presParOf" srcId="{862B936A-EA9C-4C71-98CF-791386301C6F}" destId="{8423B6F6-F570-4545-92C0-FCE9E502BA53}" srcOrd="2" destOrd="0" presId="urn:microsoft.com/office/officeart/2018/2/layout/IconCircleList"/>
    <dgm:cxn modelId="{65736993-23EE-4E01-9FBF-772165324FF3}" type="presParOf" srcId="{862B936A-EA9C-4C71-98CF-791386301C6F}" destId="{1E3E2227-093D-446B-97C4-4E6DE2424D7E}" srcOrd="3" destOrd="0" presId="urn:microsoft.com/office/officeart/2018/2/layout/IconCircleList"/>
    <dgm:cxn modelId="{6A8036F3-7763-4443-8366-A2ADD03450BD}" type="presParOf" srcId="{4F820FD4-7D4D-434A-B4FA-BD881D062565}" destId="{6B455AE3-B24E-43AD-B003-11373642850D}" srcOrd="1" destOrd="0" presId="urn:microsoft.com/office/officeart/2018/2/layout/IconCircleList"/>
    <dgm:cxn modelId="{D1AD59F7-DAD1-4FB3-B78C-CB639A4BEB27}" type="presParOf" srcId="{4F820FD4-7D4D-434A-B4FA-BD881D062565}" destId="{AD7912D8-E3D9-45BB-906D-CEC545688B0C}" srcOrd="2" destOrd="0" presId="urn:microsoft.com/office/officeart/2018/2/layout/IconCircleList"/>
    <dgm:cxn modelId="{74D9A474-906D-4D60-8171-962F89646AE8}" type="presParOf" srcId="{AD7912D8-E3D9-45BB-906D-CEC545688B0C}" destId="{33D0AEE8-BD44-4857-8D11-AAC31A78CBE8}" srcOrd="0" destOrd="0" presId="urn:microsoft.com/office/officeart/2018/2/layout/IconCircleList"/>
    <dgm:cxn modelId="{BFC4F975-B912-40D6-BDC6-D0A8A3B94D72}" type="presParOf" srcId="{AD7912D8-E3D9-45BB-906D-CEC545688B0C}" destId="{C0F58D65-6F51-4192-8AF6-9753C2CFCC46}" srcOrd="1" destOrd="0" presId="urn:microsoft.com/office/officeart/2018/2/layout/IconCircleList"/>
    <dgm:cxn modelId="{6EE2B227-0846-4A21-A31C-4A85B2A8B3AA}" type="presParOf" srcId="{AD7912D8-E3D9-45BB-906D-CEC545688B0C}" destId="{BCAA5BDB-ED95-4E22-AE0E-3D419FF5E19B}" srcOrd="2" destOrd="0" presId="urn:microsoft.com/office/officeart/2018/2/layout/IconCircleList"/>
    <dgm:cxn modelId="{0BC9E41D-BA8B-4CFC-9408-4AC14ACAEB55}" type="presParOf" srcId="{AD7912D8-E3D9-45BB-906D-CEC545688B0C}" destId="{4A041DF5-D114-4B4C-A139-8563F7ABE030}" srcOrd="3" destOrd="0" presId="urn:microsoft.com/office/officeart/2018/2/layout/IconCircleList"/>
    <dgm:cxn modelId="{3BF55281-DDC1-43C6-8E49-A158B74107A2}" type="presParOf" srcId="{4F820FD4-7D4D-434A-B4FA-BD881D062565}" destId="{E5761880-9D47-465C-9391-EDBEABB00589}" srcOrd="3" destOrd="0" presId="urn:microsoft.com/office/officeart/2018/2/layout/IconCircleList"/>
    <dgm:cxn modelId="{E670F6DD-60C6-4AA8-8493-F2E3224B6192}" type="presParOf" srcId="{4F820FD4-7D4D-434A-B4FA-BD881D062565}" destId="{A0F4EC13-3C02-4AF8-9C9B-3DF73840258F}" srcOrd="4" destOrd="0" presId="urn:microsoft.com/office/officeart/2018/2/layout/IconCircleList"/>
    <dgm:cxn modelId="{736D2C06-2EC3-4727-A9CC-B8EED80E42F6}" type="presParOf" srcId="{A0F4EC13-3C02-4AF8-9C9B-3DF73840258F}" destId="{57F1F851-BE7F-4AEC-835E-ED88BA192732}" srcOrd="0" destOrd="0" presId="urn:microsoft.com/office/officeart/2018/2/layout/IconCircleList"/>
    <dgm:cxn modelId="{253F4AFB-F6A4-46AE-81ED-8E4196021BE1}" type="presParOf" srcId="{A0F4EC13-3C02-4AF8-9C9B-3DF73840258F}" destId="{1974FB42-CC89-4DA8-A858-E49B767C6FA0}" srcOrd="1" destOrd="0" presId="urn:microsoft.com/office/officeart/2018/2/layout/IconCircleList"/>
    <dgm:cxn modelId="{A3F27F60-21BF-44A3-8CFC-0230CF17252D}" type="presParOf" srcId="{A0F4EC13-3C02-4AF8-9C9B-3DF73840258F}" destId="{65438BA8-1C3D-44BB-8FCF-3BF0A20C251D}" srcOrd="2" destOrd="0" presId="urn:microsoft.com/office/officeart/2018/2/layout/IconCircleList"/>
    <dgm:cxn modelId="{119A7C71-D498-4D72-9253-D81313AC312B}" type="presParOf" srcId="{A0F4EC13-3C02-4AF8-9C9B-3DF73840258F}" destId="{9FA9DA24-6B69-448C-9FB9-DD34DEFB1A6B}" srcOrd="3" destOrd="0" presId="urn:microsoft.com/office/officeart/2018/2/layout/IconCircleList"/>
    <dgm:cxn modelId="{EB71A54F-28F7-4E54-AC3A-608ECDE1D69A}" type="presParOf" srcId="{4F820FD4-7D4D-434A-B4FA-BD881D062565}" destId="{1BB45AB7-99F9-4BD0-B67C-EFE131FDB0C3}" srcOrd="5" destOrd="0" presId="urn:microsoft.com/office/officeart/2018/2/layout/IconCircleList"/>
    <dgm:cxn modelId="{504D3A30-00FD-42EA-B4AC-B04AB792673F}" type="presParOf" srcId="{4F820FD4-7D4D-434A-B4FA-BD881D062565}" destId="{3182CE37-DD57-4494-ACC0-A35114A885FA}" srcOrd="6" destOrd="0" presId="urn:microsoft.com/office/officeart/2018/2/layout/IconCircleList"/>
    <dgm:cxn modelId="{CAEFB9CF-69F0-4A42-B455-DC2E1ED597B2}" type="presParOf" srcId="{3182CE37-DD57-4494-ACC0-A35114A885FA}" destId="{D47166A4-7491-4E20-9C7B-5680E808DC2C}" srcOrd="0" destOrd="0" presId="urn:microsoft.com/office/officeart/2018/2/layout/IconCircleList"/>
    <dgm:cxn modelId="{1FCD4C10-A96A-413E-946B-8DF46AC4857F}" type="presParOf" srcId="{3182CE37-DD57-4494-ACC0-A35114A885FA}" destId="{2949F432-EA56-41D2-8E8F-73C372F5F42A}" srcOrd="1" destOrd="0" presId="urn:microsoft.com/office/officeart/2018/2/layout/IconCircleList"/>
    <dgm:cxn modelId="{9162733B-DBA4-44EA-A8D0-3F58CFDA43E0}" type="presParOf" srcId="{3182CE37-DD57-4494-ACC0-A35114A885FA}" destId="{2727A2F2-A750-4F03-B681-87021C4E8649}" srcOrd="2" destOrd="0" presId="urn:microsoft.com/office/officeart/2018/2/layout/IconCircleList"/>
    <dgm:cxn modelId="{91B10840-A25E-4F61-B14D-0DA69F703A64}" type="presParOf" srcId="{3182CE37-DD57-4494-ACC0-A35114A885FA}" destId="{5DA58716-AC92-4D56-BB02-E773F13CF05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345F1-0712-47F9-80B5-37571187B20D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Common types of hardware include:</a:t>
          </a:r>
        </a:p>
      </dsp:txBody>
      <dsp:txXfrm>
        <a:off x="21386" y="21386"/>
        <a:ext cx="6368024" cy="687386"/>
      </dsp:txXfrm>
    </dsp:sp>
    <dsp:sp modelId="{E68F2377-02DB-4FAD-85F2-FF7B2B1804DE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Input devices: keyboard, mouse</a:t>
          </a:r>
        </a:p>
      </dsp:txBody>
      <dsp:txXfrm>
        <a:off x="562136" y="852954"/>
        <a:ext cx="6183226" cy="687386"/>
      </dsp:txXfrm>
    </dsp:sp>
    <dsp:sp modelId="{6FF198EC-D291-4836-BB9D-40476AC3DBBE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Output devices: monitor, printer</a:t>
          </a:r>
        </a:p>
      </dsp:txBody>
      <dsp:txXfrm>
        <a:off x="1102886" y="1684523"/>
        <a:ext cx="6183226" cy="687386"/>
      </dsp:txXfrm>
    </dsp:sp>
    <dsp:sp modelId="{15843551-C90E-4897-86D9-FD929BF6B8A9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Processing device: CPU</a:t>
          </a:r>
        </a:p>
      </dsp:txBody>
      <dsp:txXfrm>
        <a:off x="1643636" y="2516092"/>
        <a:ext cx="6183226" cy="687386"/>
      </dsp:txXfrm>
    </dsp:sp>
    <dsp:sp modelId="{05A925FF-1C0A-473C-835C-BCBBFCE71886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Storage devices: hard disk, USB</a:t>
          </a:r>
        </a:p>
      </dsp:txBody>
      <dsp:txXfrm>
        <a:off x="2184386" y="3347661"/>
        <a:ext cx="6183226" cy="687386"/>
      </dsp:txXfrm>
    </dsp:sp>
    <dsp:sp modelId="{7A075F64-12DE-4DCD-85FB-02128AB42852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73533" y="533421"/>
        <a:ext cx="261032" cy="357138"/>
      </dsp:txXfrm>
    </dsp:sp>
    <dsp:sp modelId="{7838A0F4-12AB-46AA-9E1B-D3A1431DFF4E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14283" y="1364990"/>
        <a:ext cx="261032" cy="357138"/>
      </dsp:txXfrm>
    </dsp:sp>
    <dsp:sp modelId="{D9D2F817-0B12-48AC-9A48-D474C1684E13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5033" y="2184389"/>
        <a:ext cx="261032" cy="357138"/>
      </dsp:txXfrm>
    </dsp:sp>
    <dsp:sp modelId="{8A5667A0-FE4B-452F-8FE8-C543BD3D11A3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95783" y="3024071"/>
        <a:ext cx="261032" cy="357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2E26E0-0704-4FD8-982F-2226DA21EF2B}">
      <dsp:nvSpPr>
        <dsp:cNvPr id="0" name=""/>
        <dsp:cNvSpPr/>
      </dsp:nvSpPr>
      <dsp:spPr>
        <a:xfrm>
          <a:off x="276718" y="43630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1FDC2-5C4F-4584-BEEA-EA8EE564D443}">
      <dsp:nvSpPr>
        <dsp:cNvPr id="0" name=""/>
        <dsp:cNvSpPr/>
      </dsp:nvSpPr>
      <dsp:spPr>
        <a:xfrm>
          <a:off x="564238" y="331150"/>
          <a:ext cx="794104" cy="794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3E2227-093D-446B-97C4-4E6DE2424D7E}">
      <dsp:nvSpPr>
        <dsp:cNvPr id="0" name=""/>
        <dsp:cNvSpPr/>
      </dsp:nvSpPr>
      <dsp:spPr>
        <a:xfrm>
          <a:off x="193925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Main types of software are:</a:t>
          </a:r>
        </a:p>
      </dsp:txBody>
      <dsp:txXfrm>
        <a:off x="1939251" y="43630"/>
        <a:ext cx="3227270" cy="1369144"/>
      </dsp:txXfrm>
    </dsp:sp>
    <dsp:sp modelId="{33D0AEE8-BD44-4857-8D11-AAC31A78CBE8}">
      <dsp:nvSpPr>
        <dsp:cNvPr id="0" name=""/>
        <dsp:cNvSpPr/>
      </dsp:nvSpPr>
      <dsp:spPr>
        <a:xfrm>
          <a:off x="5728848" y="43630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58D65-6F51-4192-8AF6-9753C2CFCC46}">
      <dsp:nvSpPr>
        <dsp:cNvPr id="0" name=""/>
        <dsp:cNvSpPr/>
      </dsp:nvSpPr>
      <dsp:spPr>
        <a:xfrm>
          <a:off x="6016369" y="331150"/>
          <a:ext cx="794104" cy="794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041DF5-D114-4B4C-A139-8563F7ABE030}">
      <dsp:nvSpPr>
        <dsp:cNvPr id="0" name=""/>
        <dsp:cNvSpPr/>
      </dsp:nvSpPr>
      <dsp:spPr>
        <a:xfrm>
          <a:off x="7391381" y="43630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System software (Windows, Linux)</a:t>
          </a:r>
        </a:p>
      </dsp:txBody>
      <dsp:txXfrm>
        <a:off x="7391381" y="43630"/>
        <a:ext cx="3227270" cy="1369144"/>
      </dsp:txXfrm>
    </dsp:sp>
    <dsp:sp modelId="{57F1F851-BE7F-4AEC-835E-ED88BA192732}">
      <dsp:nvSpPr>
        <dsp:cNvPr id="0" name=""/>
        <dsp:cNvSpPr/>
      </dsp:nvSpPr>
      <dsp:spPr>
        <a:xfrm>
          <a:off x="276718" y="1991502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4FB42-CC89-4DA8-A858-E49B767C6FA0}">
      <dsp:nvSpPr>
        <dsp:cNvPr id="0" name=""/>
        <dsp:cNvSpPr/>
      </dsp:nvSpPr>
      <dsp:spPr>
        <a:xfrm>
          <a:off x="564238" y="2279022"/>
          <a:ext cx="794104" cy="794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9DA24-6B69-448C-9FB9-DD34DEFB1A6B}">
      <dsp:nvSpPr>
        <dsp:cNvPr id="0" name=""/>
        <dsp:cNvSpPr/>
      </dsp:nvSpPr>
      <dsp:spPr>
        <a:xfrm>
          <a:off x="193925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Application software (MS Word, browsers)</a:t>
          </a:r>
        </a:p>
      </dsp:txBody>
      <dsp:txXfrm>
        <a:off x="1939251" y="1991502"/>
        <a:ext cx="3227270" cy="1369144"/>
      </dsp:txXfrm>
    </dsp:sp>
    <dsp:sp modelId="{D47166A4-7491-4E20-9C7B-5680E808DC2C}">
      <dsp:nvSpPr>
        <dsp:cNvPr id="0" name=""/>
        <dsp:cNvSpPr/>
      </dsp:nvSpPr>
      <dsp:spPr>
        <a:xfrm>
          <a:off x="5728848" y="1991502"/>
          <a:ext cx="1369144" cy="136914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9F432-EA56-41D2-8E8F-73C372F5F42A}">
      <dsp:nvSpPr>
        <dsp:cNvPr id="0" name=""/>
        <dsp:cNvSpPr/>
      </dsp:nvSpPr>
      <dsp:spPr>
        <a:xfrm>
          <a:off x="6016369" y="2279022"/>
          <a:ext cx="794104" cy="7941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58716-AC92-4D56-BB02-E773F13CF051}">
      <dsp:nvSpPr>
        <dsp:cNvPr id="0" name=""/>
        <dsp:cNvSpPr/>
      </dsp:nvSpPr>
      <dsp:spPr>
        <a:xfrm>
          <a:off x="7391381" y="1991502"/>
          <a:ext cx="3227270" cy="1369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Utility software (antivirus)</a:t>
          </a:r>
        </a:p>
      </dsp:txBody>
      <dsp:txXfrm>
        <a:off x="7391381" y="1991502"/>
        <a:ext cx="3227270" cy="1369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4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2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9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3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448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4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7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7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5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232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14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4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15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67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1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62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 abstract burst of blue and pink">
            <a:extLst>
              <a:ext uri="{FF2B5EF4-FFF2-40B4-BE49-F238E27FC236}">
                <a16:creationId xmlns:a16="http://schemas.microsoft.com/office/drawing/2014/main" id="{5E3AD885-3AFF-8945-93A0-FD6DCFE2C4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3B07D3-DC8D-CD80-57E5-1B122A22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/>
              <a:t>Difference Between Software and Hardware in ICT</a:t>
            </a:r>
            <a:br>
              <a:rPr lang="en-US" sz="5600"/>
            </a:br>
            <a:endParaRPr lang="en-US" sz="5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FDDCA-20A5-8AA2-F050-DDD76269E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>
            <a:normAutofit/>
          </a:bodyPr>
          <a:lstStyle/>
          <a:p>
            <a:r>
              <a:rPr lang="en-US" dirty="0"/>
              <a:t>Name: </a:t>
            </a:r>
            <a:r>
              <a:rPr lang="en-US" dirty="0" err="1"/>
              <a:t>AjeebUllah</a:t>
            </a:r>
            <a:endParaRPr lang="en-US" dirty="0"/>
          </a:p>
          <a:p>
            <a:r>
              <a:rPr lang="en-US" dirty="0"/>
              <a:t>Roll No</a:t>
            </a:r>
            <a:r>
              <a:rPr lang="en-US"/>
              <a:t>: 25F-CY-092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0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0A78B-8EEE-C3AC-EFA6-E4A19CF0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br>
              <a:rPr lang="en-US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Introduction</a:t>
            </a:r>
            <a:br>
              <a:rPr lang="en-US" b="1">
                <a:solidFill>
                  <a:schemeClr val="bg2"/>
                </a:solidFill>
              </a:rPr>
            </a:br>
            <a:endParaRPr lang="en-US">
              <a:solidFill>
                <a:schemeClr val="bg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E758-6C81-F56A-050D-DBFAD784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In ICT, computers have two main parts: hardware and software. They work together to help computers perform tasks and produce results. Understanding their difference makes it easier to learn how computers work</a:t>
            </a:r>
          </a:p>
        </p:txBody>
      </p:sp>
    </p:spTree>
    <p:extLst>
      <p:ext uri="{BB962C8B-B14F-4D97-AF65-F5344CB8AC3E}">
        <p14:creationId xmlns:p14="http://schemas.microsoft.com/office/powerpoint/2010/main" val="2262033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EA2E-B62C-CC8C-18E3-A7E03B4B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US" sz="3900" b="1"/>
              <a:t>What is Hardware?</a:t>
            </a:r>
            <a:br>
              <a:rPr lang="en-US" sz="3900" b="1"/>
            </a:br>
            <a:endParaRPr lang="en-US" sz="3900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23B249D0-2B70-8791-AEE8-78D8EB22A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60" r="11529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47F9-B5A4-491B-C85E-59D3D737D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Hardware is the physical part of a computer that we can see and touch, such as the main body and connected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89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65F2-55B2-953A-1A78-B4CAABAB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US" b="1" dirty="0"/>
              <a:t>What is Software?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99C80271-F263-F76B-35CC-8A57369C0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8" r="47331" b="-1"/>
          <a:stretch>
            <a:fillRect/>
          </a:stretch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CED7-CAC0-2E14-D874-442BFB33B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Software is a set of programs and instructions that tell the computer what to do. It is not physical and works inside the computer.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86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07B5-7D74-567F-DB49-493DCD5A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 b="1" dirty="0"/>
              <a:t>4. Types of Hardware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EC73E9-E936-DD1B-0DFD-5A69576B6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388481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736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10D87-AD60-6838-57B2-56C519E3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b="1">
                <a:solidFill>
                  <a:srgbClr val="EBEBEB"/>
                </a:solidFill>
              </a:rPr>
              <a:t>Types of Software</a:t>
            </a:r>
            <a:br>
              <a:rPr lang="en-US" sz="3300" b="1">
                <a:solidFill>
                  <a:srgbClr val="EBEBEB"/>
                </a:solidFill>
              </a:rPr>
            </a:br>
            <a:endParaRPr lang="en-US" sz="330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9CCB3F-2C59-0BE7-95BA-920EBDDFD7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21382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82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6754A-63FF-0EE0-2003-4005728D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b="1">
                <a:solidFill>
                  <a:srgbClr val="EBEBEB"/>
                </a:solidFill>
              </a:rPr>
              <a:t>Major Differences Between Hardware and Software</a:t>
            </a:r>
            <a:br>
              <a:rPr lang="en-US" sz="2600" b="1">
                <a:solidFill>
                  <a:srgbClr val="EBEBEB"/>
                </a:solidFill>
              </a:rPr>
            </a:br>
            <a:endParaRPr lang="en-US" sz="2600">
              <a:solidFill>
                <a:srgbClr val="EBEBE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8626B-CE02-8DC8-A203-B8F122C56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869958"/>
              </p:ext>
            </p:extLst>
          </p:nvPr>
        </p:nvGraphicFramePr>
        <p:xfrm>
          <a:off x="1297530" y="2810256"/>
          <a:ext cx="9598170" cy="3792564"/>
        </p:xfrm>
        <a:graphic>
          <a:graphicData uri="http://schemas.openxmlformats.org/drawingml/2006/table">
            <a:tbl>
              <a:tblPr/>
              <a:tblGrid>
                <a:gridCol w="4573423">
                  <a:extLst>
                    <a:ext uri="{9D8B030D-6E8A-4147-A177-3AD203B41FA5}">
                      <a16:colId xmlns:a16="http://schemas.microsoft.com/office/drawing/2014/main" val="841361409"/>
                    </a:ext>
                  </a:extLst>
                </a:gridCol>
                <a:gridCol w="5024747">
                  <a:extLst>
                    <a:ext uri="{9D8B030D-6E8A-4147-A177-3AD203B41FA5}">
                      <a16:colId xmlns:a16="http://schemas.microsoft.com/office/drawing/2014/main" val="3576472411"/>
                    </a:ext>
                  </a:extLst>
                </a:gridCol>
              </a:tblGrid>
              <a:tr h="68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Hardware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Software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29057"/>
                  </a:ext>
                </a:extLst>
              </a:tr>
              <a:tr h="68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Physical components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Programs and instructions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48846"/>
                  </a:ext>
                </a:extLst>
              </a:tr>
              <a:tr h="68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Can be touched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Cannot be touched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574984"/>
                  </a:ext>
                </a:extLst>
              </a:tr>
              <a:tr h="68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Can get damaged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Can get corrupted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992496"/>
                  </a:ext>
                </a:extLst>
              </a:tr>
              <a:tr h="68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Needs software to work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dirty="0"/>
                        <a:t>Needs hardware to run</a:t>
                      </a:r>
                    </a:p>
                  </a:txBody>
                  <a:tcPr marL="154740" marR="154740" marT="77370" marB="77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06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26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0AB0E-3ECF-7EFE-40CD-EF71A99A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in ICT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C667F-05B6-2B97-7AFD-0D518A9F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provides the machine, and software controls how it works. Both are needed to complete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96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E96D-8B9D-E08C-225E-4869E823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135E-A367-6680-BC17-073381219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examples include keyboard, CPU, and monitor. Software examples include Windows and MS Word.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3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3C01-C679-9409-39AC-FD5897C7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B5CC-6653-6A6C-64C8-4D2E6C50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and software are both essential in ICT. Hardware is the physical part, while software gives instructions. A computer needs both to work properly.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1976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286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Difference Between Software and Hardware in ICT </vt:lpstr>
      <vt:lpstr> Introduction </vt:lpstr>
      <vt:lpstr>What is Hardware? </vt:lpstr>
      <vt:lpstr>What is Software? </vt:lpstr>
      <vt:lpstr>4. Types of Hardware </vt:lpstr>
      <vt:lpstr>Types of Software </vt:lpstr>
      <vt:lpstr>Major Differences Between Hardware and Software </vt:lpstr>
      <vt:lpstr>Role in ICT </vt:lpstr>
      <vt:lpstr>Examples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MASHHOOD UL HAQ</dc:creator>
  <cp:lastModifiedBy>MASHHOOD UL HAQ</cp:lastModifiedBy>
  <cp:revision>2</cp:revision>
  <dcterms:created xsi:type="dcterms:W3CDTF">2025-12-13T13:35:57Z</dcterms:created>
  <dcterms:modified xsi:type="dcterms:W3CDTF">2025-12-13T14:01:49Z</dcterms:modified>
</cp:coreProperties>
</file>