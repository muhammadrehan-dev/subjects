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60" r:id="rId6"/>
    <p:sldId id="261" r:id="rId7"/>
    <p:sldId id="259" r:id="rId8"/>
    <p:sldId id="265" r:id="rId9"/>
    <p:sldId id="269" r:id="rId10"/>
    <p:sldId id="266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9469-F27B-F44A-83B3-A68C06E14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791C0-12AC-BAF6-C970-9C5FA4FE0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F76A-BE87-601B-F967-D88C273C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BB2CF-7840-7679-8861-1765B9DA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10DDE-18E7-41CC-3628-6F15F42F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489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E6E6-F6AA-1F16-8544-73B880F8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419B-B737-3F31-14A4-F4718E9C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986D3-9C69-2D73-5C10-012CB21F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02260-69F1-11C4-2735-7782AF2F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542B5-F4F4-1A8A-F312-B7BD2C3C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788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2A7B-B7E5-8EF2-864D-6D55970F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9FC0D-B50E-A224-1819-197C026C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917E3-D5B2-6B3F-1C3B-87DC5573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8910A-C73F-CE92-96F4-9421320C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B464F-3699-DB9E-66CB-57A53314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117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FD95-FAA3-32AD-1395-46987716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BB15-39CE-438A-7A78-606BA89BA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BBAD7-8972-A71E-0830-984727652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0A86B-F254-DB4A-285D-12E091F1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B3BF-2619-73D5-B15D-C08EA9D4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82A9-BA97-0D42-9875-BFC35DA8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576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3A5A-29F6-B528-C4F5-F08B2F0D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AA363-2E73-53D7-78BB-9C638A4C8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1B4F-456F-57E7-B2DD-652427C41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C29E9-019B-7C7F-1BD0-E0A1FB913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82B07-53BF-FA79-8436-0032C28CB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098F6-3219-0742-78EC-65A135D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675DF-8540-03DA-B687-14B6C6AA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5138A-5039-CA50-055D-0E9D5120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57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1C9B-A232-140F-CEB2-6BFC68EB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48498-AE2B-2564-5B78-761E3A32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B5E71-650F-5649-54BB-E2D350CE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86DB5-6001-6685-FC25-E89D13D3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783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36FBE-3CEC-4ABE-9088-E1F5C24E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EA43D-4115-BECF-D4D3-0DB29054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8EF1-2A6D-DA34-E2C0-70E0C461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795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CEB6-2AEC-58F0-C8C1-4CCDE46C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2426-8775-E1D9-420B-8C81FF9C3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4C1E9-7F82-575A-2D9C-925EA812A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F6731-6E5A-7AF2-2966-5C01485B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97783-B07E-18DD-1148-2DF3E2A4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70A50-1594-2CC7-16AD-7309059D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0183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30D8-48FA-50C7-7769-D737FA43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9DA72-EAD6-3632-78D6-E3AE74F68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F6391-FD3F-EEF0-593B-BC0E034A2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FD72E-83B1-23F4-813F-1EABC664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5F6A0-528D-28F6-5A6E-AC937945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9551A-7353-A64F-27B9-7BF9688B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399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D1E6-4FAF-4FBD-B265-D172EB90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471B4-9C39-6CA4-6AF9-FB03EB77A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D0B43-DB20-5400-680E-571AF29E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E2F5-274E-8E12-1FE3-5857CD66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7C3A-2AD5-393C-12E9-921D694A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392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5EFBC-F42D-2046-47B7-0BCE2DEE5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185C3-371F-8E98-FEDA-590EC83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2EB0F-4593-D736-EF92-1D1C8B4D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78E6C-59A4-DB47-22AB-3C5F181A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8D625-6B22-D4F9-6753-F46ACCE9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339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DEEB1-E962-BD61-E0A8-DCA64DD45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B3BA0-E3D3-8947-F15E-35912677E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2708-69D7-2282-F70D-760B3F4B9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7005-ED39-4D18-98FC-B11458D1253A}" type="datetimeFigureOut">
              <a:rPr lang="en-MY" smtClean="0"/>
              <a:t>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BF3B0-3B91-058D-13C1-55D5F9224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11775-17DC-B9CA-8CAA-4D89EA6C1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923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B285-99D4-D00C-C224-89511C389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C vs.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297AC-8382-E5D5-83EA-5CE4D0A728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846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2BB2050-7E80-0CED-6466-D27209CB7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924850"/>
              </p:ext>
            </p:extLst>
          </p:nvPr>
        </p:nvGraphicFramePr>
        <p:xfrm>
          <a:off x="838201" y="223520"/>
          <a:ext cx="10515597" cy="641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022462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976793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79606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C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C++</a:t>
                      </a:r>
                      <a:endParaRPr lang="en-MY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958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Programming Paradigm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Procedural (focus on functions and step-by-step instructions)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Object-Oriented + Procedural (supports classes, objects, inheritance, polymorphism,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640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Approach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Top-down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Bottom-up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Data Security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secure (no strong encapsulation)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secure (supports encapsulation using classes)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407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Functions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</a:t>
                      </a:r>
                      <a:r>
                        <a:rPr lang="en-US" b="1"/>
                        <a:t>not</a:t>
                      </a:r>
                      <a:r>
                        <a:rPr lang="en-US"/>
                        <a:t> support function overloading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Supports </a:t>
                      </a:r>
                      <a:r>
                        <a:rPr lang="en-MY" b="1"/>
                        <a:t>function overloading</a:t>
                      </a:r>
                      <a:endParaRPr lang="en-MY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54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Data Types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not support reference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Supports </a:t>
                      </a:r>
                      <a:r>
                        <a:rPr lang="en-MY" b="1"/>
                        <a:t>reference variables</a:t>
                      </a:r>
                      <a:endParaRPr lang="en-MY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41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Memory Management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Uses </a:t>
                      </a:r>
                      <a:r>
                        <a:rPr lang="en-MY">
                          <a:latin typeface="Courier New" panose="02070309020205020404" pitchFamily="49" charset="0"/>
                        </a:rPr>
                        <a:t>malloc()</a:t>
                      </a:r>
                      <a:r>
                        <a:rPr lang="en-MY"/>
                        <a:t>, </a:t>
                      </a:r>
                      <a:r>
                        <a:rPr lang="en-MY">
                          <a:latin typeface="Courier New" panose="02070309020205020404" pitchFamily="49" charset="0"/>
                        </a:rPr>
                        <a:t>calloc()</a:t>
                      </a:r>
                      <a:r>
                        <a:rPr lang="en-MY"/>
                        <a:t>, </a:t>
                      </a:r>
                      <a:r>
                        <a:rPr lang="en-MY">
                          <a:latin typeface="Courier New" panose="02070309020205020404" pitchFamily="49" charset="0"/>
                        </a:rPr>
                        <a:t>free()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new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delete</a:t>
                      </a:r>
                      <a:r>
                        <a:rPr lang="en-US"/>
                        <a:t> (along with C functions)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504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Input/Output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Uses </a:t>
                      </a:r>
                      <a:r>
                        <a:rPr lang="en-MY">
                          <a:latin typeface="Courier New" panose="02070309020205020404" pitchFamily="49" charset="0"/>
                        </a:rPr>
                        <a:t>printf()</a:t>
                      </a:r>
                      <a:r>
                        <a:rPr lang="en-MY"/>
                        <a:t> and </a:t>
                      </a:r>
                      <a:r>
                        <a:rPr lang="en-MY">
                          <a:latin typeface="Courier New" panose="02070309020205020404" pitchFamily="49" charset="0"/>
                        </a:rPr>
                        <a:t>scanf()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cin</a:t>
                      </a:r>
                      <a:r>
                        <a:rPr lang="en-US"/>
                        <a:t> and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cout</a:t>
                      </a:r>
                      <a:r>
                        <a:rPr lang="en-US"/>
                        <a:t> (from iostream)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/>
                        <a:t>Standard Library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Smaller standard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Larger standard library (includes STL: vectors, maps, lists,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764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b="1" dirty="0"/>
                        <a:t>Use Cases</a:t>
                      </a:r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System programming, operating systems, embedded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Application development, game development, GUI apps, large software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587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74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28E04A-FDF9-45DE-DF25-F0CC8E5A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Basic 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DF5FCF-8BE2-E5D8-5B27-376C92A367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num;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a number: 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 &amp;num);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("You entered: %d", num);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CF5C9-E057-B913-1D2C-ABFAA59413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C++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num;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number: 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num;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"You entered: " &lt;&lt; num;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172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B3D8-D93F-E87B-6BC3-8C13FEC6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namespace std;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DBC2-8EDF-5EA7-74A6-2E344B128C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"Hello World";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F8DE7-8D4C-1A8F-C866-83B15C61F5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"Hello World";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828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D54C-13CD-E94C-8F4B-B7086609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B969E-602C-F4A9-ED92-62DA15696F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/>
              <a:t>    while(</a:t>
            </a:r>
            <a:r>
              <a:rPr lang="en-US" dirty="0" err="1"/>
              <a:t>i</a:t>
            </a:r>
            <a:r>
              <a:rPr lang="en-US" dirty="0"/>
              <a:t> &lt;= 5)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CCA98-EE5D-55D2-19B8-F1124283EF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C++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/>
              <a:t>    while(</a:t>
            </a:r>
            <a:r>
              <a:rPr lang="en-US" dirty="0" err="1"/>
              <a:t>i</a:t>
            </a:r>
            <a:r>
              <a:rPr lang="en-US" dirty="0"/>
              <a:t> &lt;= 5)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i</a:t>
            </a:r>
            <a:r>
              <a:rPr lang="en-US" dirty="0"/>
              <a:t> &lt;&lt; " 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728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6A6A-B9E0-6938-A5E9-2F78C66B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do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C053-4782-F05D-2367-11A1E5F863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/>
              <a:t>    do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    } while(</a:t>
            </a:r>
            <a:r>
              <a:rPr lang="en-US" dirty="0" err="1"/>
              <a:t>i</a:t>
            </a:r>
            <a:r>
              <a:rPr lang="en-US" dirty="0"/>
              <a:t> &lt;= 5);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10A26-8A2A-693B-CC66-C45E57CF5E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C++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/>
              <a:t>    do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i</a:t>
            </a:r>
            <a:r>
              <a:rPr lang="en-US" dirty="0"/>
              <a:t> &lt;&lt; " 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    } while(</a:t>
            </a:r>
            <a:r>
              <a:rPr lang="en-US" dirty="0" err="1"/>
              <a:t>i</a:t>
            </a:r>
            <a:r>
              <a:rPr lang="en-US" dirty="0"/>
              <a:t> &lt;= 5);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151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BCDC-F79E-A837-3376-8838B86C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CDE63-2D59-4D4D-8C4C-3138ECC398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dirty="0"/>
              <a:t>C</a:t>
            </a:r>
          </a:p>
          <a:p>
            <a:pPr marL="0" indent="0">
              <a:buNone/>
            </a:pPr>
            <a:r>
              <a:rPr lang="en-MY" dirty="0"/>
              <a:t>#include &lt;</a:t>
            </a:r>
            <a:r>
              <a:rPr lang="en-MY" dirty="0" err="1"/>
              <a:t>stdio.h</a:t>
            </a:r>
            <a:r>
              <a:rPr lang="en-MY" dirty="0"/>
              <a:t>&gt;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</a:t>
            </a:r>
            <a:r>
              <a:rPr lang="en-MY" dirty="0" err="1"/>
              <a:t>i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for(</a:t>
            </a:r>
            <a:r>
              <a:rPr lang="en-MY" dirty="0" err="1"/>
              <a:t>i</a:t>
            </a:r>
            <a:r>
              <a:rPr lang="en-MY" dirty="0"/>
              <a:t> = 1; </a:t>
            </a:r>
            <a:r>
              <a:rPr lang="en-MY" dirty="0" err="1"/>
              <a:t>i</a:t>
            </a:r>
            <a:r>
              <a:rPr lang="en-MY" dirty="0"/>
              <a:t> &lt;= 5; </a:t>
            </a:r>
            <a:r>
              <a:rPr lang="en-MY" dirty="0" err="1"/>
              <a:t>i</a:t>
            </a:r>
            <a:r>
              <a:rPr lang="en-MY" dirty="0"/>
              <a:t>++) {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printf</a:t>
            </a:r>
            <a:r>
              <a:rPr lang="en-MY" dirty="0"/>
              <a:t>("%d ", </a:t>
            </a:r>
            <a:r>
              <a:rPr lang="en-MY" dirty="0" err="1"/>
              <a:t>i</a:t>
            </a:r>
            <a:r>
              <a:rPr lang="en-MY" dirty="0"/>
              <a:t>);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CEA04-455A-8502-1D66-DCC5DF73C8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C++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i</a:t>
            </a:r>
            <a:r>
              <a:rPr lang="en-US" dirty="0"/>
              <a:t> &lt;&lt; " 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2475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DD6B-4586-C510-720B-18DE3125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diamond pattern of stars (*)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E8931-AB5B-23C5-90F5-E4CF74BE08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n;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number of rows: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n;</a:t>
            </a:r>
          </a:p>
          <a:p>
            <a:pPr marL="0" indent="0">
              <a:buNone/>
            </a:pPr>
            <a:r>
              <a:rPr lang="en-MY" dirty="0"/>
              <a:t>    // Upper part</a:t>
            </a:r>
          </a:p>
          <a:p>
            <a:pPr marL="0" indent="0">
              <a:buNone/>
            </a:pPr>
            <a:r>
              <a:rPr lang="en-MY" dirty="0"/>
              <a:t>    for(int </a:t>
            </a:r>
            <a:r>
              <a:rPr lang="en-MY" dirty="0" err="1"/>
              <a:t>i</a:t>
            </a:r>
            <a:r>
              <a:rPr lang="en-MY" dirty="0"/>
              <a:t> = 1; </a:t>
            </a:r>
            <a:r>
              <a:rPr lang="en-MY" dirty="0" err="1"/>
              <a:t>i</a:t>
            </a:r>
            <a:r>
              <a:rPr lang="en-MY" dirty="0"/>
              <a:t> &lt;= n; </a:t>
            </a:r>
            <a:r>
              <a:rPr lang="en-MY" dirty="0" err="1"/>
              <a:t>i</a:t>
            </a:r>
            <a:r>
              <a:rPr lang="en-MY" dirty="0"/>
              <a:t>++) {</a:t>
            </a:r>
          </a:p>
          <a:p>
            <a:pPr marL="0" indent="0">
              <a:buNone/>
            </a:pPr>
            <a:r>
              <a:rPr lang="en-MY" dirty="0"/>
              <a:t>        for(int s = 1; s &lt;= n-</a:t>
            </a:r>
            <a:r>
              <a:rPr lang="en-MY" dirty="0" err="1"/>
              <a:t>i</a:t>
            </a:r>
            <a:r>
              <a:rPr lang="en-MY" dirty="0"/>
              <a:t>; s++) </a:t>
            </a:r>
            <a:r>
              <a:rPr lang="en-MY" dirty="0" err="1"/>
              <a:t>cout</a:t>
            </a:r>
            <a:r>
              <a:rPr lang="en-MY" dirty="0"/>
              <a:t> &lt;&lt; " ";</a:t>
            </a:r>
          </a:p>
          <a:p>
            <a:pPr marL="0" indent="0">
              <a:buNone/>
            </a:pPr>
            <a:r>
              <a:rPr lang="en-MY" dirty="0"/>
              <a:t>        for(int j = 1; j &lt;= 2*i-1; </a:t>
            </a:r>
            <a:r>
              <a:rPr lang="en-MY" dirty="0" err="1"/>
              <a:t>j++</a:t>
            </a:r>
            <a:r>
              <a:rPr lang="en-MY" dirty="0"/>
              <a:t>) </a:t>
            </a:r>
            <a:r>
              <a:rPr lang="en-MY" dirty="0" err="1"/>
              <a:t>cout</a:t>
            </a:r>
            <a:r>
              <a:rPr lang="en-MY" dirty="0"/>
              <a:t> &lt;&lt; "*";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1AD67-CF1C-00FB-4A68-2DCC6EA950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// Lower part</a:t>
            </a:r>
          </a:p>
          <a:p>
            <a:pPr marL="0" indent="0">
              <a:buNone/>
            </a:pPr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 = n-1; </a:t>
            </a:r>
            <a:r>
              <a:rPr lang="en-US" dirty="0" err="1"/>
              <a:t>i</a:t>
            </a:r>
            <a:r>
              <a:rPr lang="en-US" dirty="0"/>
              <a:t> &gt;= 1; </a:t>
            </a:r>
            <a:r>
              <a:rPr lang="en-US" dirty="0" err="1"/>
              <a:t>i</a:t>
            </a:r>
            <a:r>
              <a:rPr lang="en-US" dirty="0"/>
              <a:t>--) {</a:t>
            </a:r>
          </a:p>
          <a:p>
            <a:pPr marL="0" indent="0">
              <a:buNone/>
            </a:pPr>
            <a:r>
              <a:rPr lang="en-US" dirty="0"/>
              <a:t>        for(int s = 1; s &lt;= n-</a:t>
            </a:r>
            <a:r>
              <a:rPr lang="en-US" dirty="0" err="1"/>
              <a:t>i</a:t>
            </a:r>
            <a:r>
              <a:rPr lang="en-US" dirty="0"/>
              <a:t>; s++) </a:t>
            </a:r>
            <a:r>
              <a:rPr lang="en-US" dirty="0" err="1"/>
              <a:t>cout</a:t>
            </a:r>
            <a:r>
              <a:rPr lang="en-US" dirty="0"/>
              <a:t> &lt;&lt; " ";</a:t>
            </a:r>
          </a:p>
          <a:p>
            <a:pPr marL="0" indent="0">
              <a:buNone/>
            </a:pPr>
            <a:r>
              <a:rPr lang="en-US" dirty="0"/>
              <a:t>        for(int j = 1; j &lt;= 2*i-1; </a:t>
            </a:r>
            <a:r>
              <a:rPr lang="en-US" dirty="0" err="1"/>
              <a:t>j++</a:t>
            </a:r>
            <a:r>
              <a:rPr lang="en-US" dirty="0"/>
              <a:t>) </a:t>
            </a:r>
            <a:r>
              <a:rPr lang="en-US" dirty="0" err="1"/>
              <a:t>cout</a:t>
            </a:r>
            <a:r>
              <a:rPr lang="en-US" dirty="0"/>
              <a:t> &lt;&lt; "*";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7933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E8D70-883B-CCAB-583C-F8D886B4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B313-08F6-BCF0-8BB8-8DFCA38E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Program: </a:t>
            </a:r>
            <a:r>
              <a:rPr lang="en-US" sz="2800" b="1" dirty="0"/>
              <a:t>Electricity Bill Calculator (with menu + multiple customers)</a:t>
            </a:r>
            <a:endParaRPr lang="en-MY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A1955-CC6D-CA55-364A-04FD886E5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6516"/>
            <a:ext cx="5181600" cy="539790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choice;</a:t>
            </a:r>
          </a:p>
          <a:p>
            <a:pPr marL="0" indent="0">
              <a:buNone/>
            </a:pPr>
            <a:r>
              <a:rPr lang="en-US" dirty="0"/>
              <a:t>    char again;</a:t>
            </a:r>
          </a:p>
          <a:p>
            <a:pPr marL="0" indent="0">
              <a:buNone/>
            </a:pPr>
            <a:r>
              <a:rPr lang="en-US" dirty="0"/>
              <a:t>    do {        int units;</a:t>
            </a:r>
          </a:p>
          <a:p>
            <a:pPr marL="0" indent="0">
              <a:buNone/>
            </a:pPr>
            <a:r>
              <a:rPr lang="en-US" dirty="0"/>
              <a:t>        float bill = 0;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"\n===== ELECTRICITY BILL MENU =====\n";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"1. Domestic Consumer\n";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"2. Commercial Consumer\n";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"3. Exit\n";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"Enter choice: 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choice;</a:t>
            </a:r>
          </a:p>
          <a:p>
            <a:pPr marL="0" indent="0">
              <a:buNone/>
            </a:pPr>
            <a:r>
              <a:rPr lang="en-US" dirty="0"/>
              <a:t>        switch (choice) {</a:t>
            </a:r>
          </a:p>
          <a:p>
            <a:pPr marL="0" indent="0">
              <a:buNone/>
            </a:pPr>
            <a:r>
              <a:rPr lang="en-US" dirty="0"/>
              <a:t>        case 1:            </a:t>
            </a:r>
            <a:r>
              <a:rPr lang="en-US" dirty="0" err="1"/>
              <a:t>cout</a:t>
            </a:r>
            <a:r>
              <a:rPr lang="en-US" dirty="0"/>
              <a:t> &lt;&lt; "Enter units consumed: ";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cin</a:t>
            </a:r>
            <a:r>
              <a:rPr lang="en-US" dirty="0"/>
              <a:t> &gt;&gt; units;</a:t>
            </a:r>
          </a:p>
          <a:p>
            <a:pPr marL="0" indent="0">
              <a:buNone/>
            </a:pPr>
            <a:r>
              <a:rPr lang="en-US" dirty="0"/>
              <a:t> if (units &lt;= 100)                bill = units * 5;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35BBA-5CA9-FA55-414E-57C47961D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2032" y="1376516"/>
            <a:ext cx="5181600" cy="539790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else if (units &lt;= 300)                bill = (100 * 5) + (units - 100) * 7;</a:t>
            </a:r>
          </a:p>
          <a:p>
            <a:pPr marL="0" indent="0">
              <a:buNone/>
            </a:pPr>
            <a:r>
              <a:rPr lang="en-US" dirty="0"/>
              <a:t> else                bill = (100 * 5) + (200 * 7) + (units - 300) * 10;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"Your Electricity Bill (Domestic): Rs. " &lt;&lt; bill &lt;&lt; </a:t>
            </a:r>
            <a:r>
              <a:rPr lang="en-US" dirty="0" err="1"/>
              <a:t>endl</a:t>
            </a:r>
            <a:r>
              <a:rPr lang="en-US" dirty="0"/>
              <a:t>;            break;</a:t>
            </a:r>
          </a:p>
          <a:p>
            <a:pPr marL="0" indent="0">
              <a:buNone/>
            </a:pPr>
            <a:r>
              <a:rPr lang="en-US" dirty="0"/>
              <a:t> case 2:            </a:t>
            </a:r>
            <a:r>
              <a:rPr lang="en-US" dirty="0" err="1"/>
              <a:t>cout</a:t>
            </a:r>
            <a:r>
              <a:rPr lang="en-US" dirty="0"/>
              <a:t> &lt;&lt; "Enter units consumed: ";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cin</a:t>
            </a:r>
            <a:r>
              <a:rPr lang="en-US" dirty="0"/>
              <a:t> &gt;&gt; units;</a:t>
            </a:r>
          </a:p>
          <a:p>
            <a:pPr marL="0" indent="0">
              <a:buNone/>
            </a:pPr>
            <a:r>
              <a:rPr lang="en-US" dirty="0"/>
              <a:t>            if (units &lt;= 200)                bill = units * 8;            </a:t>
            </a:r>
          </a:p>
          <a:p>
            <a:pPr marL="0" indent="0">
              <a:buNone/>
            </a:pPr>
            <a:r>
              <a:rPr lang="en-US" dirty="0"/>
              <a:t>        else if (units &lt;= 500)                bill = (200 * 8) + (units - 200) * 12;</a:t>
            </a:r>
          </a:p>
          <a:p>
            <a:pPr marL="0" indent="0">
              <a:buNone/>
            </a:pPr>
            <a:r>
              <a:rPr lang="en-US" dirty="0"/>
              <a:t>            else                bill = (200 * 8) + (300 * 12) + (units - 500) * 15;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"Your Electricity Bill (Commercial): Rs. " &lt;&lt; bill &lt;&lt; </a:t>
            </a:r>
            <a:r>
              <a:rPr lang="en-US" dirty="0" err="1"/>
              <a:t>endl</a:t>
            </a:r>
            <a:r>
              <a:rPr lang="en-US" dirty="0"/>
              <a:t>;            break;</a:t>
            </a:r>
          </a:p>
          <a:p>
            <a:pPr marL="0" indent="0">
              <a:buNone/>
            </a:pPr>
            <a:r>
              <a:rPr lang="en-US" dirty="0"/>
              <a:t>        case 3:            </a:t>
            </a:r>
            <a:r>
              <a:rPr lang="en-US" dirty="0" err="1"/>
              <a:t>cout</a:t>
            </a:r>
            <a:r>
              <a:rPr lang="en-US" dirty="0"/>
              <a:t> &lt;&lt; "Goodbye!\n";            return 0;</a:t>
            </a:r>
          </a:p>
          <a:p>
            <a:pPr marL="0" indent="0">
              <a:buNone/>
            </a:pPr>
            <a:r>
              <a:rPr lang="en-US" dirty="0"/>
              <a:t>        default:            </a:t>
            </a:r>
            <a:r>
              <a:rPr lang="en-US" dirty="0" err="1"/>
              <a:t>cout</a:t>
            </a:r>
            <a:r>
              <a:rPr lang="en-US" dirty="0"/>
              <a:t> &lt;&lt; "Invalid Option!\n";        }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"Calculate bill for another customer? (y/n): 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again;</a:t>
            </a:r>
          </a:p>
          <a:p>
            <a:pPr marL="0" indent="0">
              <a:buNone/>
            </a:pPr>
            <a:r>
              <a:rPr lang="en-US" dirty="0"/>
              <a:t>    } while (again == 'y' || again == 'Y');</a:t>
            </a:r>
          </a:p>
          <a:p>
            <a:pPr marL="0" indent="0">
              <a:buNone/>
            </a:pPr>
            <a:r>
              <a:rPr lang="en-US" dirty="0"/>
              <a:t>    return 0;}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5655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0E84-E34B-A7AC-0824-E3108EE8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Countdown timer with clear screen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DB513-8246-A7F0-F20E-103255C5C2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#include &lt;</a:t>
            </a:r>
            <a:r>
              <a:rPr lang="en-MY" dirty="0" err="1"/>
              <a:t>unistd.h</a:t>
            </a:r>
            <a:r>
              <a:rPr lang="en-MY" dirty="0"/>
              <a:t>&gt;    // for sleep()</a:t>
            </a:r>
          </a:p>
          <a:p>
            <a:pPr marL="0" indent="0">
              <a:buNone/>
            </a:pPr>
            <a:r>
              <a:rPr lang="en-MY" dirty="0"/>
              <a:t>#include &lt;</a:t>
            </a:r>
            <a:r>
              <a:rPr lang="en-MY" dirty="0" err="1"/>
              <a:t>cstdlib</a:t>
            </a:r>
            <a:r>
              <a:rPr lang="en-MY" dirty="0"/>
              <a:t>&gt;     // for system()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seconds;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time in seconds: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seconds;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4D67D-7A43-482A-3839-5FF2B5F691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Y" dirty="0"/>
              <a:t> while (seconds &gt; 0) {</a:t>
            </a:r>
          </a:p>
          <a:p>
            <a:pPr marL="0" indent="0">
              <a:buNone/>
            </a:pPr>
            <a:r>
              <a:rPr lang="en-MY" dirty="0"/>
              <a:t>        system("clear"); // clear screen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"Time left: " &lt;&lt; seconds &lt;&lt; " seconds\n";</a:t>
            </a:r>
          </a:p>
          <a:p>
            <a:pPr marL="0" indent="0">
              <a:buNone/>
            </a:pPr>
            <a:r>
              <a:rPr lang="en-MY" dirty="0"/>
              <a:t>        sleep(1);        // wait 1 second</a:t>
            </a:r>
          </a:p>
          <a:p>
            <a:pPr marL="0" indent="0">
              <a:buNone/>
            </a:pPr>
            <a:r>
              <a:rPr lang="en-MY" dirty="0"/>
              <a:t>        seconds--;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    system("</a:t>
            </a:r>
            <a:r>
              <a:rPr lang="en-MY" dirty="0" err="1"/>
              <a:t>cls</a:t>
            </a:r>
            <a:r>
              <a:rPr lang="en-MY" dirty="0"/>
              <a:t>");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"Time's up!"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7992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721A-C8E2-69BD-0F7C-7C3792BD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F71A-6CB4-E9CD-4240-D9FBE3700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Countdown timer with progress bar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15665-DB9C-AD6D-A15B-37524DD2F9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#include &lt;</a:t>
            </a:r>
            <a:r>
              <a:rPr lang="en-MY" dirty="0" err="1"/>
              <a:t>unistd.h</a:t>
            </a:r>
            <a:r>
              <a:rPr lang="en-MY" dirty="0"/>
              <a:t>&gt;   // for </a:t>
            </a:r>
            <a:r>
              <a:rPr lang="en-MY" dirty="0" err="1"/>
              <a:t>usleep</a:t>
            </a:r>
            <a:r>
              <a:rPr lang="en-MY" dirty="0"/>
              <a:t>()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seconds;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time in seconds: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seconds;</a:t>
            </a:r>
          </a:p>
          <a:p>
            <a:pPr marL="0" indent="0">
              <a:buNone/>
            </a:pPr>
            <a:r>
              <a:rPr lang="en-MY" dirty="0"/>
              <a:t>    int </a:t>
            </a:r>
            <a:r>
              <a:rPr lang="en-MY" dirty="0" err="1"/>
              <a:t>totalSteps</a:t>
            </a:r>
            <a:r>
              <a:rPr lang="en-MY" dirty="0"/>
              <a:t> = seconds * 10;   // 10 updates per second</a:t>
            </a:r>
          </a:p>
          <a:p>
            <a:pPr marL="0" indent="0">
              <a:buNone/>
            </a:pPr>
            <a:r>
              <a:rPr lang="en-MY" dirty="0"/>
              <a:t>    for(int step = 0; step &lt;= </a:t>
            </a:r>
            <a:r>
              <a:rPr lang="en-MY" dirty="0" err="1"/>
              <a:t>totalSteps</a:t>
            </a:r>
            <a:r>
              <a:rPr lang="en-MY" dirty="0"/>
              <a:t>; step++) {</a:t>
            </a:r>
          </a:p>
          <a:p>
            <a:pPr marL="0" indent="0">
              <a:buNone/>
            </a:pPr>
            <a:r>
              <a:rPr lang="en-MY" dirty="0"/>
              <a:t>        float percent = (step / (float)</a:t>
            </a:r>
            <a:r>
              <a:rPr lang="en-MY" dirty="0" err="1"/>
              <a:t>totalSteps</a:t>
            </a:r>
            <a:r>
              <a:rPr lang="en-MY" dirty="0"/>
              <a:t>) * 100;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"\r[";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E280B-8255-DED9-E178-1F35CE7912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// Print filled:</a:t>
            </a:r>
          </a:p>
          <a:p>
            <a:pPr marL="0" indent="0">
              <a:buNone/>
            </a:pPr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step;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":";</a:t>
            </a:r>
          </a:p>
          <a:p>
            <a:pPr marL="0" indent="0">
              <a:buNone/>
            </a:pPr>
            <a:r>
              <a:rPr lang="en-US" dirty="0"/>
              <a:t>        // Print remaining:</a:t>
            </a:r>
          </a:p>
          <a:p>
            <a:pPr marL="0" indent="0">
              <a:buNone/>
            </a:pPr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step;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totalSteps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 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"] " &lt;&lt; (int)percent &lt;&lt; "% " &lt;&lt; flush;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usleep</a:t>
            </a:r>
            <a:r>
              <a:rPr lang="en-US" dirty="0"/>
              <a:t>(100000); // 0.1 second delay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nTime's</a:t>
            </a:r>
            <a:r>
              <a:rPr lang="en-US" dirty="0"/>
              <a:t> up!"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1888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0A63F-679C-AFE2-6866-46BA5AAC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Write a C++ program to create an ATM menu using switch and do-while. Allow user to check balance, deposit money, withdraw money (with sufficient balance check), and exit.</a:t>
            </a:r>
            <a:endParaRPr lang="en-MY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0A9757-818D-78D1-264D-FEFC8F6FD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66684"/>
            <a:ext cx="5181600" cy="512619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balance = 10000, choice, amount;</a:t>
            </a:r>
          </a:p>
          <a:p>
            <a:pPr marL="0" indent="0">
              <a:buNone/>
            </a:pPr>
            <a:r>
              <a:rPr lang="en-MY" dirty="0"/>
              <a:t>    char again;</a:t>
            </a:r>
          </a:p>
          <a:p>
            <a:pPr marL="0" indent="0">
              <a:buNone/>
            </a:pPr>
            <a:r>
              <a:rPr lang="en-MY" dirty="0"/>
              <a:t>    do {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"\n===== ATM MENU =====\n";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"1. Check Balance\n";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"2. Deposit Money\n";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"3. Withdraw Money\n";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"4. Exit\n";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"Enter your choice: 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cin</a:t>
            </a:r>
            <a:r>
              <a:rPr lang="en-MY" dirty="0"/>
              <a:t> &gt;&gt; choice;</a:t>
            </a:r>
          </a:p>
          <a:p>
            <a:pPr marL="0" indent="0">
              <a:buNone/>
            </a:pPr>
            <a:r>
              <a:rPr lang="en-MY" dirty="0"/>
              <a:t>        switch (choice) {</a:t>
            </a:r>
          </a:p>
          <a:p>
            <a:pPr marL="0" indent="0">
              <a:buNone/>
            </a:pPr>
            <a:r>
              <a:rPr lang="en-MY" dirty="0"/>
              <a:t>        case 1:            </a:t>
            </a:r>
            <a:r>
              <a:rPr lang="en-MY" dirty="0" err="1"/>
              <a:t>cout</a:t>
            </a:r>
            <a:r>
              <a:rPr lang="en-MY" dirty="0"/>
              <a:t> &lt;&lt; "Current Balance: " &lt;&lt; balance &lt;&lt; </a:t>
            </a:r>
            <a:r>
              <a:rPr lang="en-MY" dirty="0" err="1"/>
              <a:t>endl</a:t>
            </a:r>
            <a:r>
              <a:rPr lang="en-MY" dirty="0"/>
              <a:t>;            break;</a:t>
            </a:r>
          </a:p>
          <a:p>
            <a:pPr marL="0" indent="0">
              <a:buNone/>
            </a:pPr>
            <a:r>
              <a:rPr lang="en-MY" dirty="0"/>
              <a:t>        case 2:            </a:t>
            </a:r>
            <a:r>
              <a:rPr lang="en-MY" dirty="0" err="1"/>
              <a:t>cout</a:t>
            </a:r>
            <a:r>
              <a:rPr lang="en-MY" dirty="0"/>
              <a:t> &lt;&lt; "Enter amount to deposit: ";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cin</a:t>
            </a:r>
            <a:r>
              <a:rPr lang="en-MY" dirty="0"/>
              <a:t> &gt;&gt; amount;</a:t>
            </a:r>
          </a:p>
          <a:p>
            <a:pPr marL="0" indent="0">
              <a:buNone/>
            </a:pPr>
            <a:r>
              <a:rPr lang="en-MY" dirty="0"/>
              <a:t>            balance += amount;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cout</a:t>
            </a:r>
            <a:r>
              <a:rPr lang="en-MY" dirty="0"/>
              <a:t> &lt;&lt; "Amount Deposited.\n";            break;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F0F0C-998A-1F9D-108D-F73224321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66684"/>
            <a:ext cx="5181600" cy="512619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MY" dirty="0"/>
              <a:t> case 3:            </a:t>
            </a:r>
            <a:r>
              <a:rPr lang="en-MY" dirty="0" err="1"/>
              <a:t>cout</a:t>
            </a:r>
            <a:r>
              <a:rPr lang="en-MY" dirty="0"/>
              <a:t> &lt;&lt; "Enter amount to withdraw: ";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cin</a:t>
            </a:r>
            <a:r>
              <a:rPr lang="en-MY" dirty="0"/>
              <a:t> &gt;&gt; amount;</a:t>
            </a:r>
          </a:p>
          <a:p>
            <a:pPr marL="0" indent="0">
              <a:buNone/>
            </a:pPr>
            <a:r>
              <a:rPr lang="en-MY" dirty="0"/>
              <a:t>            if (amount &lt;= balance)</a:t>
            </a:r>
          </a:p>
          <a:p>
            <a:pPr marL="0" indent="0">
              <a:buNone/>
            </a:pPr>
            <a:r>
              <a:rPr lang="en-MY" dirty="0"/>
              <a:t>                balance -= amount;</a:t>
            </a:r>
          </a:p>
          <a:p>
            <a:pPr marL="0" indent="0">
              <a:buNone/>
            </a:pPr>
            <a:r>
              <a:rPr lang="en-MY" dirty="0"/>
              <a:t>            else</a:t>
            </a:r>
          </a:p>
          <a:p>
            <a:pPr marL="0" indent="0">
              <a:buNone/>
            </a:pPr>
            <a:r>
              <a:rPr lang="en-MY" dirty="0"/>
              <a:t>                </a:t>
            </a:r>
            <a:r>
              <a:rPr lang="en-MY" dirty="0" err="1"/>
              <a:t>cout</a:t>
            </a:r>
            <a:r>
              <a:rPr lang="en-MY" dirty="0"/>
              <a:t> &lt;&lt; "Insufficient Balance.\n";            break;</a:t>
            </a:r>
          </a:p>
          <a:p>
            <a:pPr marL="0" indent="0">
              <a:buNone/>
            </a:pPr>
            <a:r>
              <a:rPr lang="en-MY" dirty="0"/>
              <a:t>        case 4: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cout</a:t>
            </a:r>
            <a:r>
              <a:rPr lang="en-MY" dirty="0"/>
              <a:t> &lt;&lt; "Goodbye!\n";</a:t>
            </a:r>
          </a:p>
          <a:p>
            <a:pPr marL="0" indent="0">
              <a:buNone/>
            </a:pPr>
            <a:r>
              <a:rPr lang="en-MY" dirty="0"/>
              <a:t>            return 0;</a:t>
            </a:r>
          </a:p>
          <a:p>
            <a:pPr marL="0" indent="0">
              <a:buNone/>
            </a:pPr>
            <a:r>
              <a:rPr lang="en-MY" dirty="0"/>
              <a:t>        default: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cout</a:t>
            </a:r>
            <a:r>
              <a:rPr lang="en-MY" dirty="0"/>
              <a:t> &lt;&lt; "Invalid Choice.\n";</a:t>
            </a:r>
          </a:p>
          <a:p>
            <a:pPr marL="0" indent="0">
              <a:buNone/>
            </a:pPr>
            <a:r>
              <a:rPr lang="en-MY" dirty="0"/>
              <a:t>        }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"Do you want to perform another transaction? (y/n): ";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cin</a:t>
            </a:r>
            <a:r>
              <a:rPr lang="en-MY" dirty="0"/>
              <a:t> &gt;&gt; again;</a:t>
            </a:r>
          </a:p>
          <a:p>
            <a:pPr marL="0" indent="0">
              <a:buNone/>
            </a:pPr>
            <a:r>
              <a:rPr lang="en-MY" dirty="0"/>
              <a:t>    } while (again == 'y' || again == 'Y');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2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1729</Words>
  <Application>Microsoft Office PowerPoint</Application>
  <PresentationFormat>Widescreen</PresentationFormat>
  <Paragraphs>263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C vs. C++</vt:lpstr>
      <vt:lpstr>PowerPoint Presentation</vt:lpstr>
      <vt:lpstr>Basic io</vt:lpstr>
      <vt:lpstr>using namespace std;</vt:lpstr>
      <vt:lpstr>while loop</vt:lpstr>
      <vt:lpstr>do while</vt:lpstr>
      <vt:lpstr>for loop</vt:lpstr>
      <vt:lpstr>Print diamond pattern of stars (*)</vt:lpstr>
      <vt:lpstr>Program: Electricity Bill Calculator (with menu + multiple customers)</vt:lpstr>
      <vt:lpstr>Countdown timer with clear screen</vt:lpstr>
      <vt:lpstr>Countdown timer with progress bar</vt:lpstr>
      <vt:lpstr>Write a C++ program to create an ATM menu using switch and do-while. Allow user to check balance, deposit money, withdraw money (with sufficient balance check), and exit.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Asghar Qureshi</dc:creator>
  <cp:lastModifiedBy>Suhail Asghar Qureshi</cp:lastModifiedBy>
  <cp:revision>71</cp:revision>
  <dcterms:created xsi:type="dcterms:W3CDTF">2025-11-02T12:21:22Z</dcterms:created>
  <dcterms:modified xsi:type="dcterms:W3CDTF">2025-11-07T07:17:06Z</dcterms:modified>
</cp:coreProperties>
</file>