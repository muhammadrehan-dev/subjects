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Nyutro Sans" pitchFamily="2" charset="0"/>
      <p:regular r:id="rId18"/>
    </p:embeddedFont>
    <p:embeddedFont>
      <p:font typeface="Nyutro Sans Bold" pitchFamily="2" charset="0"/>
      <p:regular r:id="rId19"/>
      <p:bold r:id="rId20"/>
    </p:embeddedFont>
    <p:embeddedFont>
      <p:font typeface="Nyutro Sans Heavy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9" autoAdjust="0"/>
  </p:normalViewPr>
  <p:slideViewPr>
    <p:cSldViewPr>
      <p:cViewPr varScale="1">
        <p:scale>
          <a:sx n="58" d="100"/>
          <a:sy n="58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0"/>
            </a:xfrm>
            <a:custGeom>
              <a:avLst/>
              <a:gdLst/>
              <a:ahLst/>
              <a:cxnLst/>
              <a:rect l="l" t="t" r="r" b="b"/>
              <a:pathLst>
                <a:path w="1863594" h="2782840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9045163"/>
            <a:chOff x="0" y="0"/>
            <a:chExt cx="13017500" cy="12060217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017500" cy="1050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812"/>
                </a:lnSpc>
              </a:pPr>
              <a:r>
                <a:rPr lang="en-US" sz="14812" b="1" spc="-148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Atomic Theories and Particle Physics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615592"/>
              <a:ext cx="9182100" cy="144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Presenter: Abdul Subhan </a:t>
              </a:r>
            </a:p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roll no: 25F-CY-063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19850" y="4248150"/>
            <a:ext cx="1884131" cy="89068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172950" y="4248150"/>
            <a:ext cx="1884131" cy="89068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</a:pPr>
            <a:r>
              <a:rPr lang="en-US" sz="9000" b="1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Agenda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6038850"/>
            <a:ext cx="5448300" cy="1917700"/>
            <a:chOff x="0" y="0"/>
            <a:chExt cx="7264400" cy="2556933"/>
          </a:xfrm>
        </p:grpSpPr>
        <p:sp>
          <p:nvSpPr>
            <p:cNvPr id="6" name="TextBox 6"/>
            <p:cNvSpPr txBox="1"/>
            <p:nvPr/>
          </p:nvSpPr>
          <p:spPr>
            <a:xfrm>
              <a:off x="0" y="38100"/>
              <a:ext cx="7264400" cy="1181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Atomic Theories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779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Early models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Modern theories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6038850"/>
            <a:ext cx="5448300" cy="1917700"/>
            <a:chOff x="0" y="0"/>
            <a:chExt cx="7264400" cy="2556933"/>
          </a:xfrm>
        </p:grpSpPr>
        <p:sp>
          <p:nvSpPr>
            <p:cNvPr id="9" name="TextBox 9"/>
            <p:cNvSpPr txBox="1"/>
            <p:nvPr/>
          </p:nvSpPr>
          <p:spPr>
            <a:xfrm>
              <a:off x="0" y="38100"/>
              <a:ext cx="7264400" cy="1181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Particle Physics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779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Subatomic particles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Fundamental forces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Atomic Models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740535"/>
            <a:chOff x="0" y="0"/>
            <a:chExt cx="4805315" cy="232071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Dalton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14173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Solid sphere model of atoms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740535"/>
            <a:chOff x="0" y="0"/>
            <a:chExt cx="4042139" cy="232071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Thomson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14173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Plum pudding model of electrons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740535"/>
            <a:chOff x="0" y="0"/>
            <a:chExt cx="4042139" cy="232071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Rutherford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14173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Nuclear model with dense nucleus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740535"/>
            <a:chOff x="0" y="0"/>
            <a:chExt cx="4033431" cy="232071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Bohr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14173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Quantized orbits of electrons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4862292"/>
            <a:chOff x="0" y="0"/>
            <a:chExt cx="9182100" cy="6483056"/>
          </a:xfrm>
        </p:grpSpPr>
        <p:sp>
          <p:nvSpPr>
            <p:cNvPr id="3" name="TextBox 3"/>
            <p:cNvSpPr txBox="1"/>
            <p:nvPr/>
          </p:nvSpPr>
          <p:spPr>
            <a:xfrm>
              <a:off x="0" y="85725"/>
              <a:ext cx="9182100" cy="440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65"/>
                </a:lnSpc>
                <a:spcBef>
                  <a:spcPct val="0"/>
                </a:spcBef>
              </a:pPr>
              <a:r>
                <a:rPr lang="en-US" sz="8850" b="1" u="none" strike="noStrike" spc="-88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Understanding Particle Physics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304072"/>
              <a:ext cx="91821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Particle physics studies </a:t>
              </a:r>
              <a:r>
                <a:rPr lang="en-US" sz="2499" b="1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fundamental particles</a:t>
              </a: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their interactions.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62470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Exploring the Building Blocks of Matter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-588019"/>
            <a:ext cx="9442510" cy="7522219"/>
            <a:chOff x="0" y="0"/>
            <a:chExt cx="3546545" cy="28252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46545" cy="2825296"/>
            </a:xfrm>
            <a:custGeom>
              <a:avLst/>
              <a:gdLst/>
              <a:ahLst/>
              <a:cxnLst/>
              <a:rect l="l" t="t" r="r" b="b"/>
              <a:pathLst>
                <a:path w="3546545" h="2825296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r="-1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458307"/>
            <a:chOff x="0" y="0"/>
            <a:chExt cx="9182100" cy="4611076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91821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Quarks and Leptons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016292"/>
              <a:ext cx="91821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essence of matter lies in these particles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33692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Fundamental Building Blocks of Matter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-588019"/>
            <a:ext cx="9442510" cy="7522219"/>
            <a:chOff x="0" y="0"/>
            <a:chExt cx="3546545" cy="28252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46545" cy="2825296"/>
            </a:xfrm>
            <a:custGeom>
              <a:avLst/>
              <a:gdLst/>
              <a:ahLst/>
              <a:cxnLst/>
              <a:rect l="l" t="t" r="r" b="b"/>
              <a:pathLst>
                <a:path w="3546545" h="2825296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r="-1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5382357"/>
            <a:chOff x="0" y="0"/>
            <a:chExt cx="9182100" cy="7176476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9182100" cy="449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Fundamental Forces of Nature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97492"/>
              <a:ext cx="91821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Strong, weak, electromagnetic, and gravitational forces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708525"/>
              <a:ext cx="9182100" cy="128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Understanding the interactions that govern matter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-588019"/>
            <a:ext cx="9442510" cy="7522219"/>
            <a:chOff x="0" y="0"/>
            <a:chExt cx="3546545" cy="28252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46545" cy="2825296"/>
            </a:xfrm>
            <a:custGeom>
              <a:avLst/>
              <a:gdLst/>
              <a:ahLst/>
              <a:cxnLst/>
              <a:rect l="l" t="t" r="r" b="b"/>
              <a:pathLst>
                <a:path w="3546545" h="2825296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r="-1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95325" y="666750"/>
            <a:ext cx="6858000" cy="3384550"/>
            <a:chOff x="0" y="0"/>
            <a:chExt cx="9144000" cy="4512733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The Standard Model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333750"/>
              <a:ext cx="91440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Framework for understanding fundamental particles and forces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Quarks and Leptons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879600"/>
            <a:chOff x="0" y="0"/>
            <a:chExt cx="4805315" cy="250613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8100"/>
              <a:ext cx="4805315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First generation quark type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879600"/>
            <a:chOff x="0" y="0"/>
            <a:chExt cx="4042139" cy="250613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Down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Second generation quark type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879600"/>
            <a:chOff x="0" y="0"/>
            <a:chExt cx="4042139" cy="250613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Charm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Third generation quark type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879600"/>
            <a:chOff x="0" y="0"/>
            <a:chExt cx="4033431" cy="250613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38100"/>
              <a:ext cx="4033431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Strange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32715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Fourth generation quark type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Force Carriers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2317750"/>
            <a:chOff x="0" y="0"/>
            <a:chExt cx="4805315" cy="309033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8100"/>
              <a:ext cx="4805315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Photons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32715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 b="1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Light particles</a:t>
              </a: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that carry electromagnetic force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879600"/>
            <a:chOff x="0" y="0"/>
            <a:chExt cx="4042139" cy="250613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Gluons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Hold quarks</a:t>
              </a: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together through strong force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879600"/>
            <a:chOff x="0" y="0"/>
            <a:chExt cx="4042139" cy="250613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 and Z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Mediators of weak</a:t>
              </a: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nuclear interactions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2565400"/>
            <a:chOff x="0" y="0"/>
            <a:chExt cx="4033431" cy="342053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38100"/>
              <a:ext cx="4033431" cy="2095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Higgs Boson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24155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Gives mass</a:t>
              </a: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to other fundamental particles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95325" y="666750"/>
            <a:ext cx="6858000" cy="3975100"/>
            <a:chOff x="0" y="0"/>
            <a:chExt cx="9144000" cy="5300133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449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Standard Model Insights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05350"/>
              <a:ext cx="91440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Achievements and challenges in particle physics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8324850" cy="7162800"/>
            <a:chOff x="0" y="0"/>
            <a:chExt cx="2192553" cy="18864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B7BEC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2457450"/>
            <a:ext cx="8324850" cy="7162800"/>
            <a:chOff x="0" y="0"/>
            <a:chExt cx="2192553" cy="18864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B7BEC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Connections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734675" y="5143500"/>
            <a:ext cx="5448300" cy="2298700"/>
            <a:chOff x="0" y="0"/>
            <a:chExt cx="7264400" cy="306493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Forces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01750"/>
              <a:ext cx="7264400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interactions between particles are governed by four fundamental forces in nature.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96809" y="5143500"/>
            <a:ext cx="5448300" cy="2298700"/>
            <a:chOff x="0" y="0"/>
            <a:chExt cx="7264400" cy="306493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Structure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01750"/>
              <a:ext cx="7264400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Atomic structure is fundamentally linked to the behavior of subatomic particles.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3869306" y="37982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507171" y="37982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7BE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Applications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2076768"/>
            <a:chOff x="0" y="0"/>
            <a:chExt cx="4805315" cy="276902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850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82"/>
                </a:lnSpc>
              </a:pPr>
              <a:r>
                <a:rPr lang="en-US" sz="4425" b="1" spc="-44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Imaging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00584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Enhances </a:t>
              </a:r>
              <a:r>
                <a:rPr lang="en-US" sz="2499" b="1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diagnostic accuracy</a:t>
              </a: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in healthcare.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2076768"/>
            <a:chOff x="0" y="0"/>
            <a:chExt cx="4042139" cy="276902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850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82"/>
                </a:lnSpc>
              </a:pPr>
              <a:r>
                <a:rPr lang="en-US" sz="4425" b="1" spc="-44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Accelerators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00584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Powers </a:t>
              </a:r>
              <a:r>
                <a:rPr lang="en-US" sz="2499" b="1" u="none" strike="noStrike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particle physics experiments</a:t>
              </a: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research.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638618"/>
            <a:chOff x="0" y="0"/>
            <a:chExt cx="4042139" cy="218482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850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82"/>
                </a:lnSpc>
              </a:pPr>
              <a:r>
                <a:rPr lang="en-US" sz="4425" b="1" spc="-44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Technology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058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Fuels </a:t>
              </a:r>
              <a:r>
                <a:rPr lang="en-US" sz="2499" b="1" u="none" strike="noStrike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advancements</a:t>
              </a: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in material science.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2076768"/>
            <a:chOff x="0" y="0"/>
            <a:chExt cx="4033431" cy="276902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850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82"/>
                </a:lnSpc>
              </a:pPr>
              <a:r>
                <a:rPr lang="en-US" sz="4425" b="1" spc="-44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Energy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005840"/>
              <a:ext cx="4033431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Supports </a:t>
              </a:r>
              <a:r>
                <a:rPr lang="en-US" sz="2499" b="1" u="none" strike="noStrike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clean energy</a:t>
              </a:r>
              <a:r>
                <a:rPr lang="en-US" sz="2499" u="none" strike="noStrike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solutions and innovations.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95325" y="666750"/>
            <a:ext cx="6858000" cy="5441950"/>
            <a:chOff x="0" y="0"/>
            <a:chExt cx="9144000" cy="7255933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586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1F293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Research Beyond the Standard Model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076950"/>
              <a:ext cx="91440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Exploring the </a:t>
              </a:r>
              <a:r>
                <a:rPr lang="en-US" sz="2499" b="1">
                  <a:solidFill>
                    <a:srgbClr val="1F293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frontiers of particle physics</a:t>
              </a: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theories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19850" y="4248150"/>
            <a:ext cx="1884131" cy="89068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172950" y="4248150"/>
            <a:ext cx="1884131" cy="89068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</a:pPr>
            <a:r>
              <a:rPr lang="en-US" sz="9000" b="1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Summary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6038850"/>
            <a:ext cx="5448300" cy="1917700"/>
            <a:chOff x="0" y="0"/>
            <a:chExt cx="7264400" cy="2556933"/>
          </a:xfrm>
        </p:grpSpPr>
        <p:sp>
          <p:nvSpPr>
            <p:cNvPr id="6" name="TextBox 6"/>
            <p:cNvSpPr txBox="1"/>
            <p:nvPr/>
          </p:nvSpPr>
          <p:spPr>
            <a:xfrm>
              <a:off x="0" y="38100"/>
              <a:ext cx="7264400" cy="1181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Atomic Theories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779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Historical models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Modern quantum theory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6038850"/>
            <a:ext cx="5448300" cy="1917700"/>
            <a:chOff x="0" y="0"/>
            <a:chExt cx="7264400" cy="2556933"/>
          </a:xfrm>
        </p:grpSpPr>
        <p:sp>
          <p:nvSpPr>
            <p:cNvPr id="9" name="TextBox 9"/>
            <p:cNvSpPr txBox="1"/>
            <p:nvPr/>
          </p:nvSpPr>
          <p:spPr>
            <a:xfrm>
              <a:off x="0" y="38100"/>
              <a:ext cx="7264400" cy="1181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6000" b="1" spc="-60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Particle Physics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779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Subatomic particles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Fundamental forces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9152890"/>
            <a:ext cx="688657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Nyutro Sans"/>
                <a:ea typeface="Nyutro Sans"/>
                <a:cs typeface="Nyutro Sans"/>
                <a:sym typeface="Nyutro Sans"/>
              </a:rPr>
              <a:t>Books, articles, and videos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Resources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10836075"/>
            <a:chOff x="0" y="0"/>
            <a:chExt cx="2252808" cy="29323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2809" cy="2932389"/>
            </a:xfrm>
            <a:custGeom>
              <a:avLst/>
              <a:gdLst/>
              <a:ahLst/>
              <a:cxnLst/>
              <a:rect l="l" t="t" r="r" b="b"/>
              <a:pathLst>
                <a:path w="2252809" h="2932389">
                  <a:moveTo>
                    <a:pt x="1765367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754716"/>
                  </a:lnTo>
                  <a:cubicBezTo>
                    <a:pt x="0" y="2852843"/>
                    <a:pt x="79547" y="2932389"/>
                    <a:pt x="177673" y="2932389"/>
                  </a:cubicBezTo>
                  <a:lnTo>
                    <a:pt x="2075136" y="2932389"/>
                  </a:lnTo>
                  <a:cubicBezTo>
                    <a:pt x="2173262" y="2932389"/>
                    <a:pt x="2252809" y="2852843"/>
                    <a:pt x="2252809" y="2754716"/>
                  </a:cubicBezTo>
                  <a:lnTo>
                    <a:pt x="2252809" y="523958"/>
                  </a:lnTo>
                  <a:cubicBezTo>
                    <a:pt x="2252809" y="480251"/>
                    <a:pt x="2236699" y="438079"/>
                    <a:pt x="2207560" y="405503"/>
                  </a:cubicBezTo>
                  <a:lnTo>
                    <a:pt x="1897783" y="59214"/>
                  </a:lnTo>
                  <a:cubicBezTo>
                    <a:pt x="1864079" y="21536"/>
                    <a:pt x="1815920" y="0"/>
                    <a:pt x="1765367" y="0"/>
                  </a:cubicBezTo>
                  <a:close/>
                </a:path>
              </a:pathLst>
            </a:custGeom>
            <a:blipFill>
              <a:blip r:embed="rId2"/>
              <a:stretch>
                <a:fillRect t="-212" b="-2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878" y="2781300"/>
            <a:ext cx="18315878" cy="7505700"/>
            <a:chOff x="0" y="0"/>
            <a:chExt cx="5069177" cy="1268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69177" cy="1268375"/>
            </a:xfrm>
            <a:custGeom>
              <a:avLst/>
              <a:gdLst/>
              <a:ahLst/>
              <a:cxnLst/>
              <a:rect l="l" t="t" r="r" b="b"/>
              <a:pathLst>
                <a:path w="5069177" h="1268375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81575" y="7829550"/>
            <a:ext cx="4010025" cy="904575"/>
            <a:chOff x="0" y="0"/>
            <a:chExt cx="5346700" cy="1206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 dirty="0">
                <a:solidFill>
                  <a:srgbClr val="9CA3AF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b="1" u="none" strike="noStrike" dirty="0">
                <a:solidFill>
                  <a:srgbClr val="9CA3AF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7829550"/>
            <a:ext cx="4010025" cy="904575"/>
            <a:chOff x="0" y="0"/>
            <a:chExt cx="5346700" cy="1206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 dirty="0">
                <a:solidFill>
                  <a:srgbClr val="9CA3AF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b="1" u="none" strike="noStrike" dirty="0">
                <a:solidFill>
                  <a:srgbClr val="9CA3AF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F293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Application>Microsoft Macintosh PowerPoint</Application>
  <PresentationFormat>Custom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</vt:lpstr>
      <vt:lpstr>Nyutro Sans Heavy</vt:lpstr>
      <vt:lpstr>Nyutro Sans Bold</vt:lpstr>
      <vt:lpstr>Nyutro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Atomic Theories and Particle Physics</dc:title>
  <dc:description>Presentation - Atomic Theories and Particle Physics</dc:description>
  <cp:lastModifiedBy>a31146</cp:lastModifiedBy>
  <cp:revision>2</cp:revision>
  <dcterms:created xsi:type="dcterms:W3CDTF">2006-08-16T00:00:00Z</dcterms:created>
  <dcterms:modified xsi:type="dcterms:W3CDTF">2025-12-18T11:06:59Z</dcterms:modified>
  <dc:identifier>DAG723a8ZlE</dc:identifier>
</cp:coreProperties>
</file>