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B0A3-3EAB-4F71-840B-1A860A3F6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FBED4-3EAA-4CAC-8095-3461E3700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355C7-4484-4760-8EFC-3C7372B0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EA751-4BA7-46B4-8BB6-F2737C4F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9C7BB-05D4-4B11-BF1E-CEAEFBAD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2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44DD-8CA8-4A7A-9D19-BF381527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486D-8363-4EA6-802E-BDEA0BD0E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66F1A-8170-4697-B947-82F22F50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710F-C679-48E6-AE2F-89C995D6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B0B04-17AE-4E92-9714-E0FA2C8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BAA6-4F26-4905-9698-B2AC9248F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3AFBF-75A6-4D6F-89B1-805394C41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5CFB5-D165-4DE8-A99E-DFCAFE06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D1C9-D60B-459A-98A8-5EFD0FB4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AD2B5-EDFC-4CCF-923D-7FC61340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7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B361-D15F-4763-B7DE-967F873B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308A-8AD5-4D29-BF9E-29DD0837A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455CC-5DF1-4C4C-91AA-761BACA26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18F3E-A81A-4FB9-B10B-4BC4E07E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2B1B9-5B7F-49AD-A687-532F614C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ABBCF-3C33-4FB8-AA81-DC13DD85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9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A3A6-2891-416A-AB62-15D24ACA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729B8-61FE-4C01-84DF-84E1454FB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88A03-79D4-475D-B831-773B09134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1F24E-B9BA-4A30-B5DF-C590399B2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AE512-A126-4F6E-9A3A-7388ED96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E87A0-2AEC-4E25-A3EE-B706645B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E91AF-EF26-480E-950D-8EFD2AB4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064A2-1B3C-4EB9-B381-E50DE23C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4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015D-D358-4AC3-AF2F-7AACF88B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2DE14-0564-4E99-994B-0E40C60E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9BFB8-04AC-4E28-8D88-6CD5CA4E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99AD5-0BDF-4FA1-9069-F3CAEEBB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BA730-20B8-4E5C-8FB6-7ECA7245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164D5-B4D1-4585-8A59-63A52BA0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BB4B-7E72-4F4A-B7E3-E1CF9936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5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7E44-A86D-4083-9AC4-6048E014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51632-C857-4453-BFBD-6C47AD871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73D71-CDBA-4A52-8432-6C6DD8398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DCAD2-7AA0-4C6A-B4E1-D7520854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3282-CFC0-4CCD-A57B-A5F09844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8C735-B281-4DB1-B3F4-3B47F2EA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6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A977-69D3-41EB-8035-E137315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AE6A8-0914-446E-9345-06609C244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A0C13-9AF5-4CAB-BD05-5B4200FC0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E267-80D8-462C-A867-17305D61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891A1-B348-4CC2-A24E-B22C6E79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1518B-AA7B-4FA2-BE23-3FC284A9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0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93AD-F4FE-427B-9610-7F25ACE6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02D20-D623-40B9-9198-9DAD98137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C707-F827-4A66-99DA-97FC7669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3EB5D-9C62-4CE8-BBD5-264B45FF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04A1A-C481-434C-8E70-FB359152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0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E0441-B9CD-47C7-91B8-BB20E5A2E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98010-4787-4D8F-A540-50775E17F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1937D-9C18-469A-AC6F-CAD0351B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0EAF3-7453-4138-B9DE-8251294A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CF178-DC03-4672-84BE-E276A216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4000" b="-6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C0E8F-345D-4B7D-B4C5-ADB3B547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224B-FBB7-47B1-8645-349DCBCCF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2C6ED-BC49-4830-A1B7-3EBFB44EF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B7E2A-B726-4EF1-AB6C-889E720128C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E82A0-DB27-4D94-A3E7-E4A90B806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2E61-E1F7-4688-9B85-7C7F16CC7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DCB61-ED01-487C-851E-E852BDE27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5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EBF7-75CC-4C61-A281-36F50E2B9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Theories, Particle Physics &amp;Standard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E991E-BB83-4B5B-B9DA-72A876674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3612356"/>
            <a:ext cx="3438526" cy="1543050"/>
          </a:xfrm>
        </p:spPr>
        <p:txBody>
          <a:bodyPr/>
          <a:lstStyle/>
          <a:p>
            <a:r>
              <a:rPr lang="en-US" i="1" dirty="0"/>
              <a:t>Amna Muskan</a:t>
            </a:r>
          </a:p>
          <a:p>
            <a:r>
              <a:rPr lang="en-US" dirty="0"/>
              <a:t>25-F CY-109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B022E-DABE-4B30-BEB1-5D9D76AB9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3316287"/>
            <a:ext cx="5481036" cy="198913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74810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5DC2-A3F5-4BBC-BD4B-71012CDA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06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845DB-FB04-4A9B-8D86-D047E315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985"/>
            <a:ext cx="10515600" cy="4143977"/>
          </a:xfrm>
        </p:spPr>
        <p:txBody>
          <a:bodyPr/>
          <a:lstStyle/>
          <a:p>
            <a:r>
              <a:rPr lang="en-US" dirty="0"/>
              <a:t> Physics helps us understand matter and energy.</a:t>
            </a:r>
          </a:p>
          <a:p>
            <a:r>
              <a:rPr lang="en-US" dirty="0"/>
              <a:t> Atomic theory explains the structure of atoms.</a:t>
            </a:r>
          </a:p>
          <a:p>
            <a:r>
              <a:rPr lang="en-US" dirty="0"/>
              <a:t> Particle physics studies matter at the smallest scale.</a:t>
            </a:r>
          </a:p>
          <a:p>
            <a:r>
              <a:rPr lang="en-US" dirty="0"/>
              <a:t> The Standard Model combines these ideas.</a:t>
            </a:r>
          </a:p>
        </p:txBody>
      </p:sp>
    </p:spTree>
    <p:extLst>
      <p:ext uri="{BB962C8B-B14F-4D97-AF65-F5344CB8AC3E}">
        <p14:creationId xmlns:p14="http://schemas.microsoft.com/office/powerpoint/2010/main" val="427915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517E-4DDA-425A-8BA1-B25266D4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257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Atom?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10E2D-DEF8-4F3C-86F8-9125E9F0A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 An atom is the smallest unit of an element.</a:t>
            </a:r>
          </a:p>
          <a:p>
            <a:r>
              <a:rPr lang="en-US" dirty="0"/>
              <a:t> Atoms form molecules and compounds.</a:t>
            </a:r>
          </a:p>
          <a:p>
            <a:r>
              <a:rPr lang="en-US" dirty="0"/>
              <a:t> All matter is made from atoms.</a:t>
            </a:r>
          </a:p>
        </p:txBody>
      </p:sp>
    </p:spTree>
    <p:extLst>
      <p:ext uri="{BB962C8B-B14F-4D97-AF65-F5344CB8AC3E}">
        <p14:creationId xmlns:p14="http://schemas.microsoft.com/office/powerpoint/2010/main" val="267477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1798-D686-463D-AEE2-AFE98775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257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History Of Atomic Idea(400 BC)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6202-FA6A-4437-9FA7-0D33CC01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 Proposed by </a:t>
            </a:r>
            <a:r>
              <a:rPr lang="en-US" i="1" dirty="0"/>
              <a:t>Democritus.</a:t>
            </a:r>
          </a:p>
          <a:p>
            <a:r>
              <a:rPr lang="en-US" dirty="0"/>
              <a:t> Matter is made of tiny indivisible particles.</a:t>
            </a:r>
          </a:p>
          <a:p>
            <a:r>
              <a:rPr lang="en-US" dirty="0"/>
              <a:t> These particles were called </a:t>
            </a:r>
            <a:r>
              <a:rPr lang="en-US" dirty="0" err="1"/>
              <a:t>atomos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12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979A-024D-4270-9802-2EF5496B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36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Dalton’s Atomic Theory(1803)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ED2F-4C80-4FFF-8DD5-6328CEE1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300"/>
            <a:ext cx="10515600" cy="4351338"/>
          </a:xfrm>
        </p:spPr>
        <p:txBody>
          <a:bodyPr/>
          <a:lstStyle/>
          <a:p>
            <a:r>
              <a:rPr lang="en-US" dirty="0"/>
              <a:t> Given by </a:t>
            </a:r>
            <a:r>
              <a:rPr lang="en-US" i="1" dirty="0"/>
              <a:t>John Dalton.</a:t>
            </a:r>
          </a:p>
          <a:p>
            <a:r>
              <a:rPr lang="en-US" dirty="0"/>
              <a:t> Matter consists of atoms.</a:t>
            </a:r>
          </a:p>
          <a:p>
            <a:r>
              <a:rPr lang="en-US" dirty="0"/>
              <a:t> Atoms of different elements are different.</a:t>
            </a:r>
          </a:p>
          <a:p>
            <a:r>
              <a:rPr lang="en-US" dirty="0"/>
              <a:t> Atoms combine in fixed ratios.</a:t>
            </a:r>
          </a:p>
        </p:txBody>
      </p:sp>
    </p:spTree>
    <p:extLst>
      <p:ext uri="{BB962C8B-B14F-4D97-AF65-F5344CB8AC3E}">
        <p14:creationId xmlns:p14="http://schemas.microsoft.com/office/powerpoint/2010/main" val="417344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0034-29EE-4758-999E-253B7314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21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Of Electron(1897)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35DF-2CFB-47F9-89C4-702DE494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 Discovered by </a:t>
            </a:r>
            <a:r>
              <a:rPr lang="en-US" i="1" dirty="0"/>
              <a:t>J.J. Thomson.</a:t>
            </a:r>
          </a:p>
          <a:p>
            <a:r>
              <a:rPr lang="en-US" dirty="0"/>
              <a:t> Showed atoms are divisible.</a:t>
            </a:r>
          </a:p>
          <a:p>
            <a:r>
              <a:rPr lang="en-US" dirty="0"/>
              <a:t> Electron carries negative charge.</a:t>
            </a:r>
          </a:p>
        </p:txBody>
      </p:sp>
    </p:spTree>
    <p:extLst>
      <p:ext uri="{BB962C8B-B14F-4D97-AF65-F5344CB8AC3E}">
        <p14:creationId xmlns:p14="http://schemas.microsoft.com/office/powerpoint/2010/main" val="357642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7245-4EE2-4676-9307-3DA8955E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16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Thomson’s Atomic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6FA63-40FF-4346-8E96-96C1DDE8E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369"/>
            <a:ext cx="10515600" cy="4351338"/>
          </a:xfrm>
        </p:spPr>
        <p:txBody>
          <a:bodyPr/>
          <a:lstStyle/>
          <a:p>
            <a:r>
              <a:rPr lang="en-US" dirty="0"/>
              <a:t> Atom is a positively charged sphere.</a:t>
            </a:r>
          </a:p>
          <a:p>
            <a:r>
              <a:rPr lang="en-US" dirty="0"/>
              <a:t> Electrons are embedded inside.</a:t>
            </a:r>
          </a:p>
          <a:p>
            <a:r>
              <a:rPr lang="en-US" dirty="0"/>
              <a:t> Known as the Plum Pudding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93043-17CF-4BC9-B302-9C853AB1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4" y="1934369"/>
            <a:ext cx="3171825" cy="2066925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33110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DD72-A5F6-411E-8B69-1D39B2A9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41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Rutherford’s Atomic Model: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18852-6A5E-4A7F-93D9-ECBE9EFD0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844"/>
            <a:ext cx="10515600" cy="4351338"/>
          </a:xfrm>
        </p:spPr>
        <p:txBody>
          <a:bodyPr/>
          <a:lstStyle/>
          <a:p>
            <a:r>
              <a:rPr lang="en-US" dirty="0"/>
              <a:t> Discovered the nucleus.</a:t>
            </a:r>
          </a:p>
          <a:p>
            <a:r>
              <a:rPr lang="en-US" dirty="0"/>
              <a:t> Atom has a dense, positive center.</a:t>
            </a:r>
          </a:p>
          <a:p>
            <a:r>
              <a:rPr lang="en-US" dirty="0"/>
              <a:t> Most of the atom is empty space.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1C759-F12C-41B8-98C9-2A713751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914525"/>
            <a:ext cx="3190874" cy="21859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47644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8C6C-DFEA-40A0-BD46-6F7A589E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257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Bohr’s Atomic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8F29C-8CA9-444D-8189-503E214E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2056"/>
            <a:ext cx="10515600" cy="4351338"/>
          </a:xfrm>
        </p:spPr>
        <p:txBody>
          <a:bodyPr/>
          <a:lstStyle/>
          <a:p>
            <a:r>
              <a:rPr lang="en-US" dirty="0"/>
              <a:t> Electrons move in fixed circular orbits.</a:t>
            </a:r>
          </a:p>
          <a:p>
            <a:r>
              <a:rPr lang="en-US" dirty="0"/>
              <a:t> Each orbit has a fixed energy.</a:t>
            </a:r>
          </a:p>
          <a:p>
            <a:r>
              <a:rPr lang="en-US" dirty="0"/>
              <a:t> Explains atomic spectra.</a:t>
            </a:r>
          </a:p>
        </p:txBody>
      </p:sp>
    </p:spTree>
    <p:extLst>
      <p:ext uri="{BB962C8B-B14F-4D97-AF65-F5344CB8AC3E}">
        <p14:creationId xmlns:p14="http://schemas.microsoft.com/office/powerpoint/2010/main" val="179572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A1D1-8FDA-4530-9913-163CE766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818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61EF5-54DC-4B31-8CD8-936448B99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444"/>
            <a:ext cx="10515600" cy="4351338"/>
          </a:xfrm>
        </p:spPr>
        <p:txBody>
          <a:bodyPr/>
          <a:lstStyle/>
          <a:p>
            <a:r>
              <a:rPr lang="en-US" dirty="0"/>
              <a:t>Energy of electron in hydrogen atom:</a:t>
            </a:r>
          </a:p>
          <a:p>
            <a:r>
              <a:rPr lang="en-US" dirty="0"/>
              <a:t>Eₙ = −13.6 / n²  (eV)</a:t>
            </a:r>
          </a:p>
          <a:p>
            <a:r>
              <a:rPr lang="en-US" dirty="0"/>
              <a:t> n = principal quantum number</a:t>
            </a:r>
          </a:p>
        </p:txBody>
      </p:sp>
    </p:spTree>
    <p:extLst>
      <p:ext uri="{BB962C8B-B14F-4D97-AF65-F5344CB8AC3E}">
        <p14:creationId xmlns:p14="http://schemas.microsoft.com/office/powerpoint/2010/main" val="346893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BABE-257C-42D6-9CA1-4E194701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927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Mechanical Model: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C9E6D-354C-40F2-BC64-C161785A0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7388"/>
            <a:ext cx="10515600" cy="4351338"/>
          </a:xfrm>
        </p:spPr>
        <p:txBody>
          <a:bodyPr/>
          <a:lstStyle/>
          <a:p>
            <a:r>
              <a:rPr lang="en-US" dirty="0"/>
              <a:t> Proposed by </a:t>
            </a:r>
            <a:r>
              <a:rPr lang="en-US" i="1" dirty="0"/>
              <a:t>Schrodinger &amp; Heisenberg.</a:t>
            </a:r>
          </a:p>
          <a:p>
            <a:r>
              <a:rPr lang="en-US" dirty="0"/>
              <a:t> Electrons behave like waves.</a:t>
            </a:r>
          </a:p>
          <a:p>
            <a:r>
              <a:rPr lang="en-US" dirty="0"/>
              <a:t> Position is described by probability.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DBF2B-FC51-41D7-81E0-FB0CC1B9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962" y="1957388"/>
            <a:ext cx="3062288" cy="1881188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412746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3B08-4E61-4D29-A372-28092E03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33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Atomic Theory: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7B42-A49A-4677-97B8-B17866972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7566"/>
            <a:ext cx="10515600" cy="4351338"/>
          </a:xfrm>
        </p:spPr>
        <p:txBody>
          <a:bodyPr/>
          <a:lstStyle/>
          <a:p>
            <a:r>
              <a:rPr lang="en-US" dirty="0"/>
              <a:t> Chemical bonding and reactions.</a:t>
            </a:r>
          </a:p>
          <a:p>
            <a:r>
              <a:rPr lang="en-US" dirty="0"/>
              <a:t> Nuclear energy production.</a:t>
            </a:r>
          </a:p>
          <a:p>
            <a:r>
              <a:rPr lang="en-US" dirty="0"/>
              <a:t> Medical uses like X-rays and MRI.</a:t>
            </a:r>
          </a:p>
        </p:txBody>
      </p:sp>
    </p:spTree>
    <p:extLst>
      <p:ext uri="{BB962C8B-B14F-4D97-AF65-F5344CB8AC3E}">
        <p14:creationId xmlns:p14="http://schemas.microsoft.com/office/powerpoint/2010/main" val="2766395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AA5A-B904-4737-80AE-527B7ECE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06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Particle Physics: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CF40-4AD1-4B95-AEF8-232AF3BE6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9812"/>
            <a:ext cx="10515600" cy="4351338"/>
          </a:xfrm>
        </p:spPr>
        <p:txBody>
          <a:bodyPr/>
          <a:lstStyle/>
          <a:p>
            <a:r>
              <a:rPr lang="en-US" dirty="0"/>
              <a:t> Branch of physics studying subatomic particles.</a:t>
            </a:r>
          </a:p>
          <a:p>
            <a:r>
              <a:rPr lang="en-US" dirty="0"/>
              <a:t> Explains matter, forces, and energy.</a:t>
            </a:r>
          </a:p>
          <a:p>
            <a:r>
              <a:rPr lang="en-US" dirty="0"/>
              <a:t> Also called high-energy physics.</a:t>
            </a:r>
          </a:p>
        </p:txBody>
      </p:sp>
    </p:spTree>
    <p:extLst>
      <p:ext uri="{BB962C8B-B14F-4D97-AF65-F5344CB8AC3E}">
        <p14:creationId xmlns:p14="http://schemas.microsoft.com/office/powerpoint/2010/main" val="1428931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4B93-6761-4B21-90D9-1DFF6608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9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Particle Physics: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AE0D-7A3C-4C2E-8533-3E1532CAB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 1897: Electron discovered.</a:t>
            </a:r>
          </a:p>
          <a:p>
            <a:r>
              <a:rPr lang="en-US" dirty="0"/>
              <a:t> 1932: Neutron discovered.</a:t>
            </a:r>
          </a:p>
          <a:p>
            <a:r>
              <a:rPr lang="en-US" dirty="0"/>
              <a:t> 20th century: Many particles identified.</a:t>
            </a:r>
          </a:p>
        </p:txBody>
      </p:sp>
    </p:spTree>
    <p:extLst>
      <p:ext uri="{BB962C8B-B14F-4D97-AF65-F5344CB8AC3E}">
        <p14:creationId xmlns:p14="http://schemas.microsoft.com/office/powerpoint/2010/main" val="270746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D725-4CDC-4937-A4FA-5C51C679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2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Particles: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87F4-8585-43E9-A49E-510591884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035"/>
            <a:ext cx="10515600" cy="4351338"/>
          </a:xfrm>
        </p:spPr>
        <p:txBody>
          <a:bodyPr/>
          <a:lstStyle/>
          <a:p>
            <a:r>
              <a:rPr lang="en-US" dirty="0"/>
              <a:t> Matter particles (fermions).</a:t>
            </a:r>
          </a:p>
          <a:p>
            <a:r>
              <a:rPr lang="en-US" dirty="0"/>
              <a:t> Force-carrying particles (bosons).</a:t>
            </a:r>
          </a:p>
          <a:p>
            <a:r>
              <a:rPr lang="en-US" dirty="0"/>
              <a:t> These particles form the universe.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87D76-6DCA-40B3-8890-139C0A348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917" y="1941035"/>
            <a:ext cx="3128963" cy="1927225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43464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5604-E7A7-4BA6-A911-917622EE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47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Particles: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D9B71-A374-46F8-8A0B-60D4404A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Quarks: up, down, charm, strange, top, bottom.</a:t>
            </a:r>
          </a:p>
          <a:p>
            <a:r>
              <a:rPr lang="en-US" dirty="0"/>
              <a:t>Leptons: electron, muon, tau, neutrinos.</a:t>
            </a:r>
          </a:p>
        </p:txBody>
      </p:sp>
    </p:spTree>
    <p:extLst>
      <p:ext uri="{BB962C8B-B14F-4D97-AF65-F5344CB8AC3E}">
        <p14:creationId xmlns:p14="http://schemas.microsoft.com/office/powerpoint/2010/main" val="2493160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8631-D27F-4822-86FF-58435B56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2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Particles: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47DB-831E-415D-8CE1-5C433E168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034"/>
            <a:ext cx="10515600" cy="4351338"/>
          </a:xfrm>
        </p:spPr>
        <p:txBody>
          <a:bodyPr/>
          <a:lstStyle/>
          <a:p>
            <a:r>
              <a:rPr lang="en-US" dirty="0"/>
              <a:t> Photon – electromagnetic force.</a:t>
            </a:r>
          </a:p>
          <a:p>
            <a:r>
              <a:rPr lang="en-US" dirty="0"/>
              <a:t> Gluon – strong force.</a:t>
            </a:r>
          </a:p>
          <a:p>
            <a:r>
              <a:rPr lang="en-US" dirty="0"/>
              <a:t> W and Z bosons – weak force.</a:t>
            </a:r>
          </a:p>
        </p:txBody>
      </p:sp>
    </p:spTree>
    <p:extLst>
      <p:ext uri="{BB962C8B-B14F-4D97-AF65-F5344CB8AC3E}">
        <p14:creationId xmlns:p14="http://schemas.microsoft.com/office/powerpoint/2010/main" val="4047384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E5F5-66F3-4525-A2B6-E7447968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73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1097A-E8DC-4114-AFA2-60BB220D3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300"/>
            <a:ext cx="10515600" cy="4351338"/>
          </a:xfrm>
        </p:spPr>
        <p:txBody>
          <a:bodyPr/>
          <a:lstStyle/>
          <a:p>
            <a:r>
              <a:rPr lang="en-US" dirty="0"/>
              <a:t> Einstein’s mass–energy relation:</a:t>
            </a:r>
          </a:p>
          <a:p>
            <a:r>
              <a:rPr lang="en-US" dirty="0"/>
              <a:t> E = mc²</a:t>
            </a:r>
          </a:p>
          <a:p>
            <a:r>
              <a:rPr lang="en-US" dirty="0"/>
              <a:t> Shows mass can be converted into energy.</a:t>
            </a:r>
          </a:p>
        </p:txBody>
      </p:sp>
    </p:spTree>
    <p:extLst>
      <p:ext uri="{BB962C8B-B14F-4D97-AF65-F5344CB8AC3E}">
        <p14:creationId xmlns:p14="http://schemas.microsoft.com/office/powerpoint/2010/main" val="2566699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103C-95E9-4291-9968-21C42AD9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86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Particle Physics: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77A5-B724-4066-B761-49075EA7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5423"/>
            <a:ext cx="10515600" cy="4351338"/>
          </a:xfrm>
        </p:spPr>
        <p:txBody>
          <a:bodyPr/>
          <a:lstStyle/>
          <a:p>
            <a:r>
              <a:rPr lang="en-US" dirty="0"/>
              <a:t> Particle accelerators (CERN).</a:t>
            </a:r>
          </a:p>
          <a:p>
            <a:r>
              <a:rPr lang="en-US" dirty="0"/>
              <a:t> Cancer treatment (radiation therapy).</a:t>
            </a:r>
          </a:p>
          <a:p>
            <a:r>
              <a:rPr lang="en-US" dirty="0"/>
              <a:t> Electronics and modern technology.</a:t>
            </a:r>
          </a:p>
        </p:txBody>
      </p:sp>
    </p:spTree>
    <p:extLst>
      <p:ext uri="{BB962C8B-B14F-4D97-AF65-F5344CB8AC3E}">
        <p14:creationId xmlns:p14="http://schemas.microsoft.com/office/powerpoint/2010/main" val="198772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0C5A-1B09-4453-8E2F-08B29877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00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Standard Model: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5F4C9-937C-4FF5-8512-407398BC8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 A theory explaining fundamental particles.</a:t>
            </a:r>
          </a:p>
          <a:p>
            <a:r>
              <a:rPr lang="en-US" dirty="0"/>
              <a:t> Describes three basic forces.</a:t>
            </a:r>
          </a:p>
          <a:p>
            <a:r>
              <a:rPr lang="en-US" dirty="0"/>
              <a:t> Gravity is not included.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795A3-3EC8-43AB-81C9-AAEA8BB89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966" y="2514600"/>
            <a:ext cx="3381375" cy="1795065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66152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DD15-540C-456B-9CDE-9C301762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136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08E7-CEC1-403E-A0F3-4EE616E6C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6932"/>
            <a:ext cx="10515600" cy="4351338"/>
          </a:xfrm>
        </p:spPr>
        <p:txBody>
          <a:bodyPr/>
          <a:lstStyle/>
          <a:p>
            <a:r>
              <a:rPr lang="en-US" dirty="0"/>
              <a:t> Quarks</a:t>
            </a:r>
          </a:p>
          <a:p>
            <a:r>
              <a:rPr lang="en-US" dirty="0"/>
              <a:t> Leptons</a:t>
            </a:r>
          </a:p>
          <a:p>
            <a:r>
              <a:rPr lang="en-US" dirty="0"/>
              <a:t> Gauge Bosons</a:t>
            </a:r>
          </a:p>
          <a:p>
            <a:r>
              <a:rPr lang="en-US" dirty="0"/>
              <a:t> Higgs Boson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4CD39-9EF5-400D-BFFC-01336959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2321615"/>
            <a:ext cx="3272901" cy="1960986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731457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5638-A970-40D5-8F16-F5DC0C04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584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62AC8-E690-469B-AC7E-271B1A989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2202"/>
            <a:ext cx="10515600" cy="4351338"/>
          </a:xfrm>
        </p:spPr>
        <p:txBody>
          <a:bodyPr/>
          <a:lstStyle/>
          <a:p>
            <a:r>
              <a:rPr lang="en-US" dirty="0"/>
              <a:t> 1960s: Quark theory proposed.</a:t>
            </a:r>
          </a:p>
          <a:p>
            <a:r>
              <a:rPr lang="en-US" dirty="0"/>
              <a:t> 1970s: Electroweak theory developed.</a:t>
            </a:r>
          </a:p>
          <a:p>
            <a:r>
              <a:rPr lang="en-US" dirty="0"/>
              <a:t> 2012: Higgs boson discovered.</a:t>
            </a:r>
          </a:p>
        </p:txBody>
      </p:sp>
    </p:spTree>
    <p:extLst>
      <p:ext uri="{BB962C8B-B14F-4D97-AF65-F5344CB8AC3E}">
        <p14:creationId xmlns:p14="http://schemas.microsoft.com/office/powerpoint/2010/main" val="2385376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63CE-6DE3-4A26-8A08-2DB5E27B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88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Standard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437B-464D-4409-8B42-05362C01F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444"/>
            <a:ext cx="10515600" cy="4351338"/>
          </a:xfrm>
        </p:spPr>
        <p:txBody>
          <a:bodyPr/>
          <a:lstStyle/>
          <a:p>
            <a:r>
              <a:rPr lang="en-US" dirty="0"/>
              <a:t> Explains nuclear reactions.</a:t>
            </a:r>
          </a:p>
          <a:p>
            <a:r>
              <a:rPr lang="en-US" dirty="0"/>
              <a:t> Helps in advanced scientific research.</a:t>
            </a:r>
          </a:p>
          <a:p>
            <a:r>
              <a:rPr lang="en-US" dirty="0"/>
              <a:t> Used in particle accelerators.</a:t>
            </a:r>
          </a:p>
        </p:txBody>
      </p:sp>
    </p:spTree>
    <p:extLst>
      <p:ext uri="{BB962C8B-B14F-4D97-AF65-F5344CB8AC3E}">
        <p14:creationId xmlns:p14="http://schemas.microsoft.com/office/powerpoint/2010/main" val="3333672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7DE4-F5C8-4957-AE11-2612AB00B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87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5314-9BB8-4F6D-BA32-7B1D3EAE8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790"/>
            <a:ext cx="10515600" cy="4351338"/>
          </a:xfrm>
        </p:spPr>
        <p:txBody>
          <a:bodyPr/>
          <a:lstStyle/>
          <a:p>
            <a:r>
              <a:rPr lang="en-US" dirty="0"/>
              <a:t>The standard model is explained using a main </a:t>
            </a:r>
            <a:r>
              <a:rPr lang="en-US" dirty="0" err="1"/>
              <a:t>eqution</a:t>
            </a:r>
            <a:r>
              <a:rPr lang="en-US" dirty="0"/>
              <a:t> called </a:t>
            </a:r>
            <a:r>
              <a:rPr lang="en-US" dirty="0" err="1"/>
              <a:t>lagrangian</a:t>
            </a:r>
            <a:r>
              <a:rPr lang="en-US" dirty="0"/>
              <a:t>:</a:t>
            </a:r>
          </a:p>
          <a:p>
            <a:r>
              <a:rPr lang="en-US" i="1" dirty="0"/>
              <a:t>L</a:t>
            </a:r>
            <a:r>
              <a:rPr lang="en-US" dirty="0"/>
              <a:t>SM=Gauge terms+ Matter terms+ Higgs terms</a:t>
            </a:r>
          </a:p>
          <a:p>
            <a:r>
              <a:rPr lang="en-US" dirty="0"/>
              <a:t>It is based on the symmetry:</a:t>
            </a:r>
          </a:p>
          <a:p>
            <a:r>
              <a:rPr lang="en-US" dirty="0"/>
              <a:t>SU(3)c x SU(2)l x SU(1)y</a:t>
            </a:r>
          </a:p>
        </p:txBody>
      </p:sp>
    </p:spTree>
    <p:extLst>
      <p:ext uri="{BB962C8B-B14F-4D97-AF65-F5344CB8AC3E}">
        <p14:creationId xmlns:p14="http://schemas.microsoft.com/office/powerpoint/2010/main" val="2850482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701D-9B4D-4B83-9E7A-2E3462F6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2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E034F-8272-43D1-B374-C97F8CC72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9812"/>
            <a:ext cx="10515600" cy="4351338"/>
          </a:xfrm>
        </p:spPr>
        <p:txBody>
          <a:bodyPr/>
          <a:lstStyle/>
          <a:p>
            <a:r>
              <a:rPr lang="en-US" dirty="0"/>
              <a:t> Atomic theory explains atom structure.</a:t>
            </a:r>
          </a:p>
          <a:p>
            <a:r>
              <a:rPr lang="en-US" dirty="0"/>
              <a:t> Particle physics studies smaller particles.</a:t>
            </a:r>
          </a:p>
          <a:p>
            <a:r>
              <a:rPr lang="en-US" dirty="0"/>
              <a:t> Standard Model unifies modern physics.</a:t>
            </a:r>
          </a:p>
        </p:txBody>
      </p:sp>
    </p:spTree>
    <p:extLst>
      <p:ext uri="{BB962C8B-B14F-4D97-AF65-F5344CB8AC3E}">
        <p14:creationId xmlns:p14="http://schemas.microsoft.com/office/powerpoint/2010/main" val="2095668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657</Words>
  <Application>Microsoft Office PowerPoint</Application>
  <PresentationFormat>Widescreen</PresentationFormat>
  <Paragraphs>102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Atomic Theories, Particle Physics &amp;Standard model</vt:lpstr>
      <vt:lpstr>Introduction:</vt:lpstr>
      <vt:lpstr>What Is An Atom?</vt:lpstr>
      <vt:lpstr>Early History Of Atomic Idea(400 BC)</vt:lpstr>
      <vt:lpstr>Dalton’s Atomic Theory(1803)</vt:lpstr>
      <vt:lpstr>Discovery Of Electron(1897)</vt:lpstr>
      <vt:lpstr>Thomson’s Atomic Model:</vt:lpstr>
      <vt:lpstr>Rutherford’s Atomic Model: </vt:lpstr>
      <vt:lpstr>Bohr’s Atomic Model:</vt:lpstr>
      <vt:lpstr>Mathematical Formula:</vt:lpstr>
      <vt:lpstr>Quantum Mechanical Model: </vt:lpstr>
      <vt:lpstr>Applications Of Atomic Theory:</vt:lpstr>
      <vt:lpstr>Introduction To Particle Physics: </vt:lpstr>
      <vt:lpstr>History Of Particle Physics:</vt:lpstr>
      <vt:lpstr>Fundamental Particles:</vt:lpstr>
      <vt:lpstr>Matter Particles:</vt:lpstr>
      <vt:lpstr>Force Particles:</vt:lpstr>
      <vt:lpstr>Mathematical Formula:</vt:lpstr>
      <vt:lpstr>Applications Of Particle Physics:</vt:lpstr>
      <vt:lpstr>Introduction To Standard Model: </vt:lpstr>
      <vt:lpstr>Components Of Standard Model:</vt:lpstr>
      <vt:lpstr>History Of Standard Model:</vt:lpstr>
      <vt:lpstr>Applications Of Standard Model:</vt:lpstr>
      <vt:lpstr>Mathematical Formula:</vt:lpstr>
      <vt:lpstr>Overall Summary: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Theories, Particle Physics &amp;Standard model</dc:title>
  <dc:creator>saad</dc:creator>
  <cp:lastModifiedBy>saad</cp:lastModifiedBy>
  <cp:revision>10</cp:revision>
  <dcterms:created xsi:type="dcterms:W3CDTF">2025-12-16T15:58:20Z</dcterms:created>
  <dcterms:modified xsi:type="dcterms:W3CDTF">2025-12-18T16:54:30Z</dcterms:modified>
</cp:coreProperties>
</file>