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4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707" autoAdjust="0"/>
  </p:normalViewPr>
  <p:slideViewPr>
    <p:cSldViewPr snapToGrid="0">
      <p:cViewPr varScale="1">
        <p:scale>
          <a:sx n="63" d="100"/>
          <a:sy n="63" d="100"/>
        </p:scale>
        <p:origin x="1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68A3F3-7611-48EF-AD0A-568486E341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DB37EA-20A6-4E5F-8AAF-8E3ADCFB2DB7}">
      <dgm:prSet/>
      <dgm:spPr/>
      <dgm:t>
        <a:bodyPr/>
        <a:lstStyle/>
        <a:p>
          <a:r>
            <a:rPr lang="en-US"/>
            <a:t>John Dalton introduced the first modern atomic theory based on experimental evidence. He suggested that all matter is made of extremely small particles known as atoms.</a:t>
          </a:r>
        </a:p>
      </dgm:t>
    </dgm:pt>
    <dgm:pt modelId="{53BB0D3A-BE6E-4216-A209-734FB07AFA57}" type="parTrans" cxnId="{6CDB5285-B45E-4382-ABFF-876B15DC0A3F}">
      <dgm:prSet/>
      <dgm:spPr/>
      <dgm:t>
        <a:bodyPr/>
        <a:lstStyle/>
        <a:p>
          <a:endParaRPr lang="en-US"/>
        </a:p>
      </dgm:t>
    </dgm:pt>
    <dgm:pt modelId="{BC35CE37-961F-4C68-B97F-01E7CF7AC103}" type="sibTrans" cxnId="{6CDB5285-B45E-4382-ABFF-876B15DC0A3F}">
      <dgm:prSet/>
      <dgm:spPr/>
      <dgm:t>
        <a:bodyPr/>
        <a:lstStyle/>
        <a:p>
          <a:endParaRPr lang="en-US"/>
        </a:p>
      </dgm:t>
    </dgm:pt>
    <dgm:pt modelId="{3746AB50-CF19-402D-B3FD-DB3ED277427B}">
      <dgm:prSet/>
      <dgm:spPr/>
      <dgm:t>
        <a:bodyPr/>
        <a:lstStyle/>
        <a:p>
          <a:r>
            <a:rPr lang="en-US"/>
            <a:t>Dalton stated that atoms of a particular element are identical, while atoms of different elements have different masses and properties. Chemical reactions occur when atoms combine or separate.</a:t>
          </a:r>
        </a:p>
      </dgm:t>
    </dgm:pt>
    <dgm:pt modelId="{63C3E23B-55FB-4DDE-8CE7-CE0C57130C41}" type="parTrans" cxnId="{ED10D5CC-39CF-437A-9CF0-FF7EBC782766}">
      <dgm:prSet/>
      <dgm:spPr/>
      <dgm:t>
        <a:bodyPr/>
        <a:lstStyle/>
        <a:p>
          <a:endParaRPr lang="en-US"/>
        </a:p>
      </dgm:t>
    </dgm:pt>
    <dgm:pt modelId="{C490CB14-CBF1-47D3-8FC3-639F2ABBE5B7}" type="sibTrans" cxnId="{ED10D5CC-39CF-437A-9CF0-FF7EBC782766}">
      <dgm:prSet/>
      <dgm:spPr/>
      <dgm:t>
        <a:bodyPr/>
        <a:lstStyle/>
        <a:p>
          <a:endParaRPr lang="en-US"/>
        </a:p>
      </dgm:t>
    </dgm:pt>
    <dgm:pt modelId="{5CD8A3E6-CF27-4FBC-8A0F-9034CF73D970}">
      <dgm:prSet/>
      <dgm:spPr/>
      <dgm:t>
        <a:bodyPr/>
        <a:lstStyle/>
        <a:p>
          <a:r>
            <a:rPr lang="en-US"/>
            <a:t>Although Dalton’s theory had limitations, it laid the groundwork for future discoveries in atomic structure and chemistry.</a:t>
          </a:r>
        </a:p>
      </dgm:t>
    </dgm:pt>
    <dgm:pt modelId="{C95B9747-C17D-4349-BB81-E2AAE65078BF}" type="parTrans" cxnId="{85D4FC4C-7C44-4F8C-9EBC-CE189D75B439}">
      <dgm:prSet/>
      <dgm:spPr/>
      <dgm:t>
        <a:bodyPr/>
        <a:lstStyle/>
        <a:p>
          <a:endParaRPr lang="en-US"/>
        </a:p>
      </dgm:t>
    </dgm:pt>
    <dgm:pt modelId="{84C09753-8039-4D2B-BA83-CC6637A89BC5}" type="sibTrans" cxnId="{85D4FC4C-7C44-4F8C-9EBC-CE189D75B439}">
      <dgm:prSet/>
      <dgm:spPr/>
      <dgm:t>
        <a:bodyPr/>
        <a:lstStyle/>
        <a:p>
          <a:endParaRPr lang="en-US"/>
        </a:p>
      </dgm:t>
    </dgm:pt>
    <dgm:pt modelId="{345BF31D-F4D8-4F3E-97A0-D40997E4BEF2}" type="pres">
      <dgm:prSet presAssocID="{A368A3F3-7611-48EF-AD0A-568486E341A3}" presName="linear" presStyleCnt="0">
        <dgm:presLayoutVars>
          <dgm:animLvl val="lvl"/>
          <dgm:resizeHandles val="exact"/>
        </dgm:presLayoutVars>
      </dgm:prSet>
      <dgm:spPr/>
    </dgm:pt>
    <dgm:pt modelId="{385033B1-4772-483A-B9E2-EA844A06F95D}" type="pres">
      <dgm:prSet presAssocID="{89DB37EA-20A6-4E5F-8AAF-8E3ADCFB2DB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56D3C6-E8EE-4CCD-BFFD-423EE2CE1085}" type="pres">
      <dgm:prSet presAssocID="{BC35CE37-961F-4C68-B97F-01E7CF7AC103}" presName="spacer" presStyleCnt="0"/>
      <dgm:spPr/>
    </dgm:pt>
    <dgm:pt modelId="{46375E89-A5DF-4268-A2D4-88BE955B8C56}" type="pres">
      <dgm:prSet presAssocID="{3746AB50-CF19-402D-B3FD-DB3ED27742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ECEF94B-E50C-4878-B7AE-5E9AD1A0C02F}" type="pres">
      <dgm:prSet presAssocID="{C490CB14-CBF1-47D3-8FC3-639F2ABBE5B7}" presName="spacer" presStyleCnt="0"/>
      <dgm:spPr/>
    </dgm:pt>
    <dgm:pt modelId="{29F96457-8613-455A-84BF-8506E4E98501}" type="pres">
      <dgm:prSet presAssocID="{5CD8A3E6-CF27-4FBC-8A0F-9034CF73D97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A8BD3E-5830-4944-9945-AE171619B60D}" type="presOf" srcId="{A368A3F3-7611-48EF-AD0A-568486E341A3}" destId="{345BF31D-F4D8-4F3E-97A0-D40997E4BEF2}" srcOrd="0" destOrd="0" presId="urn:microsoft.com/office/officeart/2005/8/layout/vList2"/>
    <dgm:cxn modelId="{299B1760-9BDB-462E-A07D-824653EABF96}" type="presOf" srcId="{89DB37EA-20A6-4E5F-8AAF-8E3ADCFB2DB7}" destId="{385033B1-4772-483A-B9E2-EA844A06F95D}" srcOrd="0" destOrd="0" presId="urn:microsoft.com/office/officeart/2005/8/layout/vList2"/>
    <dgm:cxn modelId="{85D4FC4C-7C44-4F8C-9EBC-CE189D75B439}" srcId="{A368A3F3-7611-48EF-AD0A-568486E341A3}" destId="{5CD8A3E6-CF27-4FBC-8A0F-9034CF73D970}" srcOrd="2" destOrd="0" parTransId="{C95B9747-C17D-4349-BB81-E2AAE65078BF}" sibTransId="{84C09753-8039-4D2B-BA83-CC6637A89BC5}"/>
    <dgm:cxn modelId="{6CDB5285-B45E-4382-ABFF-876B15DC0A3F}" srcId="{A368A3F3-7611-48EF-AD0A-568486E341A3}" destId="{89DB37EA-20A6-4E5F-8AAF-8E3ADCFB2DB7}" srcOrd="0" destOrd="0" parTransId="{53BB0D3A-BE6E-4216-A209-734FB07AFA57}" sibTransId="{BC35CE37-961F-4C68-B97F-01E7CF7AC103}"/>
    <dgm:cxn modelId="{ED10D5CC-39CF-437A-9CF0-FF7EBC782766}" srcId="{A368A3F3-7611-48EF-AD0A-568486E341A3}" destId="{3746AB50-CF19-402D-B3FD-DB3ED277427B}" srcOrd="1" destOrd="0" parTransId="{63C3E23B-55FB-4DDE-8CE7-CE0C57130C41}" sibTransId="{C490CB14-CBF1-47D3-8FC3-639F2ABBE5B7}"/>
    <dgm:cxn modelId="{FAD16AE2-9F3C-4334-AA1F-D78EBA1666AA}" type="presOf" srcId="{3746AB50-CF19-402D-B3FD-DB3ED277427B}" destId="{46375E89-A5DF-4268-A2D4-88BE955B8C56}" srcOrd="0" destOrd="0" presId="urn:microsoft.com/office/officeart/2005/8/layout/vList2"/>
    <dgm:cxn modelId="{BBCEE4EC-10A7-4380-B843-019753001C35}" type="presOf" srcId="{5CD8A3E6-CF27-4FBC-8A0F-9034CF73D970}" destId="{29F96457-8613-455A-84BF-8506E4E98501}" srcOrd="0" destOrd="0" presId="urn:microsoft.com/office/officeart/2005/8/layout/vList2"/>
    <dgm:cxn modelId="{6088A63B-AE4D-46E9-95E5-52D32410068D}" type="presParOf" srcId="{345BF31D-F4D8-4F3E-97A0-D40997E4BEF2}" destId="{385033B1-4772-483A-B9E2-EA844A06F95D}" srcOrd="0" destOrd="0" presId="urn:microsoft.com/office/officeart/2005/8/layout/vList2"/>
    <dgm:cxn modelId="{BDA03F1C-113C-4374-84AE-A3449A906022}" type="presParOf" srcId="{345BF31D-F4D8-4F3E-97A0-D40997E4BEF2}" destId="{0C56D3C6-E8EE-4CCD-BFFD-423EE2CE1085}" srcOrd="1" destOrd="0" presId="urn:microsoft.com/office/officeart/2005/8/layout/vList2"/>
    <dgm:cxn modelId="{213309C5-B82C-43FB-BE16-7F8BA1F63031}" type="presParOf" srcId="{345BF31D-F4D8-4F3E-97A0-D40997E4BEF2}" destId="{46375E89-A5DF-4268-A2D4-88BE955B8C56}" srcOrd="2" destOrd="0" presId="urn:microsoft.com/office/officeart/2005/8/layout/vList2"/>
    <dgm:cxn modelId="{E498CB5E-184B-4DD1-A739-B9F9A0EE31A6}" type="presParOf" srcId="{345BF31D-F4D8-4F3E-97A0-D40997E4BEF2}" destId="{EECEF94B-E50C-4878-B7AE-5E9AD1A0C02F}" srcOrd="3" destOrd="0" presId="urn:microsoft.com/office/officeart/2005/8/layout/vList2"/>
    <dgm:cxn modelId="{3AFC0B16-FF12-4BD1-95E5-FF1DCDD737CB}" type="presParOf" srcId="{345BF31D-F4D8-4F3E-97A0-D40997E4BEF2}" destId="{29F96457-8613-455A-84BF-8506E4E9850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76F0F3-8F0A-48A4-B8F8-5CCAD3DCCC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FB62D7-8D65-4E56-A946-9415905BCB1B}">
      <dgm:prSet/>
      <dgm:spPr/>
      <dgm:t>
        <a:bodyPr/>
        <a:lstStyle/>
        <a:p>
          <a:r>
            <a:rPr lang="en-US"/>
            <a:t>J.J. Thomson discovered electrons and proposed that atoms consist of a positive mass with negatively charged electrons embedded inside it.</a:t>
          </a:r>
        </a:p>
      </dgm:t>
    </dgm:pt>
    <dgm:pt modelId="{17F84AEB-E94F-4FD1-94E7-66817C55D035}" type="parTrans" cxnId="{D48F66E6-51FB-440D-A088-16D30938CC0A}">
      <dgm:prSet/>
      <dgm:spPr/>
      <dgm:t>
        <a:bodyPr/>
        <a:lstStyle/>
        <a:p>
          <a:endParaRPr lang="en-US"/>
        </a:p>
      </dgm:t>
    </dgm:pt>
    <dgm:pt modelId="{EDD74F03-B5AA-491F-A9AB-5217A9A54AA2}" type="sibTrans" cxnId="{D48F66E6-51FB-440D-A088-16D30938CC0A}">
      <dgm:prSet/>
      <dgm:spPr/>
      <dgm:t>
        <a:bodyPr/>
        <a:lstStyle/>
        <a:p>
          <a:endParaRPr lang="en-US"/>
        </a:p>
      </dgm:t>
    </dgm:pt>
    <dgm:pt modelId="{36E4193C-522D-441C-950D-02EEC29B08FD}">
      <dgm:prSet/>
      <dgm:spPr/>
      <dgm:t>
        <a:bodyPr/>
        <a:lstStyle/>
        <a:p>
          <a:r>
            <a:rPr lang="en-US"/>
            <a:t>Later, Rutherford’s experiment showed that positive charge and most of the mass are concentrated in a tiny nucleus at the center of the atom. This revealed that atoms are mostly empty space.</a:t>
          </a:r>
        </a:p>
      </dgm:t>
    </dgm:pt>
    <dgm:pt modelId="{E0C5A559-E9AB-4C19-B22E-F1C4FB02C324}" type="parTrans" cxnId="{E624F5E3-98C2-43AA-B4CF-6B852E738AA2}">
      <dgm:prSet/>
      <dgm:spPr/>
      <dgm:t>
        <a:bodyPr/>
        <a:lstStyle/>
        <a:p>
          <a:endParaRPr lang="en-US"/>
        </a:p>
      </dgm:t>
    </dgm:pt>
    <dgm:pt modelId="{70559E32-8631-4589-BDE0-730F4EF5958F}" type="sibTrans" cxnId="{E624F5E3-98C2-43AA-B4CF-6B852E738AA2}">
      <dgm:prSet/>
      <dgm:spPr/>
      <dgm:t>
        <a:bodyPr/>
        <a:lstStyle/>
        <a:p>
          <a:endParaRPr lang="en-US"/>
        </a:p>
      </dgm:t>
    </dgm:pt>
    <dgm:pt modelId="{70F6E0F4-51E9-4B9D-AC34-DC8A885A41F2}">
      <dgm:prSet/>
      <dgm:spPr/>
      <dgm:t>
        <a:bodyPr/>
        <a:lstStyle/>
        <a:p>
          <a:r>
            <a:rPr lang="en-US"/>
            <a:t>Bohr refined this model by suggesting that electrons revolve in specific energy levels, helping explain atomic stability and emission spectra.</a:t>
          </a:r>
        </a:p>
      </dgm:t>
    </dgm:pt>
    <dgm:pt modelId="{EDB9BB73-489B-4610-BD45-198114B0B310}" type="parTrans" cxnId="{D2124052-0ACF-4024-9E9F-4CF8F4E70702}">
      <dgm:prSet/>
      <dgm:spPr/>
      <dgm:t>
        <a:bodyPr/>
        <a:lstStyle/>
        <a:p>
          <a:endParaRPr lang="en-US"/>
        </a:p>
      </dgm:t>
    </dgm:pt>
    <dgm:pt modelId="{07A40AC7-8E27-49E2-8420-76740419053A}" type="sibTrans" cxnId="{D2124052-0ACF-4024-9E9F-4CF8F4E70702}">
      <dgm:prSet/>
      <dgm:spPr/>
      <dgm:t>
        <a:bodyPr/>
        <a:lstStyle/>
        <a:p>
          <a:endParaRPr lang="en-US"/>
        </a:p>
      </dgm:t>
    </dgm:pt>
    <dgm:pt modelId="{0F410CB5-F2C1-42FD-999B-3FFB81704593}" type="pres">
      <dgm:prSet presAssocID="{CA76F0F3-8F0A-48A4-B8F8-5CCAD3DCCC6B}" presName="linear" presStyleCnt="0">
        <dgm:presLayoutVars>
          <dgm:animLvl val="lvl"/>
          <dgm:resizeHandles val="exact"/>
        </dgm:presLayoutVars>
      </dgm:prSet>
      <dgm:spPr/>
    </dgm:pt>
    <dgm:pt modelId="{D3B502CF-B934-457D-BA89-933694B5B2C0}" type="pres">
      <dgm:prSet presAssocID="{B6FB62D7-8D65-4E56-A946-9415905BCB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6C2523-8E12-43CE-917B-474D7C754AC7}" type="pres">
      <dgm:prSet presAssocID="{EDD74F03-B5AA-491F-A9AB-5217A9A54AA2}" presName="spacer" presStyleCnt="0"/>
      <dgm:spPr/>
    </dgm:pt>
    <dgm:pt modelId="{B5F93CD4-727A-42C1-83CE-0B6EDB17CC56}" type="pres">
      <dgm:prSet presAssocID="{36E4193C-522D-441C-950D-02EEC29B08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8939BA4-2D1E-42AA-9FE3-B1380FECED9C}" type="pres">
      <dgm:prSet presAssocID="{70559E32-8631-4589-BDE0-730F4EF5958F}" presName="spacer" presStyleCnt="0"/>
      <dgm:spPr/>
    </dgm:pt>
    <dgm:pt modelId="{04958A3F-00F6-4F58-A0B8-0E90A9624717}" type="pres">
      <dgm:prSet presAssocID="{70F6E0F4-51E9-4B9D-AC34-DC8A885A41F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A07928-A6C4-4F5F-A678-881C023A4E62}" type="presOf" srcId="{B6FB62D7-8D65-4E56-A946-9415905BCB1B}" destId="{D3B502CF-B934-457D-BA89-933694B5B2C0}" srcOrd="0" destOrd="0" presId="urn:microsoft.com/office/officeart/2005/8/layout/vList2"/>
    <dgm:cxn modelId="{9A48A863-F913-45D1-81AD-5476D9765BEA}" type="presOf" srcId="{CA76F0F3-8F0A-48A4-B8F8-5CCAD3DCCC6B}" destId="{0F410CB5-F2C1-42FD-999B-3FFB81704593}" srcOrd="0" destOrd="0" presId="urn:microsoft.com/office/officeart/2005/8/layout/vList2"/>
    <dgm:cxn modelId="{D2124052-0ACF-4024-9E9F-4CF8F4E70702}" srcId="{CA76F0F3-8F0A-48A4-B8F8-5CCAD3DCCC6B}" destId="{70F6E0F4-51E9-4B9D-AC34-DC8A885A41F2}" srcOrd="2" destOrd="0" parTransId="{EDB9BB73-489B-4610-BD45-198114B0B310}" sibTransId="{07A40AC7-8E27-49E2-8420-76740419053A}"/>
    <dgm:cxn modelId="{8AD2C789-BC97-4E24-976B-91FCA730A464}" type="presOf" srcId="{36E4193C-522D-441C-950D-02EEC29B08FD}" destId="{B5F93CD4-727A-42C1-83CE-0B6EDB17CC56}" srcOrd="0" destOrd="0" presId="urn:microsoft.com/office/officeart/2005/8/layout/vList2"/>
    <dgm:cxn modelId="{E624F5E3-98C2-43AA-B4CF-6B852E738AA2}" srcId="{CA76F0F3-8F0A-48A4-B8F8-5CCAD3DCCC6B}" destId="{36E4193C-522D-441C-950D-02EEC29B08FD}" srcOrd="1" destOrd="0" parTransId="{E0C5A559-E9AB-4C19-B22E-F1C4FB02C324}" sibTransId="{70559E32-8631-4589-BDE0-730F4EF5958F}"/>
    <dgm:cxn modelId="{9282C5E5-9E2A-47D5-9E93-7B0317F97C42}" type="presOf" srcId="{70F6E0F4-51E9-4B9D-AC34-DC8A885A41F2}" destId="{04958A3F-00F6-4F58-A0B8-0E90A9624717}" srcOrd="0" destOrd="0" presId="urn:microsoft.com/office/officeart/2005/8/layout/vList2"/>
    <dgm:cxn modelId="{D48F66E6-51FB-440D-A088-16D30938CC0A}" srcId="{CA76F0F3-8F0A-48A4-B8F8-5CCAD3DCCC6B}" destId="{B6FB62D7-8D65-4E56-A946-9415905BCB1B}" srcOrd="0" destOrd="0" parTransId="{17F84AEB-E94F-4FD1-94E7-66817C55D035}" sibTransId="{EDD74F03-B5AA-491F-A9AB-5217A9A54AA2}"/>
    <dgm:cxn modelId="{B22AD643-232C-444A-9A14-6AC445EC9820}" type="presParOf" srcId="{0F410CB5-F2C1-42FD-999B-3FFB81704593}" destId="{D3B502CF-B934-457D-BA89-933694B5B2C0}" srcOrd="0" destOrd="0" presId="urn:microsoft.com/office/officeart/2005/8/layout/vList2"/>
    <dgm:cxn modelId="{11B88366-3179-46DC-B81B-C18D1D4125CC}" type="presParOf" srcId="{0F410CB5-F2C1-42FD-999B-3FFB81704593}" destId="{546C2523-8E12-43CE-917B-474D7C754AC7}" srcOrd="1" destOrd="0" presId="urn:microsoft.com/office/officeart/2005/8/layout/vList2"/>
    <dgm:cxn modelId="{DC74059A-76A7-4034-8220-0E84C9EEBCA7}" type="presParOf" srcId="{0F410CB5-F2C1-42FD-999B-3FFB81704593}" destId="{B5F93CD4-727A-42C1-83CE-0B6EDB17CC56}" srcOrd="2" destOrd="0" presId="urn:microsoft.com/office/officeart/2005/8/layout/vList2"/>
    <dgm:cxn modelId="{29FB85ED-9EEC-422F-94E9-D0F59C7BA073}" type="presParOf" srcId="{0F410CB5-F2C1-42FD-999B-3FFB81704593}" destId="{38939BA4-2D1E-42AA-9FE3-B1380FECED9C}" srcOrd="3" destOrd="0" presId="urn:microsoft.com/office/officeart/2005/8/layout/vList2"/>
    <dgm:cxn modelId="{33502842-EFEC-41A1-A003-C2B2A9BCCD4B}" type="presParOf" srcId="{0F410CB5-F2C1-42FD-999B-3FFB81704593}" destId="{04958A3F-00F6-4F58-A0B8-0E90A962471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8E1EA8-7559-490C-A58F-E932B13912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1B5892-B970-4235-A4FB-6C910EB61790}">
      <dgm:prSet/>
      <dgm:spPr/>
      <dgm:t>
        <a:bodyPr/>
        <a:lstStyle/>
        <a:p>
          <a:r>
            <a:rPr lang="en-US"/>
            <a:t>Fundamental particles are divided into matter particles and force carriers. Matter particles are known as fermions.</a:t>
          </a:r>
        </a:p>
      </dgm:t>
    </dgm:pt>
    <dgm:pt modelId="{40B1CDF0-9F02-4B58-B5F1-EA669C77F51C}" type="parTrans" cxnId="{F0EF3698-1720-4539-ACFF-494B7EF86FA0}">
      <dgm:prSet/>
      <dgm:spPr/>
      <dgm:t>
        <a:bodyPr/>
        <a:lstStyle/>
        <a:p>
          <a:endParaRPr lang="en-US"/>
        </a:p>
      </dgm:t>
    </dgm:pt>
    <dgm:pt modelId="{AD3D0F1F-796F-4F65-8982-1BB79BC3569E}" type="sibTrans" cxnId="{F0EF3698-1720-4539-ACFF-494B7EF86FA0}">
      <dgm:prSet/>
      <dgm:spPr/>
      <dgm:t>
        <a:bodyPr/>
        <a:lstStyle/>
        <a:p>
          <a:endParaRPr lang="en-US"/>
        </a:p>
      </dgm:t>
    </dgm:pt>
    <dgm:pt modelId="{7CD4D6EB-BAAD-4EF8-B7DC-7F2E3E41F1C1}">
      <dgm:prSet/>
      <dgm:spPr/>
      <dgm:t>
        <a:bodyPr/>
        <a:lstStyle/>
        <a:p>
          <a:r>
            <a:rPr lang="en-US"/>
            <a:t>Fermions include quarks, which form protons and neutrons, and leptons such as electrons. These particles make up all visible matter.</a:t>
          </a:r>
        </a:p>
      </dgm:t>
    </dgm:pt>
    <dgm:pt modelId="{AA2198B9-D5C7-4E53-A7D3-9B23916B46EC}" type="parTrans" cxnId="{B4DF1C35-B41D-4AE7-A448-DFE987F9319C}">
      <dgm:prSet/>
      <dgm:spPr/>
      <dgm:t>
        <a:bodyPr/>
        <a:lstStyle/>
        <a:p>
          <a:endParaRPr lang="en-US"/>
        </a:p>
      </dgm:t>
    </dgm:pt>
    <dgm:pt modelId="{2DECF98C-8188-4FE3-83B9-B43A7F3AB002}" type="sibTrans" cxnId="{B4DF1C35-B41D-4AE7-A448-DFE987F9319C}">
      <dgm:prSet/>
      <dgm:spPr/>
      <dgm:t>
        <a:bodyPr/>
        <a:lstStyle/>
        <a:p>
          <a:endParaRPr lang="en-US"/>
        </a:p>
      </dgm:t>
    </dgm:pt>
    <dgm:pt modelId="{5339D13D-64B2-4514-B3A1-AA8BC0A38B17}">
      <dgm:prSet/>
      <dgm:spPr/>
      <dgm:t>
        <a:bodyPr/>
        <a:lstStyle/>
        <a:p>
          <a:r>
            <a:rPr lang="en-US"/>
            <a:t>Force carriers, called bosons, transmit forces between particles. Examples include photons and gluons.</a:t>
          </a:r>
        </a:p>
      </dgm:t>
    </dgm:pt>
    <dgm:pt modelId="{69450D66-DA48-4147-A51A-50C967756B14}" type="parTrans" cxnId="{DF18F2CC-F54E-4C69-B048-C046697C5299}">
      <dgm:prSet/>
      <dgm:spPr/>
      <dgm:t>
        <a:bodyPr/>
        <a:lstStyle/>
        <a:p>
          <a:endParaRPr lang="en-US"/>
        </a:p>
      </dgm:t>
    </dgm:pt>
    <dgm:pt modelId="{1C9371A0-6AC7-4B6E-A2B5-7A498A180E0A}" type="sibTrans" cxnId="{DF18F2CC-F54E-4C69-B048-C046697C5299}">
      <dgm:prSet/>
      <dgm:spPr/>
      <dgm:t>
        <a:bodyPr/>
        <a:lstStyle/>
        <a:p>
          <a:endParaRPr lang="en-US"/>
        </a:p>
      </dgm:t>
    </dgm:pt>
    <dgm:pt modelId="{517605FC-A010-40C9-B8B3-664F61035E58}" type="pres">
      <dgm:prSet presAssocID="{FB8E1EA8-7559-490C-A58F-E932B1391253}" presName="linear" presStyleCnt="0">
        <dgm:presLayoutVars>
          <dgm:animLvl val="lvl"/>
          <dgm:resizeHandles val="exact"/>
        </dgm:presLayoutVars>
      </dgm:prSet>
      <dgm:spPr/>
    </dgm:pt>
    <dgm:pt modelId="{071CA668-381D-42F9-A402-667E3F4B6CF1}" type="pres">
      <dgm:prSet presAssocID="{FB1B5892-B970-4235-A4FB-6C910EB6179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952A90-CFFF-4961-B80F-2B06F6749C34}" type="pres">
      <dgm:prSet presAssocID="{AD3D0F1F-796F-4F65-8982-1BB79BC3569E}" presName="spacer" presStyleCnt="0"/>
      <dgm:spPr/>
    </dgm:pt>
    <dgm:pt modelId="{82F222E2-40DE-40F5-A3AE-436FC9FDF151}" type="pres">
      <dgm:prSet presAssocID="{7CD4D6EB-BAAD-4EF8-B7DC-7F2E3E41F1C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5FF8244-38EE-4CD4-97AF-8C49440B635F}" type="pres">
      <dgm:prSet presAssocID="{2DECF98C-8188-4FE3-83B9-B43A7F3AB002}" presName="spacer" presStyleCnt="0"/>
      <dgm:spPr/>
    </dgm:pt>
    <dgm:pt modelId="{1F8B49BF-FADD-49DE-8494-9923C6DB4B08}" type="pres">
      <dgm:prSet presAssocID="{5339D13D-64B2-4514-B3A1-AA8BC0A38B1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B69D925-6C7A-49EE-907C-C10A5BB43C37}" type="presOf" srcId="{7CD4D6EB-BAAD-4EF8-B7DC-7F2E3E41F1C1}" destId="{82F222E2-40DE-40F5-A3AE-436FC9FDF151}" srcOrd="0" destOrd="0" presId="urn:microsoft.com/office/officeart/2005/8/layout/vList2"/>
    <dgm:cxn modelId="{B4DF1C35-B41D-4AE7-A448-DFE987F9319C}" srcId="{FB8E1EA8-7559-490C-A58F-E932B1391253}" destId="{7CD4D6EB-BAAD-4EF8-B7DC-7F2E3E41F1C1}" srcOrd="1" destOrd="0" parTransId="{AA2198B9-D5C7-4E53-A7D3-9B23916B46EC}" sibTransId="{2DECF98C-8188-4FE3-83B9-B43A7F3AB002}"/>
    <dgm:cxn modelId="{26666E69-1444-40B0-A9A8-BB186A138AE4}" type="presOf" srcId="{FB8E1EA8-7559-490C-A58F-E932B1391253}" destId="{517605FC-A010-40C9-B8B3-664F61035E58}" srcOrd="0" destOrd="0" presId="urn:microsoft.com/office/officeart/2005/8/layout/vList2"/>
    <dgm:cxn modelId="{4F362F59-38E0-4B39-8434-A3CE03D284AF}" type="presOf" srcId="{5339D13D-64B2-4514-B3A1-AA8BC0A38B17}" destId="{1F8B49BF-FADD-49DE-8494-9923C6DB4B08}" srcOrd="0" destOrd="0" presId="urn:microsoft.com/office/officeart/2005/8/layout/vList2"/>
    <dgm:cxn modelId="{F0EF3698-1720-4539-ACFF-494B7EF86FA0}" srcId="{FB8E1EA8-7559-490C-A58F-E932B1391253}" destId="{FB1B5892-B970-4235-A4FB-6C910EB61790}" srcOrd="0" destOrd="0" parTransId="{40B1CDF0-9F02-4B58-B5F1-EA669C77F51C}" sibTransId="{AD3D0F1F-796F-4F65-8982-1BB79BC3569E}"/>
    <dgm:cxn modelId="{DF18F2CC-F54E-4C69-B048-C046697C5299}" srcId="{FB8E1EA8-7559-490C-A58F-E932B1391253}" destId="{5339D13D-64B2-4514-B3A1-AA8BC0A38B17}" srcOrd="2" destOrd="0" parTransId="{69450D66-DA48-4147-A51A-50C967756B14}" sibTransId="{1C9371A0-6AC7-4B6E-A2B5-7A498A180E0A}"/>
    <dgm:cxn modelId="{396260EE-C7E3-468F-8852-A066413DDEE1}" type="presOf" srcId="{FB1B5892-B970-4235-A4FB-6C910EB61790}" destId="{071CA668-381D-42F9-A402-667E3F4B6CF1}" srcOrd="0" destOrd="0" presId="urn:microsoft.com/office/officeart/2005/8/layout/vList2"/>
    <dgm:cxn modelId="{E8CB8FFE-5A9A-452D-9923-5C0276DAE556}" type="presParOf" srcId="{517605FC-A010-40C9-B8B3-664F61035E58}" destId="{071CA668-381D-42F9-A402-667E3F4B6CF1}" srcOrd="0" destOrd="0" presId="urn:microsoft.com/office/officeart/2005/8/layout/vList2"/>
    <dgm:cxn modelId="{81F28703-7B53-45C5-86DF-02D617C0A71B}" type="presParOf" srcId="{517605FC-A010-40C9-B8B3-664F61035E58}" destId="{51952A90-CFFF-4961-B80F-2B06F6749C34}" srcOrd="1" destOrd="0" presId="urn:microsoft.com/office/officeart/2005/8/layout/vList2"/>
    <dgm:cxn modelId="{46FF2266-C501-4C0E-9F87-1C80D5C8FFEA}" type="presParOf" srcId="{517605FC-A010-40C9-B8B3-664F61035E58}" destId="{82F222E2-40DE-40F5-A3AE-436FC9FDF151}" srcOrd="2" destOrd="0" presId="urn:microsoft.com/office/officeart/2005/8/layout/vList2"/>
    <dgm:cxn modelId="{BA7ABDAA-7333-4A23-9356-C4C48A006CD3}" type="presParOf" srcId="{517605FC-A010-40C9-B8B3-664F61035E58}" destId="{E5FF8244-38EE-4CD4-97AF-8C49440B635F}" srcOrd="3" destOrd="0" presId="urn:microsoft.com/office/officeart/2005/8/layout/vList2"/>
    <dgm:cxn modelId="{5A1A3B02-741A-4D8F-A560-CD27385741D6}" type="presParOf" srcId="{517605FC-A010-40C9-B8B3-664F61035E58}" destId="{1F8B49BF-FADD-49DE-8494-9923C6DB4B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A13A9F-FCD7-469B-9F6E-EFFDE801993E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C69A3DD-72F1-42DB-A702-AC450AF26468}">
      <dgm:prSet/>
      <dgm:spPr/>
      <dgm:t>
        <a:bodyPr/>
        <a:lstStyle/>
        <a:p>
          <a:r>
            <a:rPr lang="en-US"/>
            <a:t>The Standard Model is a theoretical framework that describes known fundamental particles and their interactions. It unifies electromagnetic, weak, and strong forces.</a:t>
          </a:r>
        </a:p>
      </dgm:t>
    </dgm:pt>
    <dgm:pt modelId="{C503781F-B889-4FA5-897B-6DFEC0AF03B7}" type="parTrans" cxnId="{0657259F-45E7-494A-B3D9-458ABAA48BE8}">
      <dgm:prSet/>
      <dgm:spPr/>
      <dgm:t>
        <a:bodyPr/>
        <a:lstStyle/>
        <a:p>
          <a:endParaRPr lang="en-US"/>
        </a:p>
      </dgm:t>
    </dgm:pt>
    <dgm:pt modelId="{BD0BA541-57BA-46AF-A8B2-496CE19A780C}" type="sibTrans" cxnId="{0657259F-45E7-494A-B3D9-458ABAA48BE8}">
      <dgm:prSet/>
      <dgm:spPr/>
      <dgm:t>
        <a:bodyPr/>
        <a:lstStyle/>
        <a:p>
          <a:endParaRPr lang="en-US"/>
        </a:p>
      </dgm:t>
    </dgm:pt>
    <dgm:pt modelId="{DDD0858D-61C2-4E36-9D80-ED3BE3AC5083}">
      <dgm:prSet/>
      <dgm:spPr/>
      <dgm:t>
        <a:bodyPr/>
        <a:lstStyle/>
        <a:p>
          <a:r>
            <a:rPr lang="en-US"/>
            <a:t>The model includes quarks, leptons, gauge bosons, and the Higgs boson. The Higgs field explains how particles acquire mass.</a:t>
          </a:r>
        </a:p>
      </dgm:t>
    </dgm:pt>
    <dgm:pt modelId="{C9FE4380-2D2F-4BA6-A8DA-22F029608723}" type="parTrans" cxnId="{79D97A9B-388D-40E8-AAC9-1CCE88E8DE1A}">
      <dgm:prSet/>
      <dgm:spPr/>
      <dgm:t>
        <a:bodyPr/>
        <a:lstStyle/>
        <a:p>
          <a:endParaRPr lang="en-US"/>
        </a:p>
      </dgm:t>
    </dgm:pt>
    <dgm:pt modelId="{FA1E2FD6-4FDE-48D6-A82C-1E155129AD77}" type="sibTrans" cxnId="{79D97A9B-388D-40E8-AAC9-1CCE88E8DE1A}">
      <dgm:prSet/>
      <dgm:spPr/>
      <dgm:t>
        <a:bodyPr/>
        <a:lstStyle/>
        <a:p>
          <a:endParaRPr lang="en-US"/>
        </a:p>
      </dgm:t>
    </dgm:pt>
    <dgm:pt modelId="{AC94A9D4-6375-492F-AE9C-93AC98EA2593}">
      <dgm:prSet/>
      <dgm:spPr/>
      <dgm:t>
        <a:bodyPr/>
        <a:lstStyle/>
        <a:p>
          <a:r>
            <a:rPr lang="en-US"/>
            <a:t>However, gravity is not included in the Standard Model, making it incomplete and an active area of research.</a:t>
          </a:r>
        </a:p>
      </dgm:t>
    </dgm:pt>
    <dgm:pt modelId="{94E94831-F6BC-4B06-B048-BB0B983F9551}" type="parTrans" cxnId="{C5E2BE94-AB24-4911-B8AE-4457DF3B17A0}">
      <dgm:prSet/>
      <dgm:spPr/>
      <dgm:t>
        <a:bodyPr/>
        <a:lstStyle/>
        <a:p>
          <a:endParaRPr lang="en-US"/>
        </a:p>
      </dgm:t>
    </dgm:pt>
    <dgm:pt modelId="{248353BB-C887-4486-8F5A-E1C0C0DF7721}" type="sibTrans" cxnId="{C5E2BE94-AB24-4911-B8AE-4457DF3B17A0}">
      <dgm:prSet/>
      <dgm:spPr/>
      <dgm:t>
        <a:bodyPr/>
        <a:lstStyle/>
        <a:p>
          <a:endParaRPr lang="en-US"/>
        </a:p>
      </dgm:t>
    </dgm:pt>
    <dgm:pt modelId="{39126696-4938-460C-875D-9BB9DE66431D}" type="pres">
      <dgm:prSet presAssocID="{40A13A9F-FCD7-469B-9F6E-EFFDE80199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A84B75E-7B8D-4007-8292-6C2222269EFA}" type="pres">
      <dgm:prSet presAssocID="{6C69A3DD-72F1-42DB-A702-AC450AF26468}" presName="hierRoot1" presStyleCnt="0"/>
      <dgm:spPr/>
    </dgm:pt>
    <dgm:pt modelId="{D7A440BA-A634-408A-B284-2E3C1E5FCB01}" type="pres">
      <dgm:prSet presAssocID="{6C69A3DD-72F1-42DB-A702-AC450AF26468}" presName="composite" presStyleCnt="0"/>
      <dgm:spPr/>
    </dgm:pt>
    <dgm:pt modelId="{CFCEBECD-8A7C-4F46-89FD-9C8147890883}" type="pres">
      <dgm:prSet presAssocID="{6C69A3DD-72F1-42DB-A702-AC450AF26468}" presName="background" presStyleLbl="node0" presStyleIdx="0" presStyleCnt="3"/>
      <dgm:spPr/>
    </dgm:pt>
    <dgm:pt modelId="{DCE3E465-DE9B-4514-B51A-BCF8F3C5A0CD}" type="pres">
      <dgm:prSet presAssocID="{6C69A3DD-72F1-42DB-A702-AC450AF26468}" presName="text" presStyleLbl="fgAcc0" presStyleIdx="0" presStyleCnt="3">
        <dgm:presLayoutVars>
          <dgm:chPref val="3"/>
        </dgm:presLayoutVars>
      </dgm:prSet>
      <dgm:spPr/>
    </dgm:pt>
    <dgm:pt modelId="{AAE7F01E-F8D4-453D-BCE5-A08B428D40AA}" type="pres">
      <dgm:prSet presAssocID="{6C69A3DD-72F1-42DB-A702-AC450AF26468}" presName="hierChild2" presStyleCnt="0"/>
      <dgm:spPr/>
    </dgm:pt>
    <dgm:pt modelId="{1F4B67C3-D25D-4C91-A348-AB186079CF77}" type="pres">
      <dgm:prSet presAssocID="{DDD0858D-61C2-4E36-9D80-ED3BE3AC5083}" presName="hierRoot1" presStyleCnt="0"/>
      <dgm:spPr/>
    </dgm:pt>
    <dgm:pt modelId="{C356AAC5-C2DE-42B2-9023-0AFA0DFB7A17}" type="pres">
      <dgm:prSet presAssocID="{DDD0858D-61C2-4E36-9D80-ED3BE3AC5083}" presName="composite" presStyleCnt="0"/>
      <dgm:spPr/>
    </dgm:pt>
    <dgm:pt modelId="{43A067FB-3009-4254-861C-DCB88F1A083F}" type="pres">
      <dgm:prSet presAssocID="{DDD0858D-61C2-4E36-9D80-ED3BE3AC5083}" presName="background" presStyleLbl="node0" presStyleIdx="1" presStyleCnt="3"/>
      <dgm:spPr/>
    </dgm:pt>
    <dgm:pt modelId="{C9C43E24-4BE7-446C-9016-08CA58A4B90C}" type="pres">
      <dgm:prSet presAssocID="{DDD0858D-61C2-4E36-9D80-ED3BE3AC5083}" presName="text" presStyleLbl="fgAcc0" presStyleIdx="1" presStyleCnt="3">
        <dgm:presLayoutVars>
          <dgm:chPref val="3"/>
        </dgm:presLayoutVars>
      </dgm:prSet>
      <dgm:spPr/>
    </dgm:pt>
    <dgm:pt modelId="{6592EDEF-D19D-4040-9BD0-36FB93A84A3D}" type="pres">
      <dgm:prSet presAssocID="{DDD0858D-61C2-4E36-9D80-ED3BE3AC5083}" presName="hierChild2" presStyleCnt="0"/>
      <dgm:spPr/>
    </dgm:pt>
    <dgm:pt modelId="{1A888542-A389-4592-96FE-BF63713074CC}" type="pres">
      <dgm:prSet presAssocID="{AC94A9D4-6375-492F-AE9C-93AC98EA2593}" presName="hierRoot1" presStyleCnt="0"/>
      <dgm:spPr/>
    </dgm:pt>
    <dgm:pt modelId="{C7E914A6-6DBF-47B3-BD3E-CB138411B05B}" type="pres">
      <dgm:prSet presAssocID="{AC94A9D4-6375-492F-AE9C-93AC98EA2593}" presName="composite" presStyleCnt="0"/>
      <dgm:spPr/>
    </dgm:pt>
    <dgm:pt modelId="{88B63E83-4340-42E8-80B2-DCE0C7E87000}" type="pres">
      <dgm:prSet presAssocID="{AC94A9D4-6375-492F-AE9C-93AC98EA2593}" presName="background" presStyleLbl="node0" presStyleIdx="2" presStyleCnt="3"/>
      <dgm:spPr/>
    </dgm:pt>
    <dgm:pt modelId="{EF9CFE9E-6180-4391-90AE-24E72EC498D9}" type="pres">
      <dgm:prSet presAssocID="{AC94A9D4-6375-492F-AE9C-93AC98EA2593}" presName="text" presStyleLbl="fgAcc0" presStyleIdx="2" presStyleCnt="3">
        <dgm:presLayoutVars>
          <dgm:chPref val="3"/>
        </dgm:presLayoutVars>
      </dgm:prSet>
      <dgm:spPr/>
    </dgm:pt>
    <dgm:pt modelId="{F4ADD486-FA77-4028-89C1-C3599800FDDC}" type="pres">
      <dgm:prSet presAssocID="{AC94A9D4-6375-492F-AE9C-93AC98EA2593}" presName="hierChild2" presStyleCnt="0"/>
      <dgm:spPr/>
    </dgm:pt>
  </dgm:ptLst>
  <dgm:cxnLst>
    <dgm:cxn modelId="{D1183F38-DD18-4439-A583-E7E51C116BBA}" type="presOf" srcId="{DDD0858D-61C2-4E36-9D80-ED3BE3AC5083}" destId="{C9C43E24-4BE7-446C-9016-08CA58A4B90C}" srcOrd="0" destOrd="0" presId="urn:microsoft.com/office/officeart/2005/8/layout/hierarchy1"/>
    <dgm:cxn modelId="{9200673F-E235-405C-8D59-ACEAE442EC53}" type="presOf" srcId="{6C69A3DD-72F1-42DB-A702-AC450AF26468}" destId="{DCE3E465-DE9B-4514-B51A-BCF8F3C5A0CD}" srcOrd="0" destOrd="0" presId="urn:microsoft.com/office/officeart/2005/8/layout/hierarchy1"/>
    <dgm:cxn modelId="{D2068261-4A0D-4DA3-B62D-99A1337AA6F3}" type="presOf" srcId="{AC94A9D4-6375-492F-AE9C-93AC98EA2593}" destId="{EF9CFE9E-6180-4391-90AE-24E72EC498D9}" srcOrd="0" destOrd="0" presId="urn:microsoft.com/office/officeart/2005/8/layout/hierarchy1"/>
    <dgm:cxn modelId="{211D877A-6281-43B5-80B6-F91CB53DD138}" type="presOf" srcId="{40A13A9F-FCD7-469B-9F6E-EFFDE801993E}" destId="{39126696-4938-460C-875D-9BB9DE66431D}" srcOrd="0" destOrd="0" presId="urn:microsoft.com/office/officeart/2005/8/layout/hierarchy1"/>
    <dgm:cxn modelId="{C5E2BE94-AB24-4911-B8AE-4457DF3B17A0}" srcId="{40A13A9F-FCD7-469B-9F6E-EFFDE801993E}" destId="{AC94A9D4-6375-492F-AE9C-93AC98EA2593}" srcOrd="2" destOrd="0" parTransId="{94E94831-F6BC-4B06-B048-BB0B983F9551}" sibTransId="{248353BB-C887-4486-8F5A-E1C0C0DF7721}"/>
    <dgm:cxn modelId="{79D97A9B-388D-40E8-AAC9-1CCE88E8DE1A}" srcId="{40A13A9F-FCD7-469B-9F6E-EFFDE801993E}" destId="{DDD0858D-61C2-4E36-9D80-ED3BE3AC5083}" srcOrd="1" destOrd="0" parTransId="{C9FE4380-2D2F-4BA6-A8DA-22F029608723}" sibTransId="{FA1E2FD6-4FDE-48D6-A82C-1E155129AD77}"/>
    <dgm:cxn modelId="{0657259F-45E7-494A-B3D9-458ABAA48BE8}" srcId="{40A13A9F-FCD7-469B-9F6E-EFFDE801993E}" destId="{6C69A3DD-72F1-42DB-A702-AC450AF26468}" srcOrd="0" destOrd="0" parTransId="{C503781F-B889-4FA5-897B-6DFEC0AF03B7}" sibTransId="{BD0BA541-57BA-46AF-A8B2-496CE19A780C}"/>
    <dgm:cxn modelId="{4E08022A-B592-4F95-8927-DD97811C0318}" type="presParOf" srcId="{39126696-4938-460C-875D-9BB9DE66431D}" destId="{3A84B75E-7B8D-4007-8292-6C2222269EFA}" srcOrd="0" destOrd="0" presId="urn:microsoft.com/office/officeart/2005/8/layout/hierarchy1"/>
    <dgm:cxn modelId="{4B13CF65-2BF7-4313-9DFD-71EDF9250481}" type="presParOf" srcId="{3A84B75E-7B8D-4007-8292-6C2222269EFA}" destId="{D7A440BA-A634-408A-B284-2E3C1E5FCB01}" srcOrd="0" destOrd="0" presId="urn:microsoft.com/office/officeart/2005/8/layout/hierarchy1"/>
    <dgm:cxn modelId="{FEBB45DC-4552-430D-BDD0-F42FF7C96480}" type="presParOf" srcId="{D7A440BA-A634-408A-B284-2E3C1E5FCB01}" destId="{CFCEBECD-8A7C-4F46-89FD-9C8147890883}" srcOrd="0" destOrd="0" presId="urn:microsoft.com/office/officeart/2005/8/layout/hierarchy1"/>
    <dgm:cxn modelId="{BE3D07E4-40EB-48D8-A1D8-009267B7E866}" type="presParOf" srcId="{D7A440BA-A634-408A-B284-2E3C1E5FCB01}" destId="{DCE3E465-DE9B-4514-B51A-BCF8F3C5A0CD}" srcOrd="1" destOrd="0" presId="urn:microsoft.com/office/officeart/2005/8/layout/hierarchy1"/>
    <dgm:cxn modelId="{11EC0E95-AA3C-49CD-A293-236694C54166}" type="presParOf" srcId="{3A84B75E-7B8D-4007-8292-6C2222269EFA}" destId="{AAE7F01E-F8D4-453D-BCE5-A08B428D40AA}" srcOrd="1" destOrd="0" presId="urn:microsoft.com/office/officeart/2005/8/layout/hierarchy1"/>
    <dgm:cxn modelId="{92A24A59-7BF5-4CDC-A894-C6DB9B419494}" type="presParOf" srcId="{39126696-4938-460C-875D-9BB9DE66431D}" destId="{1F4B67C3-D25D-4C91-A348-AB186079CF77}" srcOrd="1" destOrd="0" presId="urn:microsoft.com/office/officeart/2005/8/layout/hierarchy1"/>
    <dgm:cxn modelId="{C0EFFF50-7D0F-475C-996B-A667F556BC5B}" type="presParOf" srcId="{1F4B67C3-D25D-4C91-A348-AB186079CF77}" destId="{C356AAC5-C2DE-42B2-9023-0AFA0DFB7A17}" srcOrd="0" destOrd="0" presId="urn:microsoft.com/office/officeart/2005/8/layout/hierarchy1"/>
    <dgm:cxn modelId="{E277F658-EE42-438F-8A21-96868454DD8D}" type="presParOf" srcId="{C356AAC5-C2DE-42B2-9023-0AFA0DFB7A17}" destId="{43A067FB-3009-4254-861C-DCB88F1A083F}" srcOrd="0" destOrd="0" presId="urn:microsoft.com/office/officeart/2005/8/layout/hierarchy1"/>
    <dgm:cxn modelId="{D6950806-2525-4953-9CBA-7FB13BC1F4F5}" type="presParOf" srcId="{C356AAC5-C2DE-42B2-9023-0AFA0DFB7A17}" destId="{C9C43E24-4BE7-446C-9016-08CA58A4B90C}" srcOrd="1" destOrd="0" presId="urn:microsoft.com/office/officeart/2005/8/layout/hierarchy1"/>
    <dgm:cxn modelId="{33F0E644-74A4-4CD9-8D85-C32D808000E0}" type="presParOf" srcId="{1F4B67C3-D25D-4C91-A348-AB186079CF77}" destId="{6592EDEF-D19D-4040-9BD0-36FB93A84A3D}" srcOrd="1" destOrd="0" presId="urn:microsoft.com/office/officeart/2005/8/layout/hierarchy1"/>
    <dgm:cxn modelId="{441845AC-B4C3-472B-BB59-BEC1E346D691}" type="presParOf" srcId="{39126696-4938-460C-875D-9BB9DE66431D}" destId="{1A888542-A389-4592-96FE-BF63713074CC}" srcOrd="2" destOrd="0" presId="urn:microsoft.com/office/officeart/2005/8/layout/hierarchy1"/>
    <dgm:cxn modelId="{A3C35E42-A6B7-447C-AB48-5C49344B64C4}" type="presParOf" srcId="{1A888542-A389-4592-96FE-BF63713074CC}" destId="{C7E914A6-6DBF-47B3-BD3E-CB138411B05B}" srcOrd="0" destOrd="0" presId="urn:microsoft.com/office/officeart/2005/8/layout/hierarchy1"/>
    <dgm:cxn modelId="{72E4D1BA-9FAF-4ECF-B428-B48E4ACCB505}" type="presParOf" srcId="{C7E914A6-6DBF-47B3-BD3E-CB138411B05B}" destId="{88B63E83-4340-42E8-80B2-DCE0C7E87000}" srcOrd="0" destOrd="0" presId="urn:microsoft.com/office/officeart/2005/8/layout/hierarchy1"/>
    <dgm:cxn modelId="{C8DD98E2-7FCE-44B6-B723-A3E8B72C9714}" type="presParOf" srcId="{C7E914A6-6DBF-47B3-BD3E-CB138411B05B}" destId="{EF9CFE9E-6180-4391-90AE-24E72EC498D9}" srcOrd="1" destOrd="0" presId="urn:microsoft.com/office/officeart/2005/8/layout/hierarchy1"/>
    <dgm:cxn modelId="{628E69A1-DD0B-481E-9B4D-9180A9E883EC}" type="presParOf" srcId="{1A888542-A389-4592-96FE-BF63713074CC}" destId="{F4ADD486-FA77-4028-89C1-C3599800FDD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5033B1-4772-483A-B9E2-EA844A06F95D}">
      <dsp:nvSpPr>
        <dsp:cNvPr id="0" name=""/>
        <dsp:cNvSpPr/>
      </dsp:nvSpPr>
      <dsp:spPr>
        <a:xfrm>
          <a:off x="0" y="80703"/>
          <a:ext cx="9613860" cy="11056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John Dalton introduced the first modern atomic theory based on experimental evidence. He suggested that all matter is made of extremely small particles known as atoms.</a:t>
          </a:r>
        </a:p>
      </dsp:txBody>
      <dsp:txXfrm>
        <a:off x="53973" y="134676"/>
        <a:ext cx="9505914" cy="997703"/>
      </dsp:txXfrm>
    </dsp:sp>
    <dsp:sp modelId="{46375E89-A5DF-4268-A2D4-88BE955B8C56}">
      <dsp:nvSpPr>
        <dsp:cNvPr id="0" name=""/>
        <dsp:cNvSpPr/>
      </dsp:nvSpPr>
      <dsp:spPr>
        <a:xfrm>
          <a:off x="0" y="1246833"/>
          <a:ext cx="9613860" cy="11056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Dalton stated that atoms of a particular element are identical, while atoms of different elements have different masses and properties. Chemical reactions occur when atoms combine or separate.</a:t>
          </a:r>
        </a:p>
      </dsp:txBody>
      <dsp:txXfrm>
        <a:off x="53973" y="1300806"/>
        <a:ext cx="9505914" cy="997703"/>
      </dsp:txXfrm>
    </dsp:sp>
    <dsp:sp modelId="{29F96457-8613-455A-84BF-8506E4E98501}">
      <dsp:nvSpPr>
        <dsp:cNvPr id="0" name=""/>
        <dsp:cNvSpPr/>
      </dsp:nvSpPr>
      <dsp:spPr>
        <a:xfrm>
          <a:off x="0" y="2412962"/>
          <a:ext cx="9613860" cy="11056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Although Dalton’s theory had limitations, it laid the groundwork for future discoveries in atomic structure and chemistry.</a:t>
          </a:r>
        </a:p>
      </dsp:txBody>
      <dsp:txXfrm>
        <a:off x="53973" y="2466935"/>
        <a:ext cx="9505914" cy="997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502CF-B934-457D-BA89-933694B5B2C0}">
      <dsp:nvSpPr>
        <dsp:cNvPr id="0" name=""/>
        <dsp:cNvSpPr/>
      </dsp:nvSpPr>
      <dsp:spPr>
        <a:xfrm>
          <a:off x="0" y="66882"/>
          <a:ext cx="9613860" cy="11148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J.J. Thomson discovered electrons and proposed that atoms consist of a positive mass with negatively charged electrons embedded inside it.</a:t>
          </a:r>
        </a:p>
      </dsp:txBody>
      <dsp:txXfrm>
        <a:off x="54423" y="121305"/>
        <a:ext cx="9505014" cy="1006017"/>
      </dsp:txXfrm>
    </dsp:sp>
    <dsp:sp modelId="{B5F93CD4-727A-42C1-83CE-0B6EDB17CC56}">
      <dsp:nvSpPr>
        <dsp:cNvPr id="0" name=""/>
        <dsp:cNvSpPr/>
      </dsp:nvSpPr>
      <dsp:spPr>
        <a:xfrm>
          <a:off x="0" y="1242226"/>
          <a:ext cx="9613860" cy="11148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Later, Rutherford’s experiment showed that positive charge and most of the mass are concentrated in a tiny nucleus at the center of the atom. This revealed that atoms are mostly empty space.</a:t>
          </a:r>
        </a:p>
      </dsp:txBody>
      <dsp:txXfrm>
        <a:off x="54423" y="1296649"/>
        <a:ext cx="9505014" cy="1006017"/>
      </dsp:txXfrm>
    </dsp:sp>
    <dsp:sp modelId="{04958A3F-00F6-4F58-A0B8-0E90A9624717}">
      <dsp:nvSpPr>
        <dsp:cNvPr id="0" name=""/>
        <dsp:cNvSpPr/>
      </dsp:nvSpPr>
      <dsp:spPr>
        <a:xfrm>
          <a:off x="0" y="2417569"/>
          <a:ext cx="9613860" cy="11148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Bohr refined this model by suggesting that electrons revolve in specific energy levels, helping explain atomic stability and emission spectra.</a:t>
          </a:r>
        </a:p>
      </dsp:txBody>
      <dsp:txXfrm>
        <a:off x="54423" y="2471992"/>
        <a:ext cx="9505014" cy="1006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CA668-381D-42F9-A402-667E3F4B6CF1}">
      <dsp:nvSpPr>
        <dsp:cNvPr id="0" name=""/>
        <dsp:cNvSpPr/>
      </dsp:nvSpPr>
      <dsp:spPr>
        <a:xfrm>
          <a:off x="0" y="340578"/>
          <a:ext cx="9896240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Fundamental particles are divided into matter particles and force carriers. Matter particles are known as fermions.</a:t>
          </a:r>
        </a:p>
      </dsp:txBody>
      <dsp:txXfrm>
        <a:off x="45235" y="385813"/>
        <a:ext cx="9805770" cy="836169"/>
      </dsp:txXfrm>
    </dsp:sp>
    <dsp:sp modelId="{82F222E2-40DE-40F5-A3AE-436FC9FDF151}">
      <dsp:nvSpPr>
        <dsp:cNvPr id="0" name=""/>
        <dsp:cNvSpPr/>
      </dsp:nvSpPr>
      <dsp:spPr>
        <a:xfrm>
          <a:off x="0" y="1336338"/>
          <a:ext cx="9896240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Fermions include quarks, which form protons and neutrons, and leptons such as electrons. These particles make up all visible matter.</a:t>
          </a:r>
        </a:p>
      </dsp:txBody>
      <dsp:txXfrm>
        <a:off x="45235" y="1381573"/>
        <a:ext cx="9805770" cy="836169"/>
      </dsp:txXfrm>
    </dsp:sp>
    <dsp:sp modelId="{1F8B49BF-FADD-49DE-8494-9923C6DB4B08}">
      <dsp:nvSpPr>
        <dsp:cNvPr id="0" name=""/>
        <dsp:cNvSpPr/>
      </dsp:nvSpPr>
      <dsp:spPr>
        <a:xfrm>
          <a:off x="0" y="2332097"/>
          <a:ext cx="9896240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Force carriers, called bosons, transmit forces between particles. Examples include photons and gluons.</a:t>
          </a:r>
        </a:p>
      </dsp:txBody>
      <dsp:txXfrm>
        <a:off x="45235" y="2377332"/>
        <a:ext cx="9805770" cy="8361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EBECD-8A7C-4F46-89FD-9C8147890883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CE3E465-DE9B-4514-B51A-BCF8F3C5A0CD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Standard Model is a theoretical framework that describes known fundamental particles and their interactions. It unifies electromagnetic, weak, and strong forces.</a:t>
          </a:r>
        </a:p>
      </dsp:txBody>
      <dsp:txXfrm>
        <a:off x="395110" y="1049709"/>
        <a:ext cx="2932811" cy="1820978"/>
      </dsp:txXfrm>
    </dsp:sp>
    <dsp:sp modelId="{43A067FB-3009-4254-861C-DCB88F1A083F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9C43E24-4BE7-446C-9016-08CA58A4B90C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model includes quarks, leptons, gauge bosons, and the Higgs boson. The Higgs field explains how particles acquire mass.</a:t>
          </a:r>
        </a:p>
      </dsp:txBody>
      <dsp:txXfrm>
        <a:off x="4118143" y="1049709"/>
        <a:ext cx="2932811" cy="1820978"/>
      </dsp:txXfrm>
    </dsp:sp>
    <dsp:sp modelId="{88B63E83-4340-42E8-80B2-DCE0C7E87000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F9CFE9E-6180-4391-90AE-24E72EC498D9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However, gravity is not included in the Standard Model, making it incomplete and an active area of research.</a:t>
          </a:r>
        </a:p>
      </dsp:txBody>
      <dsp:txXfrm>
        <a:off x="7841176" y="1049709"/>
        <a:ext cx="2932811" cy="1820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B7FD6-6B50-4C58-994F-82DC621427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C7F2D-6B16-4B88-A4F8-ABD5316B4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1DC69-60C3-4CF7-A135-6E702ECCE0F0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EF1E-1ACC-48D0-92B3-CB3D4FED50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88B4-83B8-4C82-AFAC-DC1E415458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9FFBD-F123-4881-BC93-591827BC61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2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3EC7B-6C72-4FBB-87DF-2BD2CB7DC1E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2A795-6F94-4A96-B820-B9038480D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9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your classroom colors different than what you see in this template? That’s OK! Click on Design -&gt; Variants (the down arrow) -&gt; Pick the color scheme that works for you!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Feel free to change any “You will…” and “I will…” statements to ensure they align with your classroom procedures and rules!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4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05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33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9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21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21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22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98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4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03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8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34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3334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083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70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530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692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083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905BBE-9F8D-4A73-B5F1-BAF812A33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AC86CD-FCB8-459B-A58A-C461E1B9E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658688-9BC1-45C6-BEBA-1753861A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816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7BD969-077D-471D-AED5-0DA80819A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2"/>
            <a:ext cx="7767872" cy="22536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9EE5B3E-496C-497B-9BD6-2A98CBD5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786817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1F489-B701-4C74-9747-27C8656A8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6752110" cy="1373070"/>
          </a:xfrm>
        </p:spPr>
        <p:txBody>
          <a:bodyPr>
            <a:normAutofit/>
          </a:bodyPr>
          <a:lstStyle/>
          <a:p>
            <a:r>
              <a:rPr lang="en-US" sz="4600">
                <a:latin typeface="Rockwell" panose="02060603020205020403" pitchFamily="18" charset="0"/>
              </a:rPr>
              <a:t>B</a:t>
            </a:r>
            <a:r>
              <a:rPr lang="en-US" sz="4600"/>
              <a:t>asics of Atomic Theories</a:t>
            </a:r>
            <a:endParaRPr lang="en-US" sz="460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99F35-1401-4ECD-9F96-7017DB9FA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6752109" cy="1117687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M.Arif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25F-CY-094</a:t>
            </a:r>
          </a:p>
        </p:txBody>
      </p:sp>
      <p:pic>
        <p:nvPicPr>
          <p:cNvPr id="7" name="Graphic 6" descr="Atom">
            <a:extLst>
              <a:ext uri="{FF2B5EF4-FFF2-40B4-BE49-F238E27FC236}">
                <a16:creationId xmlns:a16="http://schemas.microsoft.com/office/drawing/2014/main" id="{6CF37D73-EE04-34F3-E06A-67EF74A5D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7091" y="1749761"/>
            <a:ext cx="3358478" cy="3358478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6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6BCB397-4790-4766-82B8-F6ED3BAAB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BDB66795-F5BA-4B6C-951C-11DBE9D24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2C790B8-181F-443B-9B01-D67B4B94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8" name="Picture 7" descr="Molecular DNA structure">
            <a:extLst>
              <a:ext uri="{FF2B5EF4-FFF2-40B4-BE49-F238E27FC236}">
                <a16:creationId xmlns:a16="http://schemas.microsoft.com/office/drawing/2014/main" id="{38F85B62-3EB3-9CA7-6BB8-4811CAAF11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06" r="32211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17D5C4-7346-4128-A893-88F9031A3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1762A-8C4E-5A56-8FF9-417B47A1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dirty="0"/>
              <a:t>Basics of Atomic Theories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C06EAC-4D4E-4BEC-A580-543F5E0ED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092C2-DAFA-7CF9-765A-5E3B4FAAA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US" sz="1900" dirty="0"/>
              <a:t>Atomic theory deals with the study of atoms as the fundamental units of matter. It helps us understand how matter is structured and why substances behave the way they do.</a:t>
            </a:r>
          </a:p>
          <a:p>
            <a:r>
              <a:rPr lang="en-US" sz="1900" dirty="0"/>
              <a:t>Early ideas about atoms were philosophical, but scientific atomic theory developed through experimentation. Discoveries in electricity and radiation played a major role in shaping atomic models.</a:t>
            </a:r>
          </a:p>
          <a:p>
            <a:r>
              <a:rPr lang="en-US" sz="1900" dirty="0"/>
              <a:t>Today, atomic theory is explained using quantum concepts, which describe electrons in terms of energy states and probabilities rather than fixed paths.</a:t>
            </a:r>
          </a:p>
        </p:txBody>
      </p:sp>
    </p:spTree>
    <p:extLst>
      <p:ext uri="{BB962C8B-B14F-4D97-AF65-F5344CB8AC3E}">
        <p14:creationId xmlns:p14="http://schemas.microsoft.com/office/powerpoint/2010/main" val="261769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7A1F-2E44-7C7C-9ED6-021E7D4D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Dalton’s Atomic Theory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348E6643-FE3A-6065-C7D8-E463EC0675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48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DA38-9E27-A572-ECF4-2B9CBDA8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Thomson, Rutherford, and Bohr Models</a:t>
            </a: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EBC1157C-59B9-95DF-D283-EEECC53CB4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427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6BCB397-4790-4766-82B8-F6ED3BAAB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BDB66795-F5BA-4B6C-951C-11DBE9D24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2C790B8-181F-443B-9B01-D67B4B94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8" name="Picture 7" descr="A swirling meteorite">
            <a:extLst>
              <a:ext uri="{FF2B5EF4-FFF2-40B4-BE49-F238E27FC236}">
                <a16:creationId xmlns:a16="http://schemas.microsoft.com/office/drawing/2014/main" id="{EA7FAE9F-94DA-B1DA-C0AE-7265C338B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42" r="25729" b="-1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17D5C4-7346-4128-A893-88F9031A3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939BF-47B3-C76E-54BE-F710E968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b="1" dirty="0"/>
              <a:t>Introduction to Particle Physics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C06EAC-4D4E-4BEC-A580-543F5E0ED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5B526-43FE-8AB0-6B51-2694EB89D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US" sz="2000" dirty="0"/>
              <a:t>Particle physics focuses on understanding the smallest known particles in nature. It studies how these particles interact through fundamental forces.</a:t>
            </a:r>
          </a:p>
          <a:p>
            <a:r>
              <a:rPr lang="en-US" sz="2000" dirty="0"/>
              <a:t>High-energy experiments allow scientists to observe rare particle interactions. Particle accelerators play a key role in discovering new particles.</a:t>
            </a:r>
          </a:p>
          <a:p>
            <a:r>
              <a:rPr lang="en-US" sz="2000" dirty="0"/>
              <a:t>This field contributes to our understanding of the universe, including its origin and evolution.</a:t>
            </a:r>
          </a:p>
        </p:txBody>
      </p:sp>
    </p:spTree>
    <p:extLst>
      <p:ext uri="{BB962C8B-B14F-4D97-AF65-F5344CB8AC3E}">
        <p14:creationId xmlns:p14="http://schemas.microsoft.com/office/powerpoint/2010/main" val="284364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982C-F75F-BA45-7C17-344A11D0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Fundamental Particles</a:t>
            </a: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58FDD5FC-EF65-9EB2-0C36-3B8AD20DF63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80320" y="2336873"/>
          <a:ext cx="9896240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5331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E6D6-5151-992E-1A15-CBFDE4EB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Standard Model of Particle Physics</a:t>
            </a:r>
          </a:p>
        </p:txBody>
      </p:sp>
      <p:graphicFrame>
        <p:nvGraphicFramePr>
          <p:cNvPr id="24" name="TextBox 4">
            <a:extLst>
              <a:ext uri="{FF2B5EF4-FFF2-40B4-BE49-F238E27FC236}">
                <a16:creationId xmlns:a16="http://schemas.microsoft.com/office/drawing/2014/main" id="{3A0B50E0-B90F-73A2-6304-CD53312448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5100802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766738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B27744-7857-4992-B755-05855FC59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6CA70E-ED75-4FF0-A862-8EF12B7377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F1ABED-93B7-45AC-A513-2CB1FF159A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18</TotalTime>
  <Words>530</Words>
  <Application>Microsoft Office PowerPoint</Application>
  <PresentationFormat>Widescreen</PresentationFormat>
  <Paragraphs>31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Rockwell</vt:lpstr>
      <vt:lpstr>Tahoma</vt:lpstr>
      <vt:lpstr>Trebuchet MS</vt:lpstr>
      <vt:lpstr>Berlin</vt:lpstr>
      <vt:lpstr>Basics of Atomic Theories</vt:lpstr>
      <vt:lpstr>Basics of Atomic Theories</vt:lpstr>
      <vt:lpstr>Dalton’s Atomic Theory</vt:lpstr>
      <vt:lpstr>Thomson, Rutherford, and Bohr Models</vt:lpstr>
      <vt:lpstr>Introduction to Particle Physics</vt:lpstr>
      <vt:lpstr>Fundamental Particles</vt:lpstr>
      <vt:lpstr>Standard Model of Particle Physics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Shahmeer Raza</dc:creator>
  <cp:lastModifiedBy>Shahmeer Raza</cp:lastModifiedBy>
  <cp:revision>2</cp:revision>
  <dcterms:created xsi:type="dcterms:W3CDTF">2025-12-17T15:20:02Z</dcterms:created>
  <dcterms:modified xsi:type="dcterms:W3CDTF">2025-12-17T15:38:14Z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