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707" autoAdjust="0"/>
  </p:normalViewPr>
  <p:slideViewPr>
    <p:cSldViewPr snapToGrid="0">
      <p:cViewPr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4CFCA1-1FE0-4DF5-AD87-F14AA540C6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BB757D-10EF-44A6-82FB-CC83DEA7278B}">
      <dgm:prSet/>
      <dgm:spPr/>
      <dgm:t>
        <a:bodyPr/>
        <a:lstStyle/>
        <a:p>
          <a:r>
            <a:rPr lang="en-US"/>
            <a:t>John Dalton was the first scientist to propose a detailed atomic theory. He explained that matter consists of tiny particles which cannot be divided by chemical means.</a:t>
          </a:r>
        </a:p>
      </dgm:t>
    </dgm:pt>
    <dgm:pt modelId="{DBC2FF7F-63BB-45DE-8349-BF18D104AC3E}" type="parTrans" cxnId="{3269762B-6529-4ABE-8BA8-16236F8737D3}">
      <dgm:prSet/>
      <dgm:spPr/>
      <dgm:t>
        <a:bodyPr/>
        <a:lstStyle/>
        <a:p>
          <a:endParaRPr lang="en-US"/>
        </a:p>
      </dgm:t>
    </dgm:pt>
    <dgm:pt modelId="{111FE8A1-33DC-4596-A616-886D4DEE9DEF}" type="sibTrans" cxnId="{3269762B-6529-4ABE-8BA8-16236F8737D3}">
      <dgm:prSet/>
      <dgm:spPr/>
      <dgm:t>
        <a:bodyPr/>
        <a:lstStyle/>
        <a:p>
          <a:endParaRPr lang="en-US"/>
        </a:p>
      </dgm:t>
    </dgm:pt>
    <dgm:pt modelId="{E00B60BD-F48A-404F-B88A-A562ED2F613D}">
      <dgm:prSet/>
      <dgm:spPr/>
      <dgm:t>
        <a:bodyPr/>
        <a:lstStyle/>
        <a:p>
          <a:r>
            <a:rPr lang="en-US"/>
            <a:t>Dalton stated that atoms of the same element have identical characteristics, while atoms of different elements differ. Compounds form through the combination of atoms in fixed ratios.</a:t>
          </a:r>
        </a:p>
      </dgm:t>
    </dgm:pt>
    <dgm:pt modelId="{D52A4888-D2AB-45FE-B489-F8951666361E}" type="parTrans" cxnId="{19DDFA9B-F866-4D27-8D3E-BED392DB54D3}">
      <dgm:prSet/>
      <dgm:spPr/>
      <dgm:t>
        <a:bodyPr/>
        <a:lstStyle/>
        <a:p>
          <a:endParaRPr lang="en-US"/>
        </a:p>
      </dgm:t>
    </dgm:pt>
    <dgm:pt modelId="{B48ED67F-1D0B-490E-96A4-A9ACB969E347}" type="sibTrans" cxnId="{19DDFA9B-F866-4D27-8D3E-BED392DB54D3}">
      <dgm:prSet/>
      <dgm:spPr/>
      <dgm:t>
        <a:bodyPr/>
        <a:lstStyle/>
        <a:p>
          <a:endParaRPr lang="en-US"/>
        </a:p>
      </dgm:t>
    </dgm:pt>
    <dgm:pt modelId="{F0889CC3-FD68-47B6-977D-FF0CD9D4D643}">
      <dgm:prSet/>
      <dgm:spPr/>
      <dgm:t>
        <a:bodyPr/>
        <a:lstStyle/>
        <a:p>
          <a:r>
            <a:rPr lang="en-US"/>
            <a:t>Although later discoveries showed atoms contain smaller particles, Dalton’s theory formed the foundation of atomic science.</a:t>
          </a:r>
        </a:p>
      </dgm:t>
    </dgm:pt>
    <dgm:pt modelId="{27D283F7-F1E2-4B21-941E-DE2ABEB46660}" type="parTrans" cxnId="{58ACA63E-48D5-445B-8210-D49DF77E905B}">
      <dgm:prSet/>
      <dgm:spPr/>
      <dgm:t>
        <a:bodyPr/>
        <a:lstStyle/>
        <a:p>
          <a:endParaRPr lang="en-US"/>
        </a:p>
      </dgm:t>
    </dgm:pt>
    <dgm:pt modelId="{103AB12F-F2CD-41AF-9095-E140F20F3119}" type="sibTrans" cxnId="{58ACA63E-48D5-445B-8210-D49DF77E905B}">
      <dgm:prSet/>
      <dgm:spPr/>
      <dgm:t>
        <a:bodyPr/>
        <a:lstStyle/>
        <a:p>
          <a:endParaRPr lang="en-US"/>
        </a:p>
      </dgm:t>
    </dgm:pt>
    <dgm:pt modelId="{B02FEC70-592A-474E-A3B6-4E4C0FB1773B}" type="pres">
      <dgm:prSet presAssocID="{734CFCA1-1FE0-4DF5-AD87-F14AA540C60A}" presName="linear" presStyleCnt="0">
        <dgm:presLayoutVars>
          <dgm:animLvl val="lvl"/>
          <dgm:resizeHandles val="exact"/>
        </dgm:presLayoutVars>
      </dgm:prSet>
      <dgm:spPr/>
    </dgm:pt>
    <dgm:pt modelId="{C6E6011C-B002-433B-8BC9-3CE52712705C}" type="pres">
      <dgm:prSet presAssocID="{36BB757D-10EF-44A6-82FB-CC83DEA7278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A798109-198F-4D50-9A2D-6134F01199AF}" type="pres">
      <dgm:prSet presAssocID="{111FE8A1-33DC-4596-A616-886D4DEE9DEF}" presName="spacer" presStyleCnt="0"/>
      <dgm:spPr/>
    </dgm:pt>
    <dgm:pt modelId="{65859624-6F87-4194-AD5B-4044BCE6A301}" type="pres">
      <dgm:prSet presAssocID="{E00B60BD-F48A-404F-B88A-A562ED2F61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655598A-02B2-453F-8320-429BDA893703}" type="pres">
      <dgm:prSet presAssocID="{B48ED67F-1D0B-490E-96A4-A9ACB969E347}" presName="spacer" presStyleCnt="0"/>
      <dgm:spPr/>
    </dgm:pt>
    <dgm:pt modelId="{EB00E820-53C5-45A3-A609-7802B475BD1D}" type="pres">
      <dgm:prSet presAssocID="{F0889CC3-FD68-47B6-977D-FF0CD9D4D6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269762B-6529-4ABE-8BA8-16236F8737D3}" srcId="{734CFCA1-1FE0-4DF5-AD87-F14AA540C60A}" destId="{36BB757D-10EF-44A6-82FB-CC83DEA7278B}" srcOrd="0" destOrd="0" parTransId="{DBC2FF7F-63BB-45DE-8349-BF18D104AC3E}" sibTransId="{111FE8A1-33DC-4596-A616-886D4DEE9DEF}"/>
    <dgm:cxn modelId="{58ACA63E-48D5-445B-8210-D49DF77E905B}" srcId="{734CFCA1-1FE0-4DF5-AD87-F14AA540C60A}" destId="{F0889CC3-FD68-47B6-977D-FF0CD9D4D643}" srcOrd="2" destOrd="0" parTransId="{27D283F7-F1E2-4B21-941E-DE2ABEB46660}" sibTransId="{103AB12F-F2CD-41AF-9095-E140F20F3119}"/>
    <dgm:cxn modelId="{0C2B704D-3214-4B26-8082-71672DB8D261}" type="presOf" srcId="{734CFCA1-1FE0-4DF5-AD87-F14AA540C60A}" destId="{B02FEC70-592A-474E-A3B6-4E4C0FB1773B}" srcOrd="0" destOrd="0" presId="urn:microsoft.com/office/officeart/2005/8/layout/vList2"/>
    <dgm:cxn modelId="{A4C32A5A-67A4-4D05-BA5A-4536F6947617}" type="presOf" srcId="{E00B60BD-F48A-404F-B88A-A562ED2F613D}" destId="{65859624-6F87-4194-AD5B-4044BCE6A301}" srcOrd="0" destOrd="0" presId="urn:microsoft.com/office/officeart/2005/8/layout/vList2"/>
    <dgm:cxn modelId="{0DFE7981-9BEA-49F5-93AF-E582B2812021}" type="presOf" srcId="{36BB757D-10EF-44A6-82FB-CC83DEA7278B}" destId="{C6E6011C-B002-433B-8BC9-3CE52712705C}" srcOrd="0" destOrd="0" presId="urn:microsoft.com/office/officeart/2005/8/layout/vList2"/>
    <dgm:cxn modelId="{61EF0486-03B3-4DE5-A053-D4E23899F54A}" type="presOf" srcId="{F0889CC3-FD68-47B6-977D-FF0CD9D4D643}" destId="{EB00E820-53C5-45A3-A609-7802B475BD1D}" srcOrd="0" destOrd="0" presId="urn:microsoft.com/office/officeart/2005/8/layout/vList2"/>
    <dgm:cxn modelId="{19DDFA9B-F866-4D27-8D3E-BED392DB54D3}" srcId="{734CFCA1-1FE0-4DF5-AD87-F14AA540C60A}" destId="{E00B60BD-F48A-404F-B88A-A562ED2F613D}" srcOrd="1" destOrd="0" parTransId="{D52A4888-D2AB-45FE-B489-F8951666361E}" sibTransId="{B48ED67F-1D0B-490E-96A4-A9ACB969E347}"/>
    <dgm:cxn modelId="{12F970B7-6456-40CA-8393-8F792D61744D}" type="presParOf" srcId="{B02FEC70-592A-474E-A3B6-4E4C0FB1773B}" destId="{C6E6011C-B002-433B-8BC9-3CE52712705C}" srcOrd="0" destOrd="0" presId="urn:microsoft.com/office/officeart/2005/8/layout/vList2"/>
    <dgm:cxn modelId="{9924D416-14D4-4BB9-B96E-FDAA49CA9169}" type="presParOf" srcId="{B02FEC70-592A-474E-A3B6-4E4C0FB1773B}" destId="{2A798109-198F-4D50-9A2D-6134F01199AF}" srcOrd="1" destOrd="0" presId="urn:microsoft.com/office/officeart/2005/8/layout/vList2"/>
    <dgm:cxn modelId="{6ABAE300-E634-4091-B51A-E70D2F1002CD}" type="presParOf" srcId="{B02FEC70-592A-474E-A3B6-4E4C0FB1773B}" destId="{65859624-6F87-4194-AD5B-4044BCE6A301}" srcOrd="2" destOrd="0" presId="urn:microsoft.com/office/officeart/2005/8/layout/vList2"/>
    <dgm:cxn modelId="{498F5C0D-784C-4480-86DA-FCCF87488D16}" type="presParOf" srcId="{B02FEC70-592A-474E-A3B6-4E4C0FB1773B}" destId="{8655598A-02B2-453F-8320-429BDA893703}" srcOrd="3" destOrd="0" presId="urn:microsoft.com/office/officeart/2005/8/layout/vList2"/>
    <dgm:cxn modelId="{0712834A-F9F0-4AB5-9AE7-01A47722A398}" type="presParOf" srcId="{B02FEC70-592A-474E-A3B6-4E4C0FB1773B}" destId="{EB00E820-53C5-45A3-A609-7802B475BD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550349-CFC2-49B4-AB25-3F90E14C738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11F1991-7A0C-4A4C-81B7-3D9F6075F0A8}">
      <dgm:prSet/>
      <dgm:spPr/>
      <dgm:t>
        <a:bodyPr/>
        <a:lstStyle/>
        <a:p>
          <a:r>
            <a:rPr lang="en-US"/>
            <a:t>J.J. Thomson discovered electrons and suggested that atoms contain negative charges within a positive framework.</a:t>
          </a:r>
        </a:p>
      </dgm:t>
    </dgm:pt>
    <dgm:pt modelId="{A551713A-9A7F-4F0F-A196-140E40687214}" type="parTrans" cxnId="{A709705C-B024-4ED8-ACF1-CE0AC211C999}">
      <dgm:prSet/>
      <dgm:spPr/>
      <dgm:t>
        <a:bodyPr/>
        <a:lstStyle/>
        <a:p>
          <a:endParaRPr lang="en-US"/>
        </a:p>
      </dgm:t>
    </dgm:pt>
    <dgm:pt modelId="{B97F49D0-CE8F-44F9-A158-717E23ACD9C2}" type="sibTrans" cxnId="{A709705C-B024-4ED8-ACF1-CE0AC211C999}">
      <dgm:prSet/>
      <dgm:spPr/>
      <dgm:t>
        <a:bodyPr/>
        <a:lstStyle/>
        <a:p>
          <a:endParaRPr lang="en-US"/>
        </a:p>
      </dgm:t>
    </dgm:pt>
    <dgm:pt modelId="{440C339E-1A4E-4F24-9A7C-59D64257C6FC}">
      <dgm:prSet/>
      <dgm:spPr/>
      <dgm:t>
        <a:bodyPr/>
        <a:lstStyle/>
        <a:p>
          <a:r>
            <a:rPr lang="en-US"/>
            <a:t>Rutherford’s gold foil experiment proved that atoms have a central nucleus containing most of the mass. This experiment showed that atoms are mostly empty space.</a:t>
          </a:r>
        </a:p>
      </dgm:t>
    </dgm:pt>
    <dgm:pt modelId="{CBCACA93-E931-4A7B-8159-38CF6C392133}" type="parTrans" cxnId="{03D35973-0208-4FC8-8CD8-0EE07F3BF9C3}">
      <dgm:prSet/>
      <dgm:spPr/>
      <dgm:t>
        <a:bodyPr/>
        <a:lstStyle/>
        <a:p>
          <a:endParaRPr lang="en-US"/>
        </a:p>
      </dgm:t>
    </dgm:pt>
    <dgm:pt modelId="{A68DD174-4331-47EE-B230-275ABE2B4971}" type="sibTrans" cxnId="{03D35973-0208-4FC8-8CD8-0EE07F3BF9C3}">
      <dgm:prSet/>
      <dgm:spPr/>
      <dgm:t>
        <a:bodyPr/>
        <a:lstStyle/>
        <a:p>
          <a:endParaRPr lang="en-US"/>
        </a:p>
      </dgm:t>
    </dgm:pt>
    <dgm:pt modelId="{AAD5C17A-0E60-41AC-8BD8-FED48431338F}">
      <dgm:prSet/>
      <dgm:spPr/>
      <dgm:t>
        <a:bodyPr/>
        <a:lstStyle/>
        <a:p>
          <a:r>
            <a:rPr lang="en-US"/>
            <a:t>Bohr proposed that electrons move in specific energy levels, preventing them from collapsing into the nucleus and explaining atomic spectra.</a:t>
          </a:r>
        </a:p>
      </dgm:t>
    </dgm:pt>
    <dgm:pt modelId="{B68D2579-D10A-4227-B50D-FD5068E61DF2}" type="parTrans" cxnId="{D6F5C1B3-20D5-49E2-BCC6-B5BE50E57584}">
      <dgm:prSet/>
      <dgm:spPr/>
      <dgm:t>
        <a:bodyPr/>
        <a:lstStyle/>
        <a:p>
          <a:endParaRPr lang="en-US"/>
        </a:p>
      </dgm:t>
    </dgm:pt>
    <dgm:pt modelId="{60CEEE33-3648-4859-BFB0-F930BBD8618C}" type="sibTrans" cxnId="{D6F5C1B3-20D5-49E2-BCC6-B5BE50E57584}">
      <dgm:prSet/>
      <dgm:spPr/>
      <dgm:t>
        <a:bodyPr/>
        <a:lstStyle/>
        <a:p>
          <a:endParaRPr lang="en-US"/>
        </a:p>
      </dgm:t>
    </dgm:pt>
    <dgm:pt modelId="{C55E23C3-3CE1-4141-95E1-CFB762B0B729}" type="pres">
      <dgm:prSet presAssocID="{BE550349-CFC2-49B4-AB25-3F90E14C73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5AD946-A545-43FF-A124-EC0DBC007FF8}" type="pres">
      <dgm:prSet presAssocID="{C11F1991-7A0C-4A4C-81B7-3D9F6075F0A8}" presName="hierRoot1" presStyleCnt="0"/>
      <dgm:spPr/>
    </dgm:pt>
    <dgm:pt modelId="{FBE265E7-95C1-45B6-A086-17BC68C76A83}" type="pres">
      <dgm:prSet presAssocID="{C11F1991-7A0C-4A4C-81B7-3D9F6075F0A8}" presName="composite" presStyleCnt="0"/>
      <dgm:spPr/>
    </dgm:pt>
    <dgm:pt modelId="{A228F272-BB35-44BB-AEEF-1ECD2186B695}" type="pres">
      <dgm:prSet presAssocID="{C11F1991-7A0C-4A4C-81B7-3D9F6075F0A8}" presName="background" presStyleLbl="node0" presStyleIdx="0" presStyleCnt="3"/>
      <dgm:spPr/>
    </dgm:pt>
    <dgm:pt modelId="{19938D73-4ACC-434C-9D82-B7E5998C4B23}" type="pres">
      <dgm:prSet presAssocID="{C11F1991-7A0C-4A4C-81B7-3D9F6075F0A8}" presName="text" presStyleLbl="fgAcc0" presStyleIdx="0" presStyleCnt="3">
        <dgm:presLayoutVars>
          <dgm:chPref val="3"/>
        </dgm:presLayoutVars>
      </dgm:prSet>
      <dgm:spPr/>
    </dgm:pt>
    <dgm:pt modelId="{864C38E6-E4AD-4FDA-A517-7C248DC5F65D}" type="pres">
      <dgm:prSet presAssocID="{C11F1991-7A0C-4A4C-81B7-3D9F6075F0A8}" presName="hierChild2" presStyleCnt="0"/>
      <dgm:spPr/>
    </dgm:pt>
    <dgm:pt modelId="{638C2C59-BC84-4D5D-B769-2143E90FBE81}" type="pres">
      <dgm:prSet presAssocID="{440C339E-1A4E-4F24-9A7C-59D64257C6FC}" presName="hierRoot1" presStyleCnt="0"/>
      <dgm:spPr/>
    </dgm:pt>
    <dgm:pt modelId="{FEEA0033-6953-4517-A834-AAEE69006C23}" type="pres">
      <dgm:prSet presAssocID="{440C339E-1A4E-4F24-9A7C-59D64257C6FC}" presName="composite" presStyleCnt="0"/>
      <dgm:spPr/>
    </dgm:pt>
    <dgm:pt modelId="{70CF80A8-810E-49F1-8270-187E52AB1638}" type="pres">
      <dgm:prSet presAssocID="{440C339E-1A4E-4F24-9A7C-59D64257C6FC}" presName="background" presStyleLbl="node0" presStyleIdx="1" presStyleCnt="3"/>
      <dgm:spPr/>
    </dgm:pt>
    <dgm:pt modelId="{EC74CE97-5E92-4FB0-A8A5-C69BD088D9DA}" type="pres">
      <dgm:prSet presAssocID="{440C339E-1A4E-4F24-9A7C-59D64257C6FC}" presName="text" presStyleLbl="fgAcc0" presStyleIdx="1" presStyleCnt="3">
        <dgm:presLayoutVars>
          <dgm:chPref val="3"/>
        </dgm:presLayoutVars>
      </dgm:prSet>
      <dgm:spPr/>
    </dgm:pt>
    <dgm:pt modelId="{7F90C83B-275F-46DA-A9F2-D3181F9B3956}" type="pres">
      <dgm:prSet presAssocID="{440C339E-1A4E-4F24-9A7C-59D64257C6FC}" presName="hierChild2" presStyleCnt="0"/>
      <dgm:spPr/>
    </dgm:pt>
    <dgm:pt modelId="{0BC468B1-83C1-4B7E-834B-26918452E176}" type="pres">
      <dgm:prSet presAssocID="{AAD5C17A-0E60-41AC-8BD8-FED48431338F}" presName="hierRoot1" presStyleCnt="0"/>
      <dgm:spPr/>
    </dgm:pt>
    <dgm:pt modelId="{E75FD04F-A95D-4CB6-B884-75D5F94E240C}" type="pres">
      <dgm:prSet presAssocID="{AAD5C17A-0E60-41AC-8BD8-FED48431338F}" presName="composite" presStyleCnt="0"/>
      <dgm:spPr/>
    </dgm:pt>
    <dgm:pt modelId="{8A78A106-F4CD-4522-AF2C-F42376580F9C}" type="pres">
      <dgm:prSet presAssocID="{AAD5C17A-0E60-41AC-8BD8-FED48431338F}" presName="background" presStyleLbl="node0" presStyleIdx="2" presStyleCnt="3"/>
      <dgm:spPr/>
    </dgm:pt>
    <dgm:pt modelId="{C7BCF029-944E-4EA0-B4B0-037A6522EB50}" type="pres">
      <dgm:prSet presAssocID="{AAD5C17A-0E60-41AC-8BD8-FED48431338F}" presName="text" presStyleLbl="fgAcc0" presStyleIdx="2" presStyleCnt="3">
        <dgm:presLayoutVars>
          <dgm:chPref val="3"/>
        </dgm:presLayoutVars>
      </dgm:prSet>
      <dgm:spPr/>
    </dgm:pt>
    <dgm:pt modelId="{B322F4C8-F4E6-4916-AD52-D3BA078668AB}" type="pres">
      <dgm:prSet presAssocID="{AAD5C17A-0E60-41AC-8BD8-FED48431338F}" presName="hierChild2" presStyleCnt="0"/>
      <dgm:spPr/>
    </dgm:pt>
  </dgm:ptLst>
  <dgm:cxnLst>
    <dgm:cxn modelId="{B6BFD818-DF59-4A52-A035-8AB19ECD58B9}" type="presOf" srcId="{BE550349-CFC2-49B4-AB25-3F90E14C7384}" destId="{C55E23C3-3CE1-4141-95E1-CFB762B0B729}" srcOrd="0" destOrd="0" presId="urn:microsoft.com/office/officeart/2005/8/layout/hierarchy1"/>
    <dgm:cxn modelId="{F5C8351B-3C60-4D48-AB18-3878E41A1F43}" type="presOf" srcId="{C11F1991-7A0C-4A4C-81B7-3D9F6075F0A8}" destId="{19938D73-4ACC-434C-9D82-B7E5998C4B23}" srcOrd="0" destOrd="0" presId="urn:microsoft.com/office/officeart/2005/8/layout/hierarchy1"/>
    <dgm:cxn modelId="{A709705C-B024-4ED8-ACF1-CE0AC211C999}" srcId="{BE550349-CFC2-49B4-AB25-3F90E14C7384}" destId="{C11F1991-7A0C-4A4C-81B7-3D9F6075F0A8}" srcOrd="0" destOrd="0" parTransId="{A551713A-9A7F-4F0F-A196-140E40687214}" sibTransId="{B97F49D0-CE8F-44F9-A158-717E23ACD9C2}"/>
    <dgm:cxn modelId="{40F3856F-BFB2-47F8-A162-2145CC0DA2CD}" type="presOf" srcId="{AAD5C17A-0E60-41AC-8BD8-FED48431338F}" destId="{C7BCF029-944E-4EA0-B4B0-037A6522EB50}" srcOrd="0" destOrd="0" presId="urn:microsoft.com/office/officeart/2005/8/layout/hierarchy1"/>
    <dgm:cxn modelId="{03D35973-0208-4FC8-8CD8-0EE07F3BF9C3}" srcId="{BE550349-CFC2-49B4-AB25-3F90E14C7384}" destId="{440C339E-1A4E-4F24-9A7C-59D64257C6FC}" srcOrd="1" destOrd="0" parTransId="{CBCACA93-E931-4A7B-8159-38CF6C392133}" sibTransId="{A68DD174-4331-47EE-B230-275ABE2B4971}"/>
    <dgm:cxn modelId="{DDB0637C-C119-4FCA-8D33-E8A6E874AE4A}" type="presOf" srcId="{440C339E-1A4E-4F24-9A7C-59D64257C6FC}" destId="{EC74CE97-5E92-4FB0-A8A5-C69BD088D9DA}" srcOrd="0" destOrd="0" presId="urn:microsoft.com/office/officeart/2005/8/layout/hierarchy1"/>
    <dgm:cxn modelId="{D6F5C1B3-20D5-49E2-BCC6-B5BE50E57584}" srcId="{BE550349-CFC2-49B4-AB25-3F90E14C7384}" destId="{AAD5C17A-0E60-41AC-8BD8-FED48431338F}" srcOrd="2" destOrd="0" parTransId="{B68D2579-D10A-4227-B50D-FD5068E61DF2}" sibTransId="{60CEEE33-3648-4859-BFB0-F930BBD8618C}"/>
    <dgm:cxn modelId="{68A57990-9765-4DA0-9D8A-89D5BBACE280}" type="presParOf" srcId="{C55E23C3-3CE1-4141-95E1-CFB762B0B729}" destId="{165AD946-A545-43FF-A124-EC0DBC007FF8}" srcOrd="0" destOrd="0" presId="urn:microsoft.com/office/officeart/2005/8/layout/hierarchy1"/>
    <dgm:cxn modelId="{C1F8CFA5-3FE1-43A5-9A70-CCEA7D3C67A7}" type="presParOf" srcId="{165AD946-A545-43FF-A124-EC0DBC007FF8}" destId="{FBE265E7-95C1-45B6-A086-17BC68C76A83}" srcOrd="0" destOrd="0" presId="urn:microsoft.com/office/officeart/2005/8/layout/hierarchy1"/>
    <dgm:cxn modelId="{11F820B4-4E1B-4629-AC50-E8248926ADD0}" type="presParOf" srcId="{FBE265E7-95C1-45B6-A086-17BC68C76A83}" destId="{A228F272-BB35-44BB-AEEF-1ECD2186B695}" srcOrd="0" destOrd="0" presId="urn:microsoft.com/office/officeart/2005/8/layout/hierarchy1"/>
    <dgm:cxn modelId="{E64D75B2-5A7D-4946-B0F5-B0FC42BEC449}" type="presParOf" srcId="{FBE265E7-95C1-45B6-A086-17BC68C76A83}" destId="{19938D73-4ACC-434C-9D82-B7E5998C4B23}" srcOrd="1" destOrd="0" presId="urn:microsoft.com/office/officeart/2005/8/layout/hierarchy1"/>
    <dgm:cxn modelId="{FCB2DD57-A96D-43C4-A279-6B4652E3BEF6}" type="presParOf" srcId="{165AD946-A545-43FF-A124-EC0DBC007FF8}" destId="{864C38E6-E4AD-4FDA-A517-7C248DC5F65D}" srcOrd="1" destOrd="0" presId="urn:microsoft.com/office/officeart/2005/8/layout/hierarchy1"/>
    <dgm:cxn modelId="{CE6C05BA-0DB0-4968-B66E-4BFCFA175DAF}" type="presParOf" srcId="{C55E23C3-3CE1-4141-95E1-CFB762B0B729}" destId="{638C2C59-BC84-4D5D-B769-2143E90FBE81}" srcOrd="1" destOrd="0" presId="urn:microsoft.com/office/officeart/2005/8/layout/hierarchy1"/>
    <dgm:cxn modelId="{C549BC5F-0B14-4E6F-9928-578D333F9D32}" type="presParOf" srcId="{638C2C59-BC84-4D5D-B769-2143E90FBE81}" destId="{FEEA0033-6953-4517-A834-AAEE69006C23}" srcOrd="0" destOrd="0" presId="urn:microsoft.com/office/officeart/2005/8/layout/hierarchy1"/>
    <dgm:cxn modelId="{9F1FAACC-B62E-47CE-8CC7-71E985E4452E}" type="presParOf" srcId="{FEEA0033-6953-4517-A834-AAEE69006C23}" destId="{70CF80A8-810E-49F1-8270-187E52AB1638}" srcOrd="0" destOrd="0" presId="urn:microsoft.com/office/officeart/2005/8/layout/hierarchy1"/>
    <dgm:cxn modelId="{FB6D8EB5-6674-4714-9418-05FBF2C7C753}" type="presParOf" srcId="{FEEA0033-6953-4517-A834-AAEE69006C23}" destId="{EC74CE97-5E92-4FB0-A8A5-C69BD088D9DA}" srcOrd="1" destOrd="0" presId="urn:microsoft.com/office/officeart/2005/8/layout/hierarchy1"/>
    <dgm:cxn modelId="{E458FFB8-EBEC-44C3-A8ED-D07A15C3267D}" type="presParOf" srcId="{638C2C59-BC84-4D5D-B769-2143E90FBE81}" destId="{7F90C83B-275F-46DA-A9F2-D3181F9B3956}" srcOrd="1" destOrd="0" presId="urn:microsoft.com/office/officeart/2005/8/layout/hierarchy1"/>
    <dgm:cxn modelId="{DCDFACD3-6C17-457F-A816-FD5DE219ADD5}" type="presParOf" srcId="{C55E23C3-3CE1-4141-95E1-CFB762B0B729}" destId="{0BC468B1-83C1-4B7E-834B-26918452E176}" srcOrd="2" destOrd="0" presId="urn:microsoft.com/office/officeart/2005/8/layout/hierarchy1"/>
    <dgm:cxn modelId="{0CE98790-692E-4D5E-952E-97FCF6082FA1}" type="presParOf" srcId="{0BC468B1-83C1-4B7E-834B-26918452E176}" destId="{E75FD04F-A95D-4CB6-B884-75D5F94E240C}" srcOrd="0" destOrd="0" presId="urn:microsoft.com/office/officeart/2005/8/layout/hierarchy1"/>
    <dgm:cxn modelId="{B5206F14-91CF-4130-9D7C-93C961A2B580}" type="presParOf" srcId="{E75FD04F-A95D-4CB6-B884-75D5F94E240C}" destId="{8A78A106-F4CD-4522-AF2C-F42376580F9C}" srcOrd="0" destOrd="0" presId="urn:microsoft.com/office/officeart/2005/8/layout/hierarchy1"/>
    <dgm:cxn modelId="{77C20B91-DB4C-43F1-83E9-6ECA92905D74}" type="presParOf" srcId="{E75FD04F-A95D-4CB6-B884-75D5F94E240C}" destId="{C7BCF029-944E-4EA0-B4B0-037A6522EB50}" srcOrd="1" destOrd="0" presId="urn:microsoft.com/office/officeart/2005/8/layout/hierarchy1"/>
    <dgm:cxn modelId="{3968EE42-F840-487A-BC8E-C39748C5D271}" type="presParOf" srcId="{0BC468B1-83C1-4B7E-834B-26918452E176}" destId="{B322F4C8-F4E6-4916-AD52-D3BA078668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E6011C-B002-433B-8BC9-3CE52712705C}">
      <dsp:nvSpPr>
        <dsp:cNvPr id="0" name=""/>
        <dsp:cNvSpPr/>
      </dsp:nvSpPr>
      <dsp:spPr>
        <a:xfrm>
          <a:off x="0" y="1956"/>
          <a:ext cx="10131425" cy="11747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John Dalton was the first scientist to propose a detailed atomic theory. He explained that matter consists of tiny particles which cannot be divided by chemical means.</a:t>
          </a:r>
        </a:p>
      </dsp:txBody>
      <dsp:txXfrm>
        <a:off x="57347" y="59303"/>
        <a:ext cx="10016731" cy="1060059"/>
      </dsp:txXfrm>
    </dsp:sp>
    <dsp:sp modelId="{65859624-6F87-4194-AD5B-4044BCE6A301}">
      <dsp:nvSpPr>
        <dsp:cNvPr id="0" name=""/>
        <dsp:cNvSpPr/>
      </dsp:nvSpPr>
      <dsp:spPr>
        <a:xfrm>
          <a:off x="0" y="1237189"/>
          <a:ext cx="10131425" cy="11747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Dalton stated that atoms of the same element have identical characteristics, while atoms of different elements differ. Compounds form through the combination of atoms in fixed ratios.</a:t>
          </a:r>
        </a:p>
      </dsp:txBody>
      <dsp:txXfrm>
        <a:off x="57347" y="1294536"/>
        <a:ext cx="10016731" cy="1060059"/>
      </dsp:txXfrm>
    </dsp:sp>
    <dsp:sp modelId="{EB00E820-53C5-45A3-A609-7802B475BD1D}">
      <dsp:nvSpPr>
        <dsp:cNvPr id="0" name=""/>
        <dsp:cNvSpPr/>
      </dsp:nvSpPr>
      <dsp:spPr>
        <a:xfrm>
          <a:off x="0" y="2472423"/>
          <a:ext cx="10131425" cy="11747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Although later discoveries showed atoms contain smaller particles, Dalton’s theory formed the foundation of atomic science.</a:t>
          </a:r>
        </a:p>
      </dsp:txBody>
      <dsp:txXfrm>
        <a:off x="57347" y="2529770"/>
        <a:ext cx="10016731" cy="10600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8F272-BB35-44BB-AEEF-1ECD2186B695}">
      <dsp:nvSpPr>
        <dsp:cNvPr id="0" name=""/>
        <dsp:cNvSpPr/>
      </dsp:nvSpPr>
      <dsp:spPr>
        <a:xfrm>
          <a:off x="0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38D73-4ACC-434C-9D82-B7E5998C4B23}">
      <dsp:nvSpPr>
        <dsp:cNvPr id="0" name=""/>
        <dsp:cNvSpPr/>
      </dsp:nvSpPr>
      <dsp:spPr>
        <a:xfrm>
          <a:off x="316607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J.J. Thomson discovered electrons and suggested that atoms contain negative charges within a positive framework.</a:t>
          </a:r>
        </a:p>
      </dsp:txBody>
      <dsp:txXfrm>
        <a:off x="369603" y="991079"/>
        <a:ext cx="2743471" cy="1703417"/>
      </dsp:txXfrm>
    </dsp:sp>
    <dsp:sp modelId="{70CF80A8-810E-49F1-8270-187E52AB1638}">
      <dsp:nvSpPr>
        <dsp:cNvPr id="0" name=""/>
        <dsp:cNvSpPr/>
      </dsp:nvSpPr>
      <dsp:spPr>
        <a:xfrm>
          <a:off x="3482677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4CE97-5E92-4FB0-A8A5-C69BD088D9DA}">
      <dsp:nvSpPr>
        <dsp:cNvPr id="0" name=""/>
        <dsp:cNvSpPr/>
      </dsp:nvSpPr>
      <dsp:spPr>
        <a:xfrm>
          <a:off x="3799284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Rutherford’s gold foil experiment proved that atoms have a central nucleus containing most of the mass. This experiment showed that atoms are mostly empty space.</a:t>
          </a:r>
        </a:p>
      </dsp:txBody>
      <dsp:txXfrm>
        <a:off x="3852280" y="991079"/>
        <a:ext cx="2743471" cy="1703417"/>
      </dsp:txXfrm>
    </dsp:sp>
    <dsp:sp modelId="{8A78A106-F4CD-4522-AF2C-F42376580F9C}">
      <dsp:nvSpPr>
        <dsp:cNvPr id="0" name=""/>
        <dsp:cNvSpPr/>
      </dsp:nvSpPr>
      <dsp:spPr>
        <a:xfrm>
          <a:off x="6965354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CF029-944E-4EA0-B4B0-037A6522EB50}">
      <dsp:nvSpPr>
        <dsp:cNvPr id="0" name=""/>
        <dsp:cNvSpPr/>
      </dsp:nvSpPr>
      <dsp:spPr>
        <a:xfrm>
          <a:off x="7281961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Bohr proposed that electrons move in specific energy levels, preventing them from collapsing into the nucleus and explaining atomic spectra.</a:t>
          </a:r>
        </a:p>
      </dsp:txBody>
      <dsp:txXfrm>
        <a:off x="7334957" y="991079"/>
        <a:ext cx="2743471" cy="1703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B7FD6-6B50-4C58-994F-82DC621427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C7F2D-6B16-4B88-A4F8-ABD5316B47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1DC69-60C3-4CF7-A135-6E702ECCE0F0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CEF1E-1ACC-48D0-92B3-CB3D4FED50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188B4-83B8-4C82-AFAC-DC1E415458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9FFBD-F123-4881-BC93-591827BC61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21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3EC7B-6C72-4FBB-87DF-2BD2CB7DC1E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2A795-6F94-4A96-B820-B9038480D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95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your classroom colors different than what you see in this template? That’s OK! Click on Design -&gt; Variants (the down arrow) -&gt; Pick the color scheme that works for you!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Feel free to change any “You will…” and “I will…” statements to ensure they align with your classroom procedures and rules!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4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63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561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35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96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4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428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5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6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05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08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65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463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928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094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58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51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433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5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5675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041CFD-1CDC-4879-B60E-6C88091E4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example of a molecular structure">
            <a:extLst>
              <a:ext uri="{FF2B5EF4-FFF2-40B4-BE49-F238E27FC236}">
                <a16:creationId xmlns:a16="http://schemas.microsoft.com/office/drawing/2014/main" id="{DED2A1EE-63FF-F18E-755E-15EF6551DF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t="2850" b="15332"/>
          <a:stretch>
            <a:fillRect/>
          </a:stretch>
        </p:blipFill>
        <p:spPr>
          <a:xfrm>
            <a:off x="-3155" y="92478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A46762-9937-4CA8-A8D6-37938A741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81F489-B701-4C74-9747-27C8656A8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basics of Atomic Theories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99F35-1401-4ECD-9F96-7017DB9FA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M.Nabeel</a:t>
            </a:r>
            <a:endParaRPr lang="en-US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25F-CY-065</a:t>
            </a:r>
          </a:p>
        </p:txBody>
      </p:sp>
    </p:spTree>
    <p:extLst>
      <p:ext uri="{BB962C8B-B14F-4D97-AF65-F5344CB8AC3E}">
        <p14:creationId xmlns:p14="http://schemas.microsoft.com/office/powerpoint/2010/main" val="616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51A9C99-FD39-4971-A548-0B9E5A2A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lecular DNA structure">
            <a:extLst>
              <a:ext uri="{FF2B5EF4-FFF2-40B4-BE49-F238E27FC236}">
                <a16:creationId xmlns:a16="http://schemas.microsoft.com/office/drawing/2014/main" id="{38F85B62-3EB3-9CA7-6BB8-4811CAAF118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15891" r="9091" b="75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AB2DF7-34C9-45C2-BB70-6797ACA67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01762A-8C4E-5A56-8FF9-417B47A1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dirty="0"/>
              <a:t>Basics of Atomic Theories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092C2-DAFA-7CF9-765A-5E3B4FAAA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>
            <a:normAutofit/>
          </a:bodyPr>
          <a:lstStyle/>
          <a:p>
            <a:r>
              <a:rPr lang="en-US" sz="2400" dirty="0"/>
              <a:t>Atomic theory explains that matter is composed of extremely small particles called atoms. These atoms determine the physical and chemical properties of substances.</a:t>
            </a:r>
          </a:p>
          <a:p>
            <a:r>
              <a:rPr lang="en-US" sz="2400" dirty="0"/>
              <a:t>The idea of atoms evolved through many experiments and observations. Scientific models replaced early assumptions as technology improved.</a:t>
            </a:r>
          </a:p>
          <a:p>
            <a:r>
              <a:rPr lang="en-US" sz="2400" dirty="0"/>
              <a:t>Modern atomic theory uses quantum mechanics to describe atomic behavior, especially the movement of electrons around the nucleus.</a:t>
            </a:r>
          </a:p>
        </p:txBody>
      </p:sp>
    </p:spTree>
    <p:extLst>
      <p:ext uri="{BB962C8B-B14F-4D97-AF65-F5344CB8AC3E}">
        <p14:creationId xmlns:p14="http://schemas.microsoft.com/office/powerpoint/2010/main" val="261769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7A1F-2E44-7C7C-9ED6-021E7D4D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Dalton’s Atomic Theory</a:t>
            </a:r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A11474F0-3A30-467E-D9BB-BBAED3105B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148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9DA38-9E27-A572-ECF4-2B9CBDA8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b="1" dirty="0"/>
              <a:t>Thomson, Rutherford, and Bohr Models</a:t>
            </a:r>
            <a:endParaRPr lang="en-US" dirty="0"/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BEF2FAED-EAD7-0CC0-55EB-F05A8BA52C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377740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427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51A9C99-FD39-4971-A548-0B9E5A2A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lowing blue bubbles">
            <a:extLst>
              <a:ext uri="{FF2B5EF4-FFF2-40B4-BE49-F238E27FC236}">
                <a16:creationId xmlns:a16="http://schemas.microsoft.com/office/drawing/2014/main" id="{F66A9DCC-6FDE-DA91-1C3A-E127933B43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AB2DF7-34C9-45C2-BB70-6797ACA67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2939BF-47B3-C76E-54BE-F710E968B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b="1" dirty="0"/>
              <a:t>Introduction to Particle Physics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5B526-43FE-8AB0-6B51-2694EB89D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>
            <a:normAutofit/>
          </a:bodyPr>
          <a:lstStyle/>
          <a:p>
            <a:r>
              <a:rPr lang="en-US"/>
              <a:t>Particle physics studies the smallest known components of matter and their interactions. It helps explain the fundamental structure of the universe.</a:t>
            </a:r>
          </a:p>
          <a:p>
            <a:r>
              <a:rPr lang="en-US"/>
              <a:t>Scientists perform experiments using powerful accelerators to observe particle collisions. These experiments reveal new particles and interactions.</a:t>
            </a:r>
          </a:p>
          <a:p>
            <a:r>
              <a:rPr lang="en-US"/>
              <a:t>Particle physics has applications in medicine, technology, and cosmology.</a:t>
            </a:r>
          </a:p>
        </p:txBody>
      </p:sp>
    </p:spTree>
    <p:extLst>
      <p:ext uri="{BB962C8B-B14F-4D97-AF65-F5344CB8AC3E}">
        <p14:creationId xmlns:p14="http://schemas.microsoft.com/office/powerpoint/2010/main" val="284364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8C60C8E-CBEB-4FFC-AADB-4123E3122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3982C-F75F-BA45-7C17-344A11D0D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Fundamental Particles</a:t>
            </a:r>
          </a:p>
        </p:txBody>
      </p:sp>
      <p:pic>
        <p:nvPicPr>
          <p:cNvPr id="15" name="Picture 14" descr="Balls and wires 3D art">
            <a:extLst>
              <a:ext uri="{FF2B5EF4-FFF2-40B4-BE49-F238E27FC236}">
                <a16:creationId xmlns:a16="http://schemas.microsoft.com/office/drawing/2014/main" id="{6F218BDC-2D5D-C059-2265-52EE40FB89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413" r="4887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E269B39-2624-1E49-5D79-7D6CB2D31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5458" y="2251587"/>
            <a:ext cx="6593075" cy="3972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Fundamental particles have no internal structure. They are grouped into fermions and bosons.</a:t>
            </a:r>
          </a:p>
          <a:p>
            <a:r>
              <a:rPr lang="en-US" dirty="0"/>
              <a:t>Fermions include quarks and leptons, which form all matter. Quarks combine to form hadrons like protons and neutrons.</a:t>
            </a:r>
          </a:p>
          <a:p>
            <a:r>
              <a:rPr lang="en-US" dirty="0"/>
              <a:t>Bosons act as force carriers and allow particles to interact with each other, such as photons for electromagnetic force.</a:t>
            </a:r>
          </a:p>
        </p:txBody>
      </p:sp>
    </p:spTree>
    <p:extLst>
      <p:ext uri="{BB962C8B-B14F-4D97-AF65-F5344CB8AC3E}">
        <p14:creationId xmlns:p14="http://schemas.microsoft.com/office/powerpoint/2010/main" val="1015331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E6D6-5151-992E-1A15-CBFDE4EB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6282266" cy="14562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Standard Model of Particle Physics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E81F4-054C-FD04-6B33-C86661BBD0A1}"/>
              </a:ext>
            </a:extLst>
          </p:cNvPr>
          <p:cNvSpPr txBox="1"/>
          <p:nvPr/>
        </p:nvSpPr>
        <p:spPr>
          <a:xfrm>
            <a:off x="685802" y="2142067"/>
            <a:ext cx="6282266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dirty="0"/>
              <a:t>The Standard Model is a well-tested theory describing fundamental particles and their interactions. It explains three of the four fundamental forces.</a:t>
            </a:r>
          </a:p>
          <a:p>
            <a:pPr marL="285750" indent="-28575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dirty="0"/>
              <a:t>It includes matter particles, force particles, and the Higgs boson, which provides mass to particles.</a:t>
            </a:r>
          </a:p>
          <a:p>
            <a:pPr marL="285750" indent="-28575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dirty="0"/>
              <a:t>Despite its accuracy, the model does not explain gravity, so further theories are being developed.</a:t>
            </a:r>
          </a:p>
        </p:txBody>
      </p:sp>
      <p:pic>
        <p:nvPicPr>
          <p:cNvPr id="7" name="Graphic 6" descr="Scientist">
            <a:extLst>
              <a:ext uri="{FF2B5EF4-FFF2-40B4-BE49-F238E27FC236}">
                <a16:creationId xmlns:a16="http://schemas.microsoft.com/office/drawing/2014/main" id="{2162066B-B705-7412-390C-71C1BB721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0936" y="1668042"/>
            <a:ext cx="3445714" cy="344571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76673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6CA70E-ED75-4FF0-A862-8EF12B7377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BF1ABED-93B7-45AC-A513-2CB1FF159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B27744-7857-4992-B755-05855FC59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30</TotalTime>
  <Words>478</Words>
  <Application>Microsoft Office PowerPoint</Application>
  <PresentationFormat>Widescreen</PresentationFormat>
  <Paragraphs>32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Tahoma</vt:lpstr>
      <vt:lpstr>Celestial</vt:lpstr>
      <vt:lpstr>basics of Atomic Theories</vt:lpstr>
      <vt:lpstr>Basics of Atomic Theories</vt:lpstr>
      <vt:lpstr>Dalton’s Atomic Theory</vt:lpstr>
      <vt:lpstr>Thomson, Rutherford, and Bohr Models</vt:lpstr>
      <vt:lpstr>Introduction to Particle Physics</vt:lpstr>
      <vt:lpstr>Fundamental Particles</vt:lpstr>
      <vt:lpstr>Standard Model of Particle Physics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Shahmeer Raza</dc:creator>
  <cp:lastModifiedBy>Muhammad Nabeel</cp:lastModifiedBy>
  <cp:revision>7</cp:revision>
  <dcterms:created xsi:type="dcterms:W3CDTF">2025-12-17T15:20:02Z</dcterms:created>
  <dcterms:modified xsi:type="dcterms:W3CDTF">2025-12-18T11:47:34Z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