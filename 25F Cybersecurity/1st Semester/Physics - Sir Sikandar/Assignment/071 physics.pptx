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9144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2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8" name="Google Shape;18;p2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2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4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4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5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5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p7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7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1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Atomic Theories, Particle Physics &amp; Standard Model</a:t>
            </a:r>
            <a:endParaRPr/>
          </a:p>
        </p:txBody>
      </p:sp>
      <p:sp>
        <p:nvSpPr>
          <p:cNvPr id="73" name="Google Shape;73;p14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Physics Assignment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-1" y="5815516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Name: Arshad Ali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Roll No: 25F-CY-071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Matter is made of very small particles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Atomic theories explain atom structure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Particle physics studies smaller particles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Model explains particles and forces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Basics of Atomic Theory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Atom is the smallest unit of matter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Atoms combine to form matter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Explains chemical reactions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Dalton’s Atomic Theory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Matter is made of atoms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Atoms of same element are identical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Atoms cannot be created or destroyed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Reactions involve rearrangement of atoms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Thomson’s Atomic Model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Discovered electron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sphere with electrons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Called plum pudding model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Rutherford’s Atomic Model</a:t>
            </a:r>
            <a:endParaRPr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positive nucleus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of atom is empty space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Electrons revolve around nucleus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Bohr’s Atomic Model</a:t>
            </a:r>
            <a:endParaRPr/>
          </a:p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Electrons move in fixed energy levels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Energy absorbed or released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Explained hydrogen atom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Particle Physics</a:t>
            </a:r>
            <a:endParaRPr/>
          </a:p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 smallest particles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Explains interactions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particle accelerators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Fundamental Particles</a:t>
            </a:r>
            <a:endParaRPr/>
          </a:p>
        </p:txBody>
      </p:sp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Fermions: matter particles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Bosons: force carriers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electron, photon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Model</a:t>
            </a:r>
            <a:endParaRPr/>
          </a:p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Explains fundamental particles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Includes matter and force particles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Strong, weak &amp; electromagnetic forces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Gravity not included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Atomic theories explain atom structure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Particle physics studies tiny particles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Model explains interactions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for modern physics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