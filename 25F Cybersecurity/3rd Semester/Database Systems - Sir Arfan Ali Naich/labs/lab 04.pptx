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3" r:id="rId4"/>
    <p:sldId id="264" r:id="rId5"/>
    <p:sldId id="257" r:id="rId6"/>
    <p:sldId id="258" r:id="rId7"/>
    <p:sldId id="260" r:id="rId8"/>
    <p:sldId id="261" r:id="rId9"/>
    <p:sldId id="262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7B6E-F7A6-8062-B882-429FA7132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8EAD1-157F-5F31-8B20-AFFF38159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C9603-2750-F785-4321-70F40965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356E1-9C82-92DE-20B4-F270DDA1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6D707-FBB0-3107-38AA-D30604CD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25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C07A-DEF0-7DB6-46B1-B022264C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A4B66-77FF-E0A6-46CA-10ADA06E6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60218-500D-CEA3-41D4-9510C06A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72A4-55C6-7129-4DFC-EEBFED4B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5FB8-E7F0-E56C-9A27-4A7376D1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7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CBFD-993A-8C12-BB62-7A174BF8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1874F-EEC0-678E-EC0C-D2BE3C96F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D06F1-2CCE-8B6F-09F0-60705808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D8D3C-0D64-D476-DDB3-F57B0B4E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C5300-13D7-46DE-70B7-330C69C6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13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84FB-E940-0A31-AF91-D17498CA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58424-25C3-BF32-9FDA-D14A45BF4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96644-6DA1-98F4-36ED-CF375CBBB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FCE71-5901-810E-C185-509F5774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B35F5-72A4-DB5D-E920-A8D447601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36A56-527D-EF10-75AF-C8A9A956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28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2466C-4745-6927-E0B9-181AC0AA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E456F-A065-1E92-7FDE-28E316AC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07D45-F005-36B9-997F-CA84C0451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D77D8-2F24-52DB-8277-2C45576C3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584EC-C9F0-8594-EA1D-A1CA193AB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6AD5E-6585-9E69-9700-E2811D25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748FA0-4259-11DB-C8EE-330607AD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6F2F3-BCF4-6FEA-7617-216B2074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0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68B0-B274-6220-459D-5E046C9A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6D050-5AAE-1519-813A-AB22D9B1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B833D-E677-2EC5-E456-2C0E5F7A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4CD49-A42A-96BB-8786-1E8AA088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0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E0D45-154B-3631-4975-7D826A63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BF9ED-CD6C-C51B-FF20-93919E77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1B0E9-9343-08D8-7FC8-51C9A911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50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618A9-9B11-7B12-6126-CF7FF397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32103-4705-7E3A-AA53-3851BD23E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D187E-1FD1-D70B-51BE-512187D50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2F115-33EF-EF41-B735-749D849D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610B6-F3E0-3350-DBAA-B46C3841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B158F-BA3A-39A9-0030-1B4873B9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2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43F3-3CE4-FE5F-CC3D-B568A0DA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1E63D6-A4CB-DF51-B824-D95E9359B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67171-A176-4EDE-AFF0-5B7DC2F15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E80CA-EE70-4DDD-1946-095E67F1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0292A-59A2-3158-4A3B-FEF6437A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8414F-9583-92C6-CE3D-54FD7F8B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6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36B1-8E9E-84F0-A2EF-9EDAADB7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01C35-1FBE-5A84-F8A9-8D27EFDA5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DDF84-06F1-A0AF-0149-B765CFC1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9E77A-FD42-157A-932D-8EF47EF4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351D-AF4A-AD8F-1CBC-7F05CFE7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4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FE3F4-CB5A-A7C5-7087-D0B55C18A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6FC71-FA26-710B-2F7B-C0B1FA64B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27F02-9C03-A4DC-18CC-C20C0BC0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0E4C0-CC1D-2AA8-1141-9DDD40E0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A892F-6C6D-48E8-A3A7-7A5C5E3C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3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06546-7E6E-8E19-14A1-38A15801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C6E4-79AD-6300-877A-0A508246D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9217-2DB5-C99C-D6F3-577CAF88B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27550-2A8A-4A90-940A-0A487936DA4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58FFF-FDB1-B525-8FCF-955EDDA89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A787-728D-E495-9F88-9881AD1C7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10D8A-B0AA-4573-B49B-2A03A2A2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D561-9733-7B3C-DF58-3D9CE2DDB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#04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8EDC2-EC8E-4631-DD48-61CDD0C93E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CLAUSES</a:t>
            </a:r>
          </a:p>
        </p:txBody>
      </p:sp>
    </p:spTree>
    <p:extLst>
      <p:ext uri="{BB962C8B-B14F-4D97-AF65-F5344CB8AC3E}">
        <p14:creationId xmlns:p14="http://schemas.microsoft.com/office/powerpoint/2010/main" val="96586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2B92-2715-7541-8483-F2C8D06A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3F5A-5F27-2FFF-FAF9-237575A0A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understand and implement different clauses using </a:t>
            </a:r>
            <a:r>
              <a:rPr lang="en-US"/>
              <a:t>wampserver</a:t>
            </a:r>
          </a:p>
        </p:txBody>
      </p:sp>
    </p:spTree>
    <p:extLst>
      <p:ext uri="{BB962C8B-B14F-4D97-AF65-F5344CB8AC3E}">
        <p14:creationId xmlns:p14="http://schemas.microsoft.com/office/powerpoint/2010/main" val="1686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92B8-5728-15C3-FB3C-26F947EF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08E5-8496-B6D0-DC55-82B331B0E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databases, clauses are special components of SQL (Structured Query Language) statements</a:t>
            </a:r>
            <a:r>
              <a:rPr lang="en-US"/>
              <a:t>. </a:t>
            </a:r>
          </a:p>
          <a:p>
            <a:r>
              <a:rPr lang="en-US"/>
              <a:t>They </a:t>
            </a:r>
            <a:r>
              <a:rPr lang="en-US" dirty="0"/>
              <a:t>define conditions, limits, sorting, grouping, and other rules applied to queries</a:t>
            </a:r>
          </a:p>
        </p:txBody>
      </p:sp>
    </p:spTree>
    <p:extLst>
      <p:ext uri="{BB962C8B-B14F-4D97-AF65-F5344CB8AC3E}">
        <p14:creationId xmlns:p14="http://schemas.microsoft.com/office/powerpoint/2010/main" val="171058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83B9-695E-583F-E648-AFD6BEC5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39215A-ADD8-309D-C331-BE51978F4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484" y="1976284"/>
            <a:ext cx="7403689" cy="404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5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6280-6AB6-7BA6-8E06-E98768044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1FEF-7378-CC47-DDCB-1BA175D77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stable WHERE Age &gt; 19;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47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1C55-277B-1AB5-C4B1-0F66D90F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78A1-BF71-50E9-B2A0-99BC0296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Stable ORDER BY Marks DESC;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0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A6C1-E25A-01CD-4D04-6D4E12DFC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E4C2E-E2C4-F380-6188-E781E61CC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Department, COUNT(*) FROM stable GROUP BY Department;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Groups by department and counts students in each.</a:t>
            </a:r>
          </a:p>
        </p:txBody>
      </p:sp>
    </p:spTree>
    <p:extLst>
      <p:ext uri="{BB962C8B-B14F-4D97-AF65-F5344CB8AC3E}">
        <p14:creationId xmlns:p14="http://schemas.microsoft.com/office/powerpoint/2010/main" val="1001194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E66A-85E1-F3D6-24A1-EA4A7A59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DA0E-EF80-CE7C-B76A-27D3E9C9A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Department, COUNT(*) FROM stable GROUP BY Department HAVING COUNT(*) &gt; 1;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Shows only departments with more than 1 student.</a:t>
            </a:r>
          </a:p>
        </p:txBody>
      </p:sp>
    </p:spTree>
    <p:extLst>
      <p:ext uri="{BB962C8B-B14F-4D97-AF65-F5344CB8AC3E}">
        <p14:creationId xmlns:p14="http://schemas.microsoft.com/office/powerpoint/2010/main" val="8410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9C87-3841-7F07-1DF8-F07D2DAB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6CBC-CAC0-BE47-C00C-079AD8577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Name, Marks FROM stable;</a:t>
            </a:r>
          </a:p>
        </p:txBody>
      </p:sp>
    </p:spTree>
    <p:extLst>
      <p:ext uri="{BB962C8B-B14F-4D97-AF65-F5344CB8AC3E}">
        <p14:creationId xmlns:p14="http://schemas.microsoft.com/office/powerpoint/2010/main" val="85683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F55A-5940-6A7B-9A00-B58CA785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00F78-E1B2-1AFA-2DD6-8078C3B87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>
                <a:latin typeface="Courier New" panose="02070309020205020404" pitchFamily="49" charset="0"/>
              </a:rPr>
              <a:t>SELECT * FROM stable LIMIT 3;</a:t>
            </a:r>
          </a:p>
          <a:p>
            <a:r>
              <a:rPr lang="en-US" b="1" dirty="0">
                <a:latin typeface="Courier New" panose="02070309020205020404" pitchFamily="49" charset="0"/>
              </a:rPr>
              <a:t>SELECT * FROM stable LIMIT 0, 2; </a:t>
            </a:r>
          </a:p>
          <a:p>
            <a:r>
              <a:rPr lang="en-US" b="1" dirty="0">
                <a:latin typeface="Courier New" panose="02070309020205020404" pitchFamily="49" charset="0"/>
              </a:rPr>
              <a:t>SELECT * FROM stable LIMIT 2, 3;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62DF73-F220-8155-895D-17DC6C0498C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5815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275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679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155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Lab #04</vt:lpstr>
      <vt:lpstr>Objective</vt:lpstr>
      <vt:lpstr>Clauses</vt:lpstr>
      <vt:lpstr>PowerPoint Presentation</vt:lpstr>
      <vt:lpstr>Where Clause</vt:lpstr>
      <vt:lpstr>Order by Clause</vt:lpstr>
      <vt:lpstr>GROUP BY Clause</vt:lpstr>
      <vt:lpstr>HAVING Clause</vt:lpstr>
      <vt:lpstr>FROM Clause</vt:lpstr>
      <vt:lpstr>LIMIT Clause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 Aziz</dc:creator>
  <cp:lastModifiedBy>Arfan Ahmed Naich</cp:lastModifiedBy>
  <cp:revision>6</cp:revision>
  <dcterms:created xsi:type="dcterms:W3CDTF">2025-09-26T09:19:28Z</dcterms:created>
  <dcterms:modified xsi:type="dcterms:W3CDTF">2026-09-10T15:24:32Z</dcterms:modified>
</cp:coreProperties>
</file>