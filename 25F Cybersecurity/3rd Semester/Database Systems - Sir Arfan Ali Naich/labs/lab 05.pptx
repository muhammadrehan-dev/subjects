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71" r:id="rId4"/>
    <p:sldId id="280" r:id="rId5"/>
    <p:sldId id="272" r:id="rId6"/>
    <p:sldId id="281" r:id="rId7"/>
    <p:sldId id="273" r:id="rId8"/>
    <p:sldId id="282" r:id="rId9"/>
    <p:sldId id="274" r:id="rId10"/>
    <p:sldId id="283" r:id="rId11"/>
    <p:sldId id="275" r:id="rId12"/>
    <p:sldId id="284" r:id="rId13"/>
    <p:sldId id="276" r:id="rId14"/>
    <p:sldId id="285" r:id="rId15"/>
    <p:sldId id="277" r:id="rId16"/>
    <p:sldId id="286" r:id="rId17"/>
    <p:sldId id="278" r:id="rId18"/>
    <p:sldId id="2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3D46-B95A-1F1A-902C-A96D49CDF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09FFD-4843-FD5D-E68C-DD93F84E7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F65D-2B33-9795-8106-C948656C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CBFA1-9E28-1A31-C5A7-6C874E6C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5EE5A-4CDD-F5C3-996B-C67CF9690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96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F479-5D74-2862-5C48-27F59970D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50308-D8EF-FF93-04A4-5443BABF0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6342D-495B-053D-4E12-673855C0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3DE4A-FC9B-F5FB-F81B-67A4905EA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49F50-5B54-C760-76C5-197CC0C3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07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9981-9DA3-DC6B-7745-9574C1A36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51586-3C56-DD92-A165-2C3D09DBF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2B33F-0F38-02E9-4746-1601D169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6DA49-2C02-0094-82EF-2BDD97DB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5D5F0-A8DD-8D51-CF54-174F04AE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96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BDAC-6001-571E-581A-26BA93BF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9326E-B05A-4327-32F3-D0CF8FA7F6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37491-F175-F1C2-481F-956964D9F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664F9-7D44-0BE2-00C6-4011D56C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E576A-90D7-F97F-1C62-C6330A6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346A6-2021-BC7F-43E2-32C1C327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2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EF1E3-815B-CAF4-F2A9-8ED86B20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43ACD-8B75-CBFB-AAC8-143C57E60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CE0D9-C1D6-CEEF-306B-EE0A75A3F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720B9-29C7-3A31-AE7F-E0C30A226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EED0D-7C25-AF63-512F-65CDE404B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1794B0-EF8E-D717-A6E3-9AEB74BB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1BDC5A-667D-ABD2-F130-24EB8DDBB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31D2C-9493-B925-7508-5F911B92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87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05B0-0BC2-3D19-8852-290FA8784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9D931-56FA-E344-C248-A1EDA413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B1DA95-24D8-E037-6264-9BBE29DDE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E0B37-CED6-12BD-E035-720E8979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9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34B37C-C3BC-372C-E1F2-B7AB035B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B44DE-2AD6-142F-238A-7B9835DA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BF282-C52D-C187-C7D5-098FB848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5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71F3-8329-0135-3224-0265023E1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5780C-9B13-C8A8-513A-350751A0F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9CFB89-01C1-4457-8122-64C030FCC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8331C-9513-9CF3-11CF-3316D7B1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E8449-8176-8D59-CED7-7ECE437E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13051-664A-A23D-1682-E86D736F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65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1E5AC-70F4-335A-B9DE-1F5D68F48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71373-5C6A-18EA-2B1F-655FA36AE9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FF7E6-2E27-3486-BBF3-6929B464D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C8632-D5E9-DA71-8615-4D151F9CC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B032A-B351-E3AB-168E-B18451C8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F8B37-6FD0-AC55-C4E0-AE28D602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7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A3BE6-EBBA-EE8F-53EC-F2444006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D021E-8443-B177-F7F6-8EF4E537E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62A9F-1ED0-945F-2066-00A1BBB7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001A6-1A8E-1526-7038-DDA58933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AE3F5-18CA-3224-B4AA-15E3B8E93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2EA9C-B13C-774E-8C11-3812452FF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0C3F6-AED4-D6A5-310D-3716876B6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38DDA-9697-7B62-4249-5CE05F43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29F76-C662-8BEA-9886-E91FF429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230A6-B6F0-41E4-1C0B-72B87727B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1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A193B-B2F3-8B78-9102-B3DF2A21F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99846-554B-072C-8542-42906CB08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C994D-EB36-90A9-817C-F5D3665F8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A6003-FD9F-491C-8D15-87335CD930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77357-3691-65ED-7979-C1F15DE04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F1224-F927-95BE-EADF-681B8574D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A36AD-EA9E-46A9-847C-F92876878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7178-1470-844B-298A-0A4E43126E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#05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7C76D-0C68-AFC9-2407-0283A43D35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Joining Tables Using Foreign Key</a:t>
            </a:r>
          </a:p>
        </p:txBody>
      </p:sp>
    </p:spTree>
    <p:extLst>
      <p:ext uri="{BB962C8B-B14F-4D97-AF65-F5344CB8AC3E}">
        <p14:creationId xmlns:p14="http://schemas.microsoft.com/office/powerpoint/2010/main" val="214477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A8089-ED0F-36F0-2889-44F98EC63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9D4B-FEEB-DB89-0B29-65B3232D6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and join two related tables in SQL using a Foreign Key and display combined data using a JOIN query.</a:t>
            </a:r>
          </a:p>
        </p:txBody>
      </p:sp>
    </p:spTree>
    <p:extLst>
      <p:ext uri="{BB962C8B-B14F-4D97-AF65-F5344CB8AC3E}">
        <p14:creationId xmlns:p14="http://schemas.microsoft.com/office/powerpoint/2010/main" val="77306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7A7EE-8F6D-5134-ACFF-BCFAB519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database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11F247-4D3A-2F1E-90C3-B602445CF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3484" y="2956720"/>
            <a:ext cx="6091084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59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0F89A-933A-DA5D-2299-B5601111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44DCC-93D4-2E3E-CC9D-21E826B6E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DATABASE </a:t>
            </a:r>
            <a:r>
              <a:rPr lang="en-US" dirty="0" err="1"/>
              <a:t>college_db</a:t>
            </a:r>
            <a:r>
              <a:rPr lang="en-US" dirty="0"/>
              <a:t>;</a:t>
            </a:r>
          </a:p>
          <a:p>
            <a:r>
              <a:rPr lang="en-US" dirty="0"/>
              <a:t>USE </a:t>
            </a:r>
            <a:r>
              <a:rPr lang="en-US" dirty="0" err="1"/>
              <a:t>college_db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70262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799D-5AD3-79DB-6AD7-9D1CB7FDF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A29498-7CEB-057E-41A6-A62748E63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6129" y="2330245"/>
            <a:ext cx="9660194" cy="221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28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FCB3-0AA9-453E-44D3-F5ADF9239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204B4-4FE6-346E-CC5F-A611F3B87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TABLE students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 AUTO_INCREMENT PRIMARY KEY,</a:t>
            </a:r>
          </a:p>
          <a:p>
            <a:pPr marL="0" indent="0">
              <a:buNone/>
            </a:pPr>
            <a:r>
              <a:rPr lang="en-US" dirty="0"/>
              <a:t>    name VARCHAR(100)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roll_number</a:t>
            </a:r>
            <a:r>
              <a:rPr lang="en-US" dirty="0"/>
              <a:t> VARCHAR(20) UNIQUE NOT NULL,</a:t>
            </a:r>
          </a:p>
          <a:p>
            <a:pPr marL="0" indent="0">
              <a:buNone/>
            </a:pPr>
            <a:r>
              <a:rPr lang="en-US" dirty="0"/>
              <a:t>    department VARCHAR(50) NOT NULL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43921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581C-D2A2-68FC-DB68-0AA1E16B8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873FE3-A904-9BD2-FD7B-FCD38128B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877" y="2389239"/>
            <a:ext cx="9542207" cy="235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9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689F-B37D-B760-B037-301B7FED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7AEEB-5D6B-6C9C-0812-EB0FD8897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INSERT INTO students (name, </a:t>
            </a:r>
            <a:r>
              <a:rPr lang="en-US" dirty="0" err="1"/>
              <a:t>roll_number</a:t>
            </a:r>
            <a:r>
              <a:rPr lang="en-US" dirty="0"/>
              <a:t>, department) VALUES</a:t>
            </a:r>
          </a:p>
          <a:p>
            <a:pPr marL="0" indent="0">
              <a:buNone/>
            </a:pPr>
            <a:r>
              <a:rPr lang="en-US" dirty="0"/>
              <a:t>('Ali Ahmed', 'CS101', 'Computer Science'),</a:t>
            </a:r>
          </a:p>
          <a:p>
            <a:pPr marL="0" indent="0">
              <a:buNone/>
            </a:pPr>
            <a:r>
              <a:rPr lang="en-US" dirty="0"/>
              <a:t>('Sara Khan', 'EE102', 'Electrical Engineering'),</a:t>
            </a:r>
          </a:p>
          <a:p>
            <a:pPr marL="0" indent="0">
              <a:buNone/>
            </a:pPr>
            <a:r>
              <a:rPr lang="en-US" dirty="0"/>
              <a:t>('Ahmed Raza', 'CS103', 'Computer Science'),</a:t>
            </a:r>
          </a:p>
          <a:p>
            <a:pPr marL="0" indent="0">
              <a:buNone/>
            </a:pPr>
            <a:r>
              <a:rPr lang="en-US" dirty="0"/>
              <a:t>('Nida Fatima', 'ME104', 'Mechanical Engineering');</a:t>
            </a:r>
          </a:p>
        </p:txBody>
      </p:sp>
    </p:spTree>
    <p:extLst>
      <p:ext uri="{BB962C8B-B14F-4D97-AF65-F5344CB8AC3E}">
        <p14:creationId xmlns:p14="http://schemas.microsoft.com/office/powerpoint/2010/main" val="1467377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1C64-ADBA-9945-33E6-FF8F6BFB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 fees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741667-C134-8980-F89D-F99D042EB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6348" y="2256503"/>
            <a:ext cx="9967451" cy="231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0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F6572-8029-5D6D-5092-C3C81F6B1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B2A13-CFE2-3FC2-046E-BAAF7669E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fees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fee_id</a:t>
            </a:r>
            <a:r>
              <a:rPr lang="en-US" dirty="0"/>
              <a:t> INT AUTO_INCREMENT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voucher_no</a:t>
            </a:r>
            <a:r>
              <a:rPr lang="en-US" dirty="0"/>
              <a:t> VARCHAR(20),</a:t>
            </a:r>
          </a:p>
          <a:p>
            <a:pPr marL="0" indent="0">
              <a:buNone/>
            </a:pPr>
            <a:r>
              <a:rPr lang="en-US" dirty="0"/>
              <a:t>    marks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fee_status</a:t>
            </a:r>
            <a:r>
              <a:rPr lang="en-US" dirty="0"/>
              <a:t> VARCHAR(20) CHECK (</a:t>
            </a:r>
            <a:r>
              <a:rPr lang="en-US" dirty="0" err="1"/>
              <a:t>fee_status</a:t>
            </a:r>
            <a:r>
              <a:rPr lang="en-US" dirty="0"/>
              <a:t> IN ('Paid', 'Unpaid')),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student_id</a:t>
            </a:r>
            <a:r>
              <a:rPr lang="en-US" dirty="0"/>
              <a:t>) REFERENCES students(</a:t>
            </a:r>
            <a:r>
              <a:rPr lang="en-US" dirty="0" err="1"/>
              <a:t>student_id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06232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0051A-D487-4445-5ABC-DAC773E9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data in table fees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DE6A21-0B27-A8A3-A220-CC40C7EEB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6129" y="2433484"/>
            <a:ext cx="9424219" cy="303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39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6DCF0-2541-1F43-1EFA-E26BCEC9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7BBF9-1A88-67C0-464E-4920E0C88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INSERT INTO fees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voucher_no</a:t>
            </a:r>
            <a:r>
              <a:rPr lang="en-US" dirty="0"/>
              <a:t>, marks, </a:t>
            </a:r>
            <a:r>
              <a:rPr lang="en-US" dirty="0" err="1"/>
              <a:t>fee_status</a:t>
            </a:r>
            <a:r>
              <a:rPr lang="en-US" dirty="0"/>
              <a:t>) VALUES</a:t>
            </a:r>
          </a:p>
          <a:p>
            <a:pPr marL="0" indent="0">
              <a:buNone/>
            </a:pPr>
            <a:r>
              <a:rPr lang="en-US" dirty="0"/>
              <a:t>(1, 'VCH-1001', 85, 'Paid'),</a:t>
            </a:r>
          </a:p>
          <a:p>
            <a:pPr marL="0" indent="0">
              <a:buNone/>
            </a:pPr>
            <a:r>
              <a:rPr lang="en-US" dirty="0"/>
              <a:t>(2, 'VCH-1002', 78, 'Unpaid'),</a:t>
            </a:r>
          </a:p>
          <a:p>
            <a:pPr marL="0" indent="0">
              <a:buNone/>
            </a:pPr>
            <a:r>
              <a:rPr lang="en-US" dirty="0"/>
              <a:t>(3, 'VCH-1003', 90, 'Paid'),</a:t>
            </a:r>
          </a:p>
          <a:p>
            <a:pPr marL="0" indent="0">
              <a:buNone/>
            </a:pPr>
            <a:r>
              <a:rPr lang="en-US" dirty="0"/>
              <a:t>(4, 'VCH-1004', 60, 'Unpaid');</a:t>
            </a:r>
          </a:p>
        </p:txBody>
      </p:sp>
    </p:spTree>
    <p:extLst>
      <p:ext uri="{BB962C8B-B14F-4D97-AF65-F5344CB8AC3E}">
        <p14:creationId xmlns:p14="http://schemas.microsoft.com/office/powerpoint/2010/main" val="972630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98853-2730-32F7-A11B-64F6BA40C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 JOIN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83EC7-6C70-2340-FBE6-73A6FA98F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display all students with their department, marks, voucher number, and fee status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2F9020-805A-4BCC-4DAD-6CA85D223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845" y="2871787"/>
            <a:ext cx="9424220" cy="254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20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B6CA-2EEA-87DE-E645-6A06BA28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4F43-35A4-73AD-A215-20ACF3075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   students.name,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students.roll_number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students.department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fees.voucher_no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fees.marks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fees.fee_status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FROM students </a:t>
            </a:r>
          </a:p>
          <a:p>
            <a:pPr marL="0" indent="0">
              <a:buNone/>
            </a:pPr>
            <a:r>
              <a:rPr lang="en-US" dirty="0"/>
              <a:t>JOIN fees ON </a:t>
            </a:r>
            <a:r>
              <a:rPr lang="en-US" dirty="0" err="1"/>
              <a:t>students.student_id</a:t>
            </a:r>
            <a:r>
              <a:rPr lang="en-US" dirty="0"/>
              <a:t> = </a:t>
            </a:r>
            <a:r>
              <a:rPr lang="en-US" dirty="0" err="1"/>
              <a:t>fees.student_id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60948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EB61-3333-E14E-56BF-DD548961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Paid Students Only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D483F9-3752-572F-5A11-D670626A1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1535" y="1690688"/>
            <a:ext cx="8922775" cy="295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37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BD57B-4F66-F2E8-0634-B5FB15F2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AE4F3-C780-D442-0058-191D47DA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   name,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roll_number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department,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voucher_no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 marks,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fee_status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FROM students </a:t>
            </a:r>
          </a:p>
          <a:p>
            <a:pPr marL="0" indent="0">
              <a:buNone/>
            </a:pPr>
            <a:r>
              <a:rPr lang="en-US" dirty="0"/>
              <a:t>JOIN fees ON </a:t>
            </a:r>
            <a:r>
              <a:rPr lang="en-US" dirty="0" err="1"/>
              <a:t>students.student_id</a:t>
            </a:r>
            <a:r>
              <a:rPr lang="en-US" dirty="0"/>
              <a:t> = </a:t>
            </a:r>
            <a:r>
              <a:rPr lang="en-US" dirty="0" err="1"/>
              <a:t>fees.student_id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fee_status</a:t>
            </a:r>
            <a:r>
              <a:rPr lang="en-US" dirty="0"/>
              <a:t> = 'Paid';</a:t>
            </a:r>
          </a:p>
        </p:txBody>
      </p:sp>
    </p:spTree>
    <p:extLst>
      <p:ext uri="{BB962C8B-B14F-4D97-AF65-F5344CB8AC3E}">
        <p14:creationId xmlns:p14="http://schemas.microsoft.com/office/powerpoint/2010/main" val="3014124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8EA3-5F7F-14F4-74A6-55C5A277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paid Students of Computer Science Department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3E99EE-664F-DBBE-432C-1D47ED6D1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891" y="2079523"/>
            <a:ext cx="8831672" cy="358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84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0AF07-0F15-0D3F-34F0-E1FACA6D8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423F4-31A4-64E0-B77A-B081FFB64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   students.name,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students.roll_number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students.department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fees.voucher_no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fees.marks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fees.fee_status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FROM students </a:t>
            </a:r>
          </a:p>
          <a:p>
            <a:pPr marL="0" indent="0">
              <a:buNone/>
            </a:pPr>
            <a:r>
              <a:rPr lang="en-US" dirty="0"/>
              <a:t> JOIN fees ON </a:t>
            </a:r>
            <a:r>
              <a:rPr lang="en-US" dirty="0" err="1"/>
              <a:t>students.student_id</a:t>
            </a:r>
            <a:r>
              <a:rPr lang="en-US" dirty="0"/>
              <a:t> = </a:t>
            </a:r>
            <a:r>
              <a:rPr lang="en-US" dirty="0" err="1"/>
              <a:t>fees.student_id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fees.fee_status</a:t>
            </a:r>
            <a:r>
              <a:rPr lang="en-US" dirty="0"/>
              <a:t> = 'paid' AND </a:t>
            </a:r>
            <a:r>
              <a:rPr lang="en-US" dirty="0" err="1"/>
              <a:t>students.department</a:t>
            </a:r>
            <a:r>
              <a:rPr lang="en-US" dirty="0"/>
              <a:t> = 'Computer Science';</a:t>
            </a:r>
          </a:p>
        </p:txBody>
      </p:sp>
    </p:spTree>
    <p:extLst>
      <p:ext uri="{BB962C8B-B14F-4D97-AF65-F5344CB8AC3E}">
        <p14:creationId xmlns:p14="http://schemas.microsoft.com/office/powerpoint/2010/main" val="2812785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472</Words>
  <Application>Microsoft Office PowerPoint</Application>
  <PresentationFormat>Widescreen</PresentationFormat>
  <Paragraphs>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Lab #05</vt:lpstr>
      <vt:lpstr>Objective</vt:lpstr>
      <vt:lpstr>Create database</vt:lpstr>
      <vt:lpstr>PowerPoint Presentation</vt:lpstr>
      <vt:lpstr>Create Table</vt:lpstr>
      <vt:lpstr>PowerPoint Presentation</vt:lpstr>
      <vt:lpstr>Insert data</vt:lpstr>
      <vt:lpstr>PowerPoint Presentation</vt:lpstr>
      <vt:lpstr>Create table fees</vt:lpstr>
      <vt:lpstr>PowerPoint Presentation</vt:lpstr>
      <vt:lpstr>Insert data in table fees</vt:lpstr>
      <vt:lpstr>PowerPoint Presentation</vt:lpstr>
      <vt:lpstr>Perform JOIN Query</vt:lpstr>
      <vt:lpstr>PowerPoint Presentation</vt:lpstr>
      <vt:lpstr>Filter Paid Students Only</vt:lpstr>
      <vt:lpstr>PowerPoint Presentation</vt:lpstr>
      <vt:lpstr>paid Students of Computer Science Department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Yasir Aziz</dc:creator>
  <cp:lastModifiedBy>Arfan Ahmed Naich</cp:lastModifiedBy>
  <cp:revision>5</cp:revision>
  <dcterms:created xsi:type="dcterms:W3CDTF">2025-10-03T15:23:27Z</dcterms:created>
  <dcterms:modified xsi:type="dcterms:W3CDTF">2026-09-19T19:21:48Z</dcterms:modified>
</cp:coreProperties>
</file>