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2" r:id="rId8"/>
    <p:sldId id="268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A46F-E2B8-B213-AB1C-289CF3F42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49508-F362-756C-DC39-441CAB8A2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8D2D1-718E-9F52-4DE0-D870A189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8A281-AF48-2185-BB35-5119BC21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A871-0E71-9AF3-F4E0-5D4CD838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E4C5-02EE-A367-BEBA-6980C379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8E6F-8DE6-00D6-5C25-39519380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3DAA8-335D-A0E9-0C9B-0C4AA15F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4BCEF-25ED-E6C2-CAEE-2B9A14D5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8C8A2-B269-BB5C-87A4-D1956110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1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3D9A-8121-5D61-2F20-D79CEE93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C0B65-0BAA-816A-E862-BBFFC7E96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E3C4-04D4-49A6-BD5D-6A28AC75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24F2-B2B2-D086-82E1-3621B960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69A0E-4D2E-EF52-923D-09833272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7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E28F-2DE9-2415-5368-634E9942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19A69-ECDB-02A8-7A65-DD210B37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7C4E0-670B-8347-7EA2-31A6C70D3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59E0C-397A-764A-8EF0-F71861AF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2E52A-D675-DBBA-1B6B-808136AC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20811-DB4E-149A-1759-F6AACB01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1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4683-B335-82E9-347C-4B5C6525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9639E-5B9A-C7BD-535F-CF8AE287C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EC001-C6D8-BB87-D01A-39EC86DD0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56747-F5DA-A1FA-70DD-6C667D3E4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255E1-283A-3977-7E4C-76DD2D02F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D4769-E81E-9D5F-A304-4270C113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63CD9-179D-693F-115B-DE5573C17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C6A30-F6FD-1DEC-69E8-36B83D0C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4DDD-6392-8F8B-A88B-936F971C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CD589-52F2-060E-FA4C-AF0FDE2B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A67FB-2B1C-358C-7999-F1821A03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2F46C-9EBB-362C-CD04-4E9B9496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7ECF4-680D-FBFE-65BD-75D1428A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C4746-61B2-6A53-7461-67CA91B3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CD591-1CD9-7666-D7C5-86FBEA59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D946-BE3B-6538-D773-84B3FD98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94DB-59AF-53CB-8CF7-B542F65EA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E8F94-C87D-17CC-B4E5-C3DD5B5E5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8A3D3-CD7E-B9A4-3740-81709E49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6E88-8AAB-45EC-0570-42016F6E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43F56-839C-E0F0-1895-5BEECFAE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3542-A0C4-19F2-F721-5ED302B6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84AD3-17C4-673C-FD54-C9BA836E8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A0BB7-C9C3-B458-1D16-179EE4DB2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6FC0A-0838-008C-3BA2-E94A408C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DAB14-2643-ED99-6470-232CF257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5D670-69BE-F59B-A22A-965A3733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2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65ED-C74D-9852-AD4A-A8201D21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18A78-2168-6801-63CB-5755C33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7EE6-355F-66A9-D494-5933979B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4C9B0-A2C6-1766-F33F-DF2701EF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2BE0C-B841-858D-0635-FAAF29F4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0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DF354-668C-2452-0028-7A5D41968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16167-C3FC-A9CB-F3D3-D97A39805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2AE7A-B1C9-E896-7DD9-306B2316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465B0-90CB-F9AF-1669-85D0007D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26BFD-E1B4-B1ED-5212-B426BC55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0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05D35-4318-3992-D05C-E442E175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09F97-0AC5-41EB-DEFB-5D80986C7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4508E-9B9D-C81E-47B9-868226F0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56C57-33B8-40FE-9480-46FB0EA594C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7DCEF-0EAA-FCBB-E8FB-AF7C21366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3829C-26F9-4E68-4CDB-0D3AD5AE7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07B87-1446-40ED-926D-9D649FB1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8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6B1B-B8E0-7D70-E336-29706B4CB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#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65E5F-C7AE-DD13-E69E-D296B7EF43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Database and Table Creation with Data Insertion</a:t>
            </a:r>
          </a:p>
        </p:txBody>
      </p:sp>
    </p:spTree>
    <p:extLst>
      <p:ext uri="{BB962C8B-B14F-4D97-AF65-F5344CB8AC3E}">
        <p14:creationId xmlns:p14="http://schemas.microsoft.com/office/powerpoint/2010/main" val="196274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FA64-51E9-4899-3BFB-47322ADD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3FEE8-E954-73F2-B3B3-EBC8B8FC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database, a table, and insert sample records into the table.</a:t>
            </a:r>
          </a:p>
        </p:txBody>
      </p:sp>
    </p:spTree>
    <p:extLst>
      <p:ext uri="{BB962C8B-B14F-4D97-AF65-F5344CB8AC3E}">
        <p14:creationId xmlns:p14="http://schemas.microsoft.com/office/powerpoint/2010/main" val="322913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CAD4-06D8-9238-DD85-36940D05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B1F6-DF50-496E-87D4-013E56617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DATABASE University;</a:t>
            </a:r>
          </a:p>
        </p:txBody>
      </p:sp>
    </p:spTree>
    <p:extLst>
      <p:ext uri="{BB962C8B-B14F-4D97-AF65-F5344CB8AC3E}">
        <p14:creationId xmlns:p14="http://schemas.microsoft.com/office/powerpoint/2010/main" val="400713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C5F6-2530-5764-E165-8ADC15EC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5929-0789-898B-F583-7D486552B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Cyber ( id INT, name VARCHAR(100) );</a:t>
            </a:r>
          </a:p>
        </p:txBody>
      </p:sp>
    </p:spTree>
    <p:extLst>
      <p:ext uri="{BB962C8B-B14F-4D97-AF65-F5344CB8AC3E}">
        <p14:creationId xmlns:p14="http://schemas.microsoft.com/office/powerpoint/2010/main" val="162461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DFFA-2ADF-6179-A693-E544FFBA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752DD-3BB8-00DA-0130-2E7A73D4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Cyber (id, name) VALUES (1, 'Ali'), (2, 'Ahmed'), (3, 'Usman'), (4, 'Hassan'), (5, 'Bilal');</a:t>
            </a:r>
          </a:p>
        </p:txBody>
      </p:sp>
    </p:spTree>
    <p:extLst>
      <p:ext uri="{BB962C8B-B14F-4D97-AF65-F5344CB8AC3E}">
        <p14:creationId xmlns:p14="http://schemas.microsoft.com/office/powerpoint/2010/main" val="345845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F77E-1A21-EB21-92A1-BD9116BE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B901-BF80-5E96-ED40-6C4780C39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Cyber;</a:t>
            </a:r>
          </a:p>
        </p:txBody>
      </p:sp>
    </p:spTree>
    <p:extLst>
      <p:ext uri="{BB962C8B-B14F-4D97-AF65-F5344CB8AC3E}">
        <p14:creationId xmlns:p14="http://schemas.microsoft.com/office/powerpoint/2010/main" val="393506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D6AE-03A9-3A14-AFDA-2D8666A3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D32-645A-11A5-80EB-420BCDE4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DATABASE University;</a:t>
            </a:r>
          </a:p>
          <a:p>
            <a:r>
              <a:rPr lang="en-US" dirty="0"/>
              <a:t>CREATE TABLE Cyber25 ( id INT, name VARCHAR(100), </a:t>
            </a:r>
            <a:r>
              <a:rPr lang="en-US" dirty="0" err="1"/>
              <a:t>mobile_no</a:t>
            </a:r>
            <a:r>
              <a:rPr lang="en-US" dirty="0"/>
              <a:t> VARCHAR(15), batch VARCHAR(10) );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07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DEF8-1036-8CF7-2E5F-BE7773B9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8454C-70DC-CC60-BDBF-27FF62AA7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Cyber25 (id, name, </a:t>
            </a:r>
            <a:r>
              <a:rPr lang="en-US" dirty="0" err="1"/>
              <a:t>mobile_no</a:t>
            </a:r>
            <a:r>
              <a:rPr lang="en-US" dirty="0"/>
              <a:t>, batch)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'Ali', '03001234567', '24F'),</a:t>
            </a:r>
          </a:p>
          <a:p>
            <a:r>
              <a:rPr lang="en-US" dirty="0"/>
              <a:t>(2, 'Ahmed', '03111234567', '24F'),</a:t>
            </a:r>
          </a:p>
          <a:p>
            <a:r>
              <a:rPr lang="en-US" dirty="0"/>
              <a:t>(3, 'Usman', '03221234567', '24F'),</a:t>
            </a:r>
          </a:p>
          <a:p>
            <a:r>
              <a:rPr lang="en-US" dirty="0"/>
              <a:t>(4, 'Hassan', '03331234567', '24F'),</a:t>
            </a:r>
          </a:p>
          <a:p>
            <a:r>
              <a:rPr lang="en-US" dirty="0"/>
              <a:t>(5, 'Bilal', '03441234567', '24F');</a:t>
            </a:r>
          </a:p>
        </p:txBody>
      </p:sp>
    </p:spTree>
    <p:extLst>
      <p:ext uri="{BB962C8B-B14F-4D97-AF65-F5344CB8AC3E}">
        <p14:creationId xmlns:p14="http://schemas.microsoft.com/office/powerpoint/2010/main" val="51624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007D-C8D0-9F18-E684-6724FEE4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358F31-A3E8-320F-4FA5-2E39C009F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065" y="2374491"/>
            <a:ext cx="8229600" cy="26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5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175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Lab # 02</vt:lpstr>
      <vt:lpstr>Objective</vt:lpstr>
      <vt:lpstr>Database</vt:lpstr>
      <vt:lpstr>Table</vt:lpstr>
      <vt:lpstr>Insert</vt:lpstr>
      <vt:lpstr>Select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5</cp:revision>
  <dcterms:created xsi:type="dcterms:W3CDTF">2025-09-14T17:34:03Z</dcterms:created>
  <dcterms:modified xsi:type="dcterms:W3CDTF">2026-08-29T12:38:00Z</dcterms:modified>
</cp:coreProperties>
</file>