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A5A6F-A127-19BC-50DF-EF3915A65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9290CE-008F-A863-B775-883BD0494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7C02D-0AA5-AA92-9845-9993FFB2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B5C7-CBAB-4CF4-B713-38E88234588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1C98A-4C39-D8E9-70DA-CEAB0737C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B819E-5337-7FB4-6AAA-088C719CB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48C7-B8F7-4171-915B-C98A7EDA3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5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40F41-470B-75C5-5B0B-2C31C112A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06A1D-54EE-DC1E-CF62-A779BAA13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0CC87-D62F-F030-CD05-19FF3C27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B5C7-CBAB-4CF4-B713-38E88234588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FF0E7-C6FB-66B9-BDCD-8FFEBE736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A1414-C62F-3765-CED6-12F5E4D3B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48C7-B8F7-4171-915B-C98A7EDA3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4F00-8653-694B-C6D2-6046DBAC8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E101C-7729-5C5B-4B3E-9FF682824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73EDC-1704-05AB-ABF7-D9ED175A5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B5C7-CBAB-4CF4-B713-38E88234588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79EA7-8D96-2718-48E1-AE505571E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6DDE-34F1-6BB2-901A-A14A19AF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48C7-B8F7-4171-915B-C98A7EDA3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94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86569-01E6-C975-4152-B321710B4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D966C-6BF7-6DF1-C898-9C23C2D3D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999B3-05F2-89F4-C723-1CB484262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2D636-2990-3766-BA8C-12016B3F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B5C7-CBAB-4CF4-B713-38E88234588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66FC5-A9DB-0F94-F348-6F857AB84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998F6-40E3-404C-1EC9-80379332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48C7-B8F7-4171-915B-C98A7EDA3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92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8AFFE-30F2-B95F-3F78-3BB23715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3B0CA-B3D0-2435-7AD1-52981230D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7423E-796D-B767-8C79-4985BC39C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076BC-E32D-D621-E46C-CA1484B7F5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C9B9DB-67F1-C60C-9596-9DBBAC419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2C2DC0-CD32-7A46-17A9-1ED95392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B5C7-CBAB-4CF4-B713-38E88234588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B1A60B-AA97-9359-AD09-C0A196DE8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344A44-D122-FE77-6B51-0C5CBC24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48C7-B8F7-4171-915B-C98A7EDA3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51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CA10-7A94-3403-A950-E130D15A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65D7B-6F2B-1A0C-E646-136E201D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B5C7-CBAB-4CF4-B713-38E88234588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919D6B-A432-028B-6E22-56296ECC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AA9F9-77EB-D108-C890-274445D71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48C7-B8F7-4171-915B-C98A7EDA3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1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FE6BB9-DA3C-FD0C-0082-331074879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B5C7-CBAB-4CF4-B713-38E88234588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91B976-F0FC-4D78-86FD-51BE50CA9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DF604-226E-D64F-7620-3593AB5B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48C7-B8F7-4171-915B-C98A7EDA3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3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1C6C-D9F9-C7B3-0B12-23BA7AD6A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B733C-2661-199F-5699-25114CE96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4EFE8-B840-63C1-CACA-9F08B1FF9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257B7-B81C-0F30-1000-855C40F3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B5C7-CBAB-4CF4-B713-38E88234588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DD014-7727-6E35-40BB-4E411080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4A463-2AF5-A2EA-6C30-166D100C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48C7-B8F7-4171-915B-C98A7EDA3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01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DEEB-A455-D20E-1D3F-89413557E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EFCD72-20F5-F741-E30C-0B814CC37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A5DFB-9303-F9E6-6C16-958846201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05326-DCED-CFCD-AD90-082F3F35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B5C7-CBAB-4CF4-B713-38E88234588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D2C7C-F384-3884-4418-72DE0857D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DB9D5-B1AC-6AE7-7E71-246D1344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48C7-B8F7-4171-915B-C98A7EDA3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04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9776-64F5-0756-233D-385051A6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D5407-1E31-2D7E-350C-1546F4961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E9594-D440-19CF-B3F5-46057912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B5C7-CBAB-4CF4-B713-38E88234588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11E7D-39AE-7B52-ED13-50E6C036D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19039-6E28-8746-A67A-6A19A2B2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48C7-B8F7-4171-915B-C98A7EDA3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01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18EFB7-2D4D-9D04-7902-55E4522015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F6446-2F31-20C7-DD02-A2C0B6EF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8D403-065E-EB68-D5B7-829F75D9B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EB5C7-CBAB-4CF4-B713-38E88234588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CEFA7-9D2E-EAB6-A161-897476BA4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A8797-86F6-46D8-9194-269BDE9F0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48C7-B8F7-4171-915B-C98A7EDA3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78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DA6790-5924-2554-27C4-453D37D5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72080-B4F8-586F-35EE-E23D317F9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97B91-4FC5-B300-6662-25AEAFAEEB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EB5C7-CBAB-4CF4-B713-38E882345889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1415B-AE5B-05B5-1A3B-1D338AFC3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382E2-145B-B89C-13E1-E409D2DCC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6648C7-B8F7-4171-915B-C98A7EDA3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1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6B6E2-AD18-E86D-F94C-E8F92B38B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LAB 05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61E44-F663-3BFD-F6E2-98108DE8CC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Joining 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94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0AAF4-C0C3-6E13-7D44-BFE8CDA5E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C0AA0-ECA7-28F0-D2B9-D15264BAF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learn how to combine records from multiple tables using SQL JOIN operations in </a:t>
            </a:r>
            <a:r>
              <a:rPr lang="en-US" dirty="0" err="1"/>
              <a:t>WAMPServer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42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A1EFC-C710-40E8-34B2-D46E43C4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9A7FA-0BFA-7307-8982-67BB547FD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TABLE departments (</a:t>
            </a:r>
          </a:p>
          <a:p>
            <a:r>
              <a:rPr lang="en-US" dirty="0"/>
              <a:t>    </a:t>
            </a:r>
            <a:r>
              <a:rPr lang="en-US" dirty="0" err="1"/>
              <a:t>dept_id</a:t>
            </a:r>
            <a:r>
              <a:rPr lang="en-US" dirty="0"/>
              <a:t> INT PRIMARY KEY AUTO_INCREMENT,</a:t>
            </a:r>
          </a:p>
          <a:p>
            <a:r>
              <a:rPr lang="en-US" dirty="0"/>
              <a:t>    </a:t>
            </a:r>
            <a:r>
              <a:rPr lang="en-US" dirty="0" err="1"/>
              <a:t>dept_name</a:t>
            </a:r>
            <a:r>
              <a:rPr lang="en-US" dirty="0"/>
              <a:t> VARCHAR(50));</a:t>
            </a:r>
          </a:p>
        </p:txBody>
      </p:sp>
    </p:spTree>
    <p:extLst>
      <p:ext uri="{BB962C8B-B14F-4D97-AF65-F5344CB8AC3E}">
        <p14:creationId xmlns:p14="http://schemas.microsoft.com/office/powerpoint/2010/main" val="20382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125E0-47AC-CC3D-1514-A7AF551B5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AC36-F263-02F6-4059-57111B499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INTO departments (</a:t>
            </a:r>
            <a:r>
              <a:rPr lang="en-US" dirty="0" err="1"/>
              <a:t>dept_name</a:t>
            </a:r>
            <a:r>
              <a:rPr lang="en-US" dirty="0"/>
              <a:t>) VALUES ('Computer Science');</a:t>
            </a:r>
          </a:p>
          <a:p>
            <a:r>
              <a:rPr lang="en-US" dirty="0"/>
              <a:t>INSERT INTO departments (</a:t>
            </a:r>
            <a:r>
              <a:rPr lang="en-US" dirty="0" err="1"/>
              <a:t>dept_name</a:t>
            </a:r>
            <a:r>
              <a:rPr lang="en-US" dirty="0"/>
              <a:t>) VALUES ('Electrical Engineering');</a:t>
            </a:r>
          </a:p>
          <a:p>
            <a:r>
              <a:rPr lang="en-US" dirty="0"/>
              <a:t>INSERT INTO departments (</a:t>
            </a:r>
            <a:r>
              <a:rPr lang="en-US" dirty="0" err="1"/>
              <a:t>dept_name</a:t>
            </a:r>
            <a:r>
              <a:rPr lang="en-US" dirty="0"/>
              <a:t>) VALUES ('Business Administration');</a:t>
            </a:r>
          </a:p>
          <a:p>
            <a:r>
              <a:rPr lang="en-US" dirty="0"/>
              <a:t>INSERT INTO departments (</a:t>
            </a:r>
            <a:r>
              <a:rPr lang="en-US" dirty="0" err="1"/>
              <a:t>dept_name</a:t>
            </a:r>
            <a:r>
              <a:rPr lang="en-US" dirty="0"/>
              <a:t>) VALUES ('Mechanical Engineering');</a:t>
            </a:r>
          </a:p>
        </p:txBody>
      </p:sp>
    </p:spTree>
    <p:extLst>
      <p:ext uri="{BB962C8B-B14F-4D97-AF65-F5344CB8AC3E}">
        <p14:creationId xmlns:p14="http://schemas.microsoft.com/office/powerpoint/2010/main" val="440101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9591-8A07-E39A-B12F-3741EB32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E445F-AD78-006B-61DE-D0C706DC8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TABLE students (</a:t>
            </a:r>
          </a:p>
          <a:p>
            <a:r>
              <a:rPr lang="en-US" dirty="0"/>
              <a:t>    id INT AUTO_INCREMENT PRIMARY KEY,</a:t>
            </a:r>
          </a:p>
          <a:p>
            <a:r>
              <a:rPr lang="en-US" dirty="0"/>
              <a:t>    name VARCHAR(50),</a:t>
            </a:r>
          </a:p>
          <a:p>
            <a:r>
              <a:rPr lang="en-US" dirty="0"/>
              <a:t>    </a:t>
            </a:r>
            <a:r>
              <a:rPr lang="en-US" dirty="0" err="1"/>
              <a:t>gpa</a:t>
            </a:r>
            <a:r>
              <a:rPr lang="en-US" dirty="0"/>
              <a:t> DECIMAL(3,2),</a:t>
            </a:r>
          </a:p>
          <a:p>
            <a:r>
              <a:rPr lang="en-US" dirty="0"/>
              <a:t>    </a:t>
            </a:r>
            <a:r>
              <a:rPr lang="en-US" dirty="0" err="1"/>
              <a:t>dept_id</a:t>
            </a:r>
            <a:r>
              <a:rPr lang="en-US" dirty="0"/>
              <a:t> INT,</a:t>
            </a:r>
          </a:p>
          <a:p>
            <a:r>
              <a:rPr lang="en-US" dirty="0"/>
              <a:t>    FOREIGN KEY (</a:t>
            </a:r>
            <a:r>
              <a:rPr lang="en-US" dirty="0" err="1"/>
              <a:t>dept_id</a:t>
            </a:r>
            <a:r>
              <a:rPr lang="en-US" dirty="0"/>
              <a:t>) REFERENCES departments(</a:t>
            </a:r>
            <a:r>
              <a:rPr lang="en-US" dirty="0" err="1"/>
              <a:t>dept_id</a:t>
            </a:r>
            <a:r>
              <a:rPr lang="en-US" dirty="0"/>
              <a:t>)</a:t>
            </a:r>
          </a:p>
          <a:p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0131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57470-5F9E-FB1E-1D4E-E2B160EB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D0B8-AB23-98DB-260F-B30084024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INTO students (name, </a:t>
            </a:r>
            <a:r>
              <a:rPr lang="en-US" dirty="0" err="1"/>
              <a:t>gpa</a:t>
            </a:r>
            <a:r>
              <a:rPr lang="en-US" dirty="0"/>
              <a:t>, </a:t>
            </a:r>
            <a:r>
              <a:rPr lang="en-US" dirty="0" err="1"/>
              <a:t>dept_id</a:t>
            </a:r>
            <a:r>
              <a:rPr lang="en-US" dirty="0"/>
              <a:t>) VALUES ('Ali', 3.5, 1);</a:t>
            </a:r>
            <a:br>
              <a:rPr lang="en-US" dirty="0"/>
            </a:br>
            <a:r>
              <a:rPr lang="en-US" dirty="0"/>
              <a:t>INSERT INTO students (name, </a:t>
            </a:r>
            <a:r>
              <a:rPr lang="en-US" dirty="0" err="1"/>
              <a:t>gpa</a:t>
            </a:r>
            <a:r>
              <a:rPr lang="en-US" dirty="0"/>
              <a:t>, </a:t>
            </a:r>
            <a:r>
              <a:rPr lang="en-US" dirty="0" err="1"/>
              <a:t>dept_id</a:t>
            </a:r>
            <a:r>
              <a:rPr lang="en-US" dirty="0"/>
              <a:t>) VALUES ('Sara', 3.8, 1);</a:t>
            </a:r>
            <a:br>
              <a:rPr lang="en-US" dirty="0"/>
            </a:br>
            <a:r>
              <a:rPr lang="en-US" dirty="0"/>
              <a:t>INSERT INTO students (name, </a:t>
            </a:r>
            <a:r>
              <a:rPr lang="en-US" dirty="0" err="1"/>
              <a:t>gpa</a:t>
            </a:r>
            <a:r>
              <a:rPr lang="en-US" dirty="0"/>
              <a:t>, </a:t>
            </a:r>
            <a:r>
              <a:rPr lang="en-US" dirty="0" err="1"/>
              <a:t>dept_id</a:t>
            </a:r>
            <a:r>
              <a:rPr lang="en-US" dirty="0"/>
              <a:t>) VALUES ('Hina', 2.9, 2);</a:t>
            </a:r>
            <a:br>
              <a:rPr lang="en-US" dirty="0"/>
            </a:br>
            <a:r>
              <a:rPr lang="en-US" dirty="0"/>
              <a:t>INSERT INTO students (name, </a:t>
            </a:r>
            <a:r>
              <a:rPr lang="en-US" dirty="0" err="1"/>
              <a:t>gpa</a:t>
            </a:r>
            <a:r>
              <a:rPr lang="en-US" dirty="0"/>
              <a:t>, </a:t>
            </a:r>
            <a:r>
              <a:rPr lang="en-US" dirty="0" err="1"/>
              <a:t>dept_id</a:t>
            </a:r>
            <a:r>
              <a:rPr lang="en-US" dirty="0"/>
              <a:t>) VALUES ('Ahmed', 3.2, 2);</a:t>
            </a:r>
            <a:br>
              <a:rPr lang="en-US" dirty="0"/>
            </a:br>
            <a:r>
              <a:rPr lang="en-US" dirty="0"/>
              <a:t>INSERT INTO students (name, </a:t>
            </a:r>
            <a:r>
              <a:rPr lang="en-US" dirty="0" err="1"/>
              <a:t>gpa</a:t>
            </a:r>
            <a:r>
              <a:rPr lang="en-US" dirty="0"/>
              <a:t>, </a:t>
            </a:r>
            <a:r>
              <a:rPr lang="en-US" dirty="0" err="1"/>
              <a:t>dept_id</a:t>
            </a:r>
            <a:r>
              <a:rPr lang="en-US" dirty="0"/>
              <a:t>) VALUES ('Bilal', 3.0, 3);</a:t>
            </a:r>
            <a:br>
              <a:rPr lang="en-US" dirty="0"/>
            </a:br>
            <a:r>
              <a:rPr lang="en-US" dirty="0"/>
              <a:t>INSERT INTO students (name, </a:t>
            </a:r>
            <a:r>
              <a:rPr lang="en-US" dirty="0" err="1"/>
              <a:t>gpa</a:t>
            </a:r>
            <a:r>
              <a:rPr lang="en-US" dirty="0"/>
              <a:t>, </a:t>
            </a:r>
            <a:r>
              <a:rPr lang="en-US" dirty="0" err="1"/>
              <a:t>dept_id</a:t>
            </a:r>
            <a:r>
              <a:rPr lang="en-US" dirty="0"/>
              <a:t>) VALUES ('Nida', 3.6, NULL);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21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1270-FECC-DA32-6588-BDB6656D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 Inner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83212-FBE6-CA8B-E92A-4AB31B7A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students.name, </a:t>
            </a:r>
            <a:r>
              <a:rPr lang="en-US" dirty="0" err="1"/>
              <a:t>students.gpa</a:t>
            </a:r>
            <a:r>
              <a:rPr lang="en-US" dirty="0"/>
              <a:t>, </a:t>
            </a:r>
            <a:r>
              <a:rPr lang="en-US" dirty="0" err="1"/>
              <a:t>departments.dept_name</a:t>
            </a:r>
            <a:br>
              <a:rPr lang="en-US" dirty="0"/>
            </a:br>
            <a:r>
              <a:rPr lang="en-US" dirty="0"/>
              <a:t>FROM students</a:t>
            </a:r>
            <a:br>
              <a:rPr lang="en-US" dirty="0"/>
            </a:br>
            <a:r>
              <a:rPr lang="en-US" dirty="0"/>
              <a:t>INNER JOIN departments ON </a:t>
            </a:r>
            <a:r>
              <a:rPr lang="en-US" dirty="0" err="1"/>
              <a:t>students.dept_id</a:t>
            </a:r>
            <a:r>
              <a:rPr lang="en-US" dirty="0"/>
              <a:t> = </a:t>
            </a:r>
            <a:r>
              <a:rPr lang="en-US" dirty="0" err="1"/>
              <a:t>departments.dept_id</a:t>
            </a:r>
            <a:r>
              <a:rPr lang="en-US" dirty="0"/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177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82A5-B5F6-EEE2-8A1A-696EC71C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 left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964F3-88D1-811C-35B3-A18729033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students.name, </a:t>
            </a:r>
            <a:r>
              <a:rPr lang="en-US" dirty="0" err="1"/>
              <a:t>students.gpa</a:t>
            </a:r>
            <a:r>
              <a:rPr lang="en-US" dirty="0"/>
              <a:t>, </a:t>
            </a:r>
            <a:r>
              <a:rPr lang="en-US" dirty="0" err="1"/>
              <a:t>departments.dept_name</a:t>
            </a:r>
            <a:endParaRPr lang="en-US" dirty="0"/>
          </a:p>
          <a:p>
            <a:r>
              <a:rPr lang="en-US" dirty="0"/>
              <a:t>FROM students</a:t>
            </a:r>
          </a:p>
          <a:p>
            <a:r>
              <a:rPr lang="en-US" dirty="0"/>
              <a:t>LEFT JOIN departments ON </a:t>
            </a:r>
            <a:r>
              <a:rPr lang="en-US" dirty="0" err="1"/>
              <a:t>students.dept_id</a:t>
            </a:r>
            <a:r>
              <a:rPr lang="en-US" dirty="0"/>
              <a:t> = </a:t>
            </a:r>
            <a:r>
              <a:rPr lang="en-US" dirty="0" err="1"/>
              <a:t>departments.dept_id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37208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EAA7-58D9-3837-1DC9-78674D3A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 a RIGHT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F8CB0-687D-DB0B-40C0-7756FCF31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students.name, </a:t>
            </a:r>
            <a:r>
              <a:rPr lang="en-US" dirty="0" err="1"/>
              <a:t>students.gpa</a:t>
            </a:r>
            <a:r>
              <a:rPr lang="en-US" dirty="0"/>
              <a:t>, </a:t>
            </a:r>
            <a:r>
              <a:rPr lang="en-US" dirty="0" err="1"/>
              <a:t>departments.dept_name</a:t>
            </a:r>
            <a:br>
              <a:rPr lang="en-US" dirty="0"/>
            </a:br>
            <a:r>
              <a:rPr lang="en-US" dirty="0"/>
              <a:t>FROM students</a:t>
            </a:r>
            <a:br>
              <a:rPr lang="en-US" dirty="0"/>
            </a:br>
            <a:r>
              <a:rPr lang="en-US" dirty="0"/>
              <a:t>RIGHT JOIN departments ON </a:t>
            </a:r>
            <a:r>
              <a:rPr lang="en-US" dirty="0" err="1"/>
              <a:t>students.dept_id</a:t>
            </a:r>
            <a:r>
              <a:rPr lang="en-US" dirty="0"/>
              <a:t> = </a:t>
            </a:r>
            <a:r>
              <a:rPr lang="en-US" dirty="0" err="1"/>
              <a:t>departments.dept_id</a:t>
            </a:r>
            <a:r>
              <a:rPr lang="en-US"/>
              <a:t>;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70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83604-D39D-6AD7-A0CA-56CAF0D75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Tasks for Students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34F4E-1D78-448B-9F65-1C5340789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1. Create departments and student’s tables with relationships.</a:t>
            </a:r>
          </a:p>
          <a:p>
            <a:pPr lvl="0"/>
            <a:r>
              <a:rPr lang="en-US" dirty="0"/>
              <a:t>2. Perform INNER, LEFT, and RIGHT joins.</a:t>
            </a:r>
          </a:p>
          <a:p>
            <a:pPr lvl="0"/>
            <a:r>
              <a:rPr lang="en-US" dirty="0"/>
              <a:t>3. Compare and record the differences in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59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415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LAB 05 </vt:lpstr>
      <vt:lpstr>Objective </vt:lpstr>
      <vt:lpstr>PowerPoint Presentation</vt:lpstr>
      <vt:lpstr>PowerPoint Presentation</vt:lpstr>
      <vt:lpstr>PowerPoint Presentation</vt:lpstr>
      <vt:lpstr>PowerPoint Presentation</vt:lpstr>
      <vt:lpstr>Perform Inner join</vt:lpstr>
      <vt:lpstr>Perform left join</vt:lpstr>
      <vt:lpstr>Perform a RIGHT JOIN</vt:lpstr>
      <vt:lpstr>Tasks for Students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Yasir Aziz</dc:creator>
  <cp:lastModifiedBy>Arfan Ahmed Naich</cp:lastModifiedBy>
  <cp:revision>4</cp:revision>
  <dcterms:created xsi:type="dcterms:W3CDTF">2025-10-09T16:59:01Z</dcterms:created>
  <dcterms:modified xsi:type="dcterms:W3CDTF">2026-10-04T17:42:38Z</dcterms:modified>
</cp:coreProperties>
</file>