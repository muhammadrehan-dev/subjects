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73152" cy="480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AND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078992"/>
            <a:ext cx="54864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1463040" cy="1463040"/>
          </a:xfrm>
          <a:prstGeom prst="rect">
            <a:avLst/>
          </a:prstGeom>
          <a:solidFill>
            <a:srgbClr val="25358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1887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94560" y="1783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&amp; Professional Etiquette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6400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27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Wasif (060)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6400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47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Rehan (102)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6400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67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Abdul Rehman (105)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27248"/>
            <a:ext cx="6400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27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Sunita Kumari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401568"/>
            <a:ext cx="1280160" cy="1280160"/>
          </a:xfrm>
          <a:prstGeom prst="rect">
            <a:avLst/>
          </a:prstGeom>
          <a:solidFill>
            <a:srgbClr val="25358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015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097280" cy="640080"/>
          </a:xfrm>
          <a:prstGeom prst="rect">
            <a:avLst/>
          </a:prstGeom>
          <a:solidFill>
            <a:srgbClr val="25358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4206240"/>
            <a:ext cx="1097280" cy="640080"/>
          </a:xfrm>
          <a:prstGeom prst="rect">
            <a:avLst/>
          </a:prstGeom>
          <a:solidFill>
            <a:srgbClr val="25358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4206240"/>
            <a:ext cx="1097280" cy="640080"/>
          </a:xfrm>
          <a:prstGeom prst="rect">
            <a:avLst/>
          </a:prstGeom>
          <a:solidFill>
            <a:srgbClr val="25358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822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Body Language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373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37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517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Features of Body Language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661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Body Language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8229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8229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229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Body Language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7373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7373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737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7373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and Definition of Etiquette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651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6517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517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6517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Etiquettes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BBBBBB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566160"/>
            <a:ext cx="50292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5661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5661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Etiquettes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– 2.5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Non-Verbal Communication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Introduction to Body Language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Body Language?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is a type of non-verbal communication in which physical behavior — such as facial expressions, gestures, posture, and eye contact — is used to convey information. It plays a crucial role in how messages are received and interpreted in everyday interactions.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2834640" cy="1828800"/>
          </a:xfrm>
          <a:prstGeom prst="rect">
            <a:avLst/>
          </a:prstGeom>
          <a:solidFill>
            <a:srgbClr val="1B2A6B"/>
          </a:solidFill>
          <a:ln/>
          <a:effectLst>
            <a:outerShdw sx="100000" sy="100000" kx="0" ky="0" algn="bl" rotWithShape="0" blurRad="101600" dist="38100" dir="8100000">
              <a:srgbClr val="AAAAAA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749808"/>
            <a:ext cx="28346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822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communication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5176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249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31821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confidence &amp; attention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65176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7249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0" y="31821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or replace words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65176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7249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5040" y="31821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attitude &amp; openness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Definitions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411480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74980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170432"/>
            <a:ext cx="389534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conscious and unconscious movements and postures by which attitudes and feelings are communicated.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74980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170432"/>
            <a:ext cx="389534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of messages or signals through a non-linguistic medium such as gestures, facial expressions, or touch.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411480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517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072384"/>
            <a:ext cx="389534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body movements, facial expressions, and gestures as a form of non-verbal communication.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51760"/>
            <a:ext cx="411480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6517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Proxemics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072384"/>
            <a:ext cx="389534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space and distance in communication — how physical distance affects interactions.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Important Features of Body Language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1381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16128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 can express happiness, sadness, anger, surprise, fear, and disgust universally across cultures.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1381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16128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and arm movements that communicate specific meanings, often culturally defined.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74980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81381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&amp; Stance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116128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we hold our body conveys confidence, submission, openness, or defensiveness.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67004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7004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3405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761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" y="30815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eye contact signals confidence and honesty; avoidance may indicate discomfort.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267004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67004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73405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2761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(Haptics)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28416" y="30815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contact communicates warmth, authority, or aggression depending on context.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267004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67004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734056"/>
            <a:ext cx="64008" cy="16276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761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Space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54496" y="30815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comfortable distance between people varies by culture, relationship, and situation.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Examples of Body Language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3977640" cy="320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78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Signal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078992"/>
            <a:ext cx="4343400" cy="320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0789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Communicates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399032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99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crossed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399032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3990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or closed off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801368"/>
            <a:ext cx="397764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01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palms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1801368"/>
            <a:ext cx="434340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01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and openness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03704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03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eye contact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2203704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203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interest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606040"/>
            <a:ext cx="397764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eye contact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2606040"/>
            <a:ext cx="434340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606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Shyness or deception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008376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008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forward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3008376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008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interest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397764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Slouching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34840" y="3410712"/>
            <a:ext cx="434340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4107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 or low confidence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813048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813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handshake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13048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8130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professionalism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215384"/>
            <a:ext cx="397764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215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fingers/feet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34840" y="4215384"/>
            <a:ext cx="4343400" cy="384048"/>
          </a:xfrm>
          <a:prstGeom prst="rect">
            <a:avLst/>
          </a:prstGeom>
          <a:solidFill>
            <a:srgbClr val="EFF3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215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Impatience or anxiety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43400" y="1078992"/>
            <a:ext cx="91440" cy="3429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Positive &amp; Negative Body Language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416052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POSITIVE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appropriate eye contact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Smiling genuinely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Nodding while listening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body posture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and warm handshake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slightly forward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713232"/>
            <a:ext cx="41605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132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NEGATIVE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eye contact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arms defensively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Slouching or poor posture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Fidgeting or restlessness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Frowning or blank expression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Invading personal space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713232"/>
            <a:ext cx="182880" cy="40416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– 2.8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Etiquette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Need &amp;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Concept and Definition of Etiquette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8412480" cy="1234440"/>
          </a:xfrm>
          <a:prstGeom prst="rect">
            <a:avLst/>
          </a:prstGeom>
          <a:solidFill>
            <a:srgbClr val="1B2A6B"/>
          </a:solidFill>
          <a:ln/>
          <a:effectLst>
            <a:outerShdw sx="100000" sy="100000" kx="0" ky="0" algn="bl" rotWithShape="0" blurRad="101600" dist="38100" dir="8100000">
              <a:srgbClr val="AAAAAA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13232"/>
            <a:ext cx="10972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749808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"Etiquette is the customary code of polite behavior in a society or among members of a particular profession or group."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84832"/>
            <a:ext cx="2697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762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2523744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French 'étiquette' meaning 'ticket' or 'label'. Originally referred to a small sign listing rules of conduct.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084832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084832"/>
            <a:ext cx="2697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1762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523744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 defines accepted standards of behavior that facilitate harmonious interaction in professional and social settings.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084832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084832"/>
            <a:ext cx="2697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1762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523744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promotes mutual respect, clear communication, and a positive professional image in all interactions.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Need for Etiquettes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Etiquette Important?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1556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Respect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 creates mutual respect among colleagues, clients, and superiors, fostering a positive environment.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1556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1556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who practices good etiquette projects confidence and competence in all situations.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5000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5000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423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Communication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respectful interaction reduces misunderstandings and promotes effective teamwork.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5000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5000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423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Advancement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6974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with strong etiquette skills are often preferred for leadership roles and promotions.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8444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8444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8444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Harmony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9319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 norms keep interactions smooth and prevent unnecessary conflict in group settings.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58444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AAAAAA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584448"/>
            <a:ext cx="502920" cy="10789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58444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352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Efficiency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9319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everyone follows agreed-upon norms, meetings run better and decisions are made faster.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 Types of Etiquettes —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7772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353312"/>
            <a:ext cx="384048" cy="384048"/>
          </a:xfrm>
          <a:prstGeom prst="ellipse">
            <a:avLst/>
          </a:prstGeom>
          <a:solidFill>
            <a:srgbClr val="1B2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554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1168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14600"/>
            <a:ext cx="14081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social courtesy and mannerly conduct in everyday life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70048" y="1353312"/>
            <a:ext cx="384048" cy="384048"/>
          </a:xfrm>
          <a:prstGeom prst="ellipse">
            <a:avLst/>
          </a:prstGeom>
          <a:solidFill>
            <a:srgbClr val="1B2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94560" y="822960"/>
            <a:ext cx="1554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94560" y="822960"/>
            <a:ext cx="1554480" cy="6400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7712" y="91440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Code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07408" y="1353312"/>
            <a:ext cx="384048" cy="384048"/>
          </a:xfrm>
          <a:prstGeom prst="ellipse">
            <a:avLst/>
          </a:prstGeom>
          <a:solidFill>
            <a:srgbClr val="1B2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31920" y="1920240"/>
            <a:ext cx="1554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1920240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01168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05072" y="2514600"/>
            <a:ext cx="14081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conduct during phone and virtual communication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1353312"/>
            <a:ext cx="384048" cy="384048"/>
          </a:xfrm>
          <a:prstGeom prst="ellipse">
            <a:avLst/>
          </a:prstGeom>
          <a:solidFill>
            <a:srgbClr val="1B2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69280" y="822960"/>
            <a:ext cx="1554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822960"/>
            <a:ext cx="1554480" cy="6400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91440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82128" y="1353312"/>
            <a:ext cx="384048" cy="384048"/>
          </a:xfrm>
          <a:prstGeom prst="ellipse">
            <a:avLst/>
          </a:prstGeom>
          <a:solidFill>
            <a:srgbClr val="1B2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06640" y="1920240"/>
            <a:ext cx="1554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1920240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201168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79792" y="2514600"/>
            <a:ext cx="14081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governing professional conduct during formal meetings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2.8.2 – 2.8.5  Etiquettes in Detail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13232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13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2.8.2  Dress Code / Clothing Etiquettes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097280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appropriately for the occasion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overly casual wear in formal settings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clothing clean, pressed, and well-fitted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company/industry dress code standards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713232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13232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713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2.8.3  Telephone Etiquettes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1097280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caller professionally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 and at a moderate pace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interrupt the caller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 up in writing if needed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2.8.4  Interview Etiquettes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1272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10-15 minutes early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company beforehand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professionally and conservatively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positive body language throughout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43200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2.8.5  Meeting Etiquettes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31272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time and prepared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mobile devices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actively and do not interrupt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to the agenda and respect time limits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2.8.1  General Etiquettes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740"/>
          </a:solidFill>
          <a:ln w="12700">
            <a:solidFill>
              <a:srgbClr val="0D1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 |  Dawood University of Engineering &amp; Technology  |  Dept. of Cyber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1381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41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greet others with a smile, firm handshake, and appropriate salutation.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1381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841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18872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time for all meetings, appointments, and events — it shows respect.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749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74980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81381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841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18872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full attention to speakers; avoid interrupting or checking your phone.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157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1576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7977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07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15468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polite, professional language; avoid slang, profanity, or offensive remarks.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27157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71576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77977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807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15468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individuals with equal dignity regardless of rank or background.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7157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AAAAAA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71576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779776"/>
            <a:ext cx="64008" cy="1673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807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315468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express thanks and acknowledgment for assistance or hospitality received.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868680"/>
            <a:ext cx="3657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24128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0241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accounts for a significant portion of all human communication.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470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non-verbal cues enhances personal and professional effectiveness.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70048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700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etiquette builds credibility and opens doors to opportunities.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93008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4930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body language and etiquette create a complete communicator.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- Body Language &amp; Etiquette</dc:title>
  <dc:subject>PptxGenJS Presentation</dc:subject>
  <dc:creator>PptxGenJS</dc:creator>
  <cp:lastModifiedBy>PptxGenJS</cp:lastModifiedBy>
  <cp:revision>1</cp:revision>
  <dcterms:created xsi:type="dcterms:W3CDTF">2026-04-07T12:32:11Z</dcterms:created>
  <dcterms:modified xsi:type="dcterms:W3CDTF">2026-04-07T12:32:11Z</dcterms:modified>
</cp:coreProperties>
</file>