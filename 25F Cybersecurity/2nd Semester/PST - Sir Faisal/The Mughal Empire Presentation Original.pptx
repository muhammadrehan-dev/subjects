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75" r:id="rId3"/>
    <p:sldId id="276" r:id="rId4"/>
    <p:sldId id="257" r:id="rId5"/>
    <p:sldId id="265" r:id="rId6"/>
    <p:sldId id="258" r:id="rId7"/>
    <p:sldId id="259" r:id="rId8"/>
    <p:sldId id="260" r:id="rId9"/>
    <p:sldId id="261" r:id="rId10"/>
    <p:sldId id="267" r:id="rId11"/>
    <p:sldId id="269" r:id="rId12"/>
    <p:sldId id="270" r:id="rId13"/>
    <p:sldId id="271" r:id="rId14"/>
    <p:sldId id="262" r:id="rId15"/>
    <p:sldId id="272" r:id="rId16"/>
    <p:sldId id="273" r:id="rId17"/>
    <p:sldId id="274" r:id="rId18"/>
    <p:sldId id="26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0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zhar UL Haq" userId="3ec90b875bc64986" providerId="LiveId" clId="{AFF0FFF2-A016-41E1-9F54-F49517FC8582}"/>
    <pc:docChg chg="undo redo custSel addSld delSld modSld sldOrd">
      <pc:chgData name="Mazhar UL Haq" userId="3ec90b875bc64986" providerId="LiveId" clId="{AFF0FFF2-A016-41E1-9F54-F49517FC8582}" dt="2023-09-17T06:26:55.949" v="2086" actId="113"/>
      <pc:docMkLst>
        <pc:docMk/>
      </pc:docMkLst>
      <pc:sldChg chg="addSp delSp modSp mod ord">
        <pc:chgData name="Mazhar UL Haq" userId="3ec90b875bc64986" providerId="LiveId" clId="{AFF0FFF2-A016-41E1-9F54-F49517FC8582}" dt="2023-09-16T06:01:48.426" v="1040" actId="207"/>
        <pc:sldMkLst>
          <pc:docMk/>
          <pc:sldMk cId="1836643101" sldId="256"/>
        </pc:sldMkLst>
        <pc:spChg chg="mod">
          <ac:chgData name="Mazhar UL Haq" userId="3ec90b875bc64986" providerId="LiveId" clId="{AFF0FFF2-A016-41E1-9F54-F49517FC8582}" dt="2023-09-16T04:40:09.969" v="506" actId="1076"/>
          <ac:spMkLst>
            <pc:docMk/>
            <pc:sldMk cId="1836643101" sldId="256"/>
            <ac:spMk id="2" creationId="{569059E8-7EAB-D2CE-3FA2-872CCC7A6131}"/>
          </ac:spMkLst>
        </pc:spChg>
        <pc:spChg chg="del mod">
          <ac:chgData name="Mazhar UL Haq" userId="3ec90b875bc64986" providerId="LiveId" clId="{AFF0FFF2-A016-41E1-9F54-F49517FC8582}" dt="2023-09-16T04:28:47.503" v="393" actId="478"/>
          <ac:spMkLst>
            <pc:docMk/>
            <pc:sldMk cId="1836643101" sldId="256"/>
            <ac:spMk id="3" creationId="{DE547830-627F-0273-19E5-BA064B37BB6D}"/>
          </ac:spMkLst>
        </pc:spChg>
        <pc:spChg chg="add del mod">
          <ac:chgData name="Mazhar UL Haq" userId="3ec90b875bc64986" providerId="LiveId" clId="{AFF0FFF2-A016-41E1-9F54-F49517FC8582}" dt="2023-09-16T04:25:58.169" v="299" actId="478"/>
          <ac:spMkLst>
            <pc:docMk/>
            <pc:sldMk cId="1836643101" sldId="256"/>
            <ac:spMk id="7" creationId="{25118A04-A536-1866-3AB2-405438175F93}"/>
          </ac:spMkLst>
        </pc:spChg>
        <pc:spChg chg="add del mod">
          <ac:chgData name="Mazhar UL Haq" userId="3ec90b875bc64986" providerId="LiveId" clId="{AFF0FFF2-A016-41E1-9F54-F49517FC8582}" dt="2023-09-16T04:28:41.783" v="389" actId="478"/>
          <ac:spMkLst>
            <pc:docMk/>
            <pc:sldMk cId="1836643101" sldId="256"/>
            <ac:spMk id="8" creationId="{DDFF2BC3-8DE3-932D-B95F-1B9314FFC776}"/>
          </ac:spMkLst>
        </pc:spChg>
        <pc:spChg chg="add del mod">
          <ac:chgData name="Mazhar UL Haq" userId="3ec90b875bc64986" providerId="LiveId" clId="{AFF0FFF2-A016-41E1-9F54-F49517FC8582}" dt="2023-09-16T04:28:50.769" v="395" actId="478"/>
          <ac:spMkLst>
            <pc:docMk/>
            <pc:sldMk cId="1836643101" sldId="256"/>
            <ac:spMk id="10" creationId="{DA94997D-FFCA-7F69-DAC3-DC34B4048F95}"/>
          </ac:spMkLst>
        </pc:spChg>
        <pc:spChg chg="add mod ord">
          <ac:chgData name="Mazhar UL Haq" userId="3ec90b875bc64986" providerId="LiveId" clId="{AFF0FFF2-A016-41E1-9F54-F49517FC8582}" dt="2023-09-16T04:39:59.700" v="505" actId="171"/>
          <ac:spMkLst>
            <pc:docMk/>
            <pc:sldMk cId="1836643101" sldId="256"/>
            <ac:spMk id="13" creationId="{07B64FEE-D695-967B-E911-237F4D690ABB}"/>
          </ac:spMkLst>
        </pc:spChg>
        <pc:spChg chg="del">
          <ac:chgData name="Mazhar UL Haq" userId="3ec90b875bc64986" providerId="LiveId" clId="{AFF0FFF2-A016-41E1-9F54-F49517FC8582}" dt="2023-09-16T06:00:00.888" v="1039"/>
          <ac:spMkLst>
            <pc:docMk/>
            <pc:sldMk cId="1836643101" sldId="256"/>
            <ac:spMk id="14" creationId="{725B8C2B-D9FE-C293-4AA6-01D662ECA6D8}"/>
          </ac:spMkLst>
        </pc:spChg>
        <pc:spChg chg="del">
          <ac:chgData name="Mazhar UL Haq" userId="3ec90b875bc64986" providerId="LiveId" clId="{AFF0FFF2-A016-41E1-9F54-F49517FC8582}" dt="2023-09-16T06:00:00.888" v="1039"/>
          <ac:spMkLst>
            <pc:docMk/>
            <pc:sldMk cId="1836643101" sldId="256"/>
            <ac:spMk id="15" creationId="{ED6182A3-DD44-3E99-2313-78456B0D22A7}"/>
          </ac:spMkLst>
        </pc:spChg>
        <pc:spChg chg="mod">
          <ac:chgData name="Mazhar UL Haq" userId="3ec90b875bc64986" providerId="LiveId" clId="{AFF0FFF2-A016-41E1-9F54-F49517FC8582}" dt="2023-09-16T06:01:48.426" v="1040" actId="207"/>
          <ac:spMkLst>
            <pc:docMk/>
            <pc:sldMk cId="1836643101" sldId="256"/>
            <ac:spMk id="16" creationId="{81290A6C-5C5D-CD86-E5CE-2BCF2BF51A14}"/>
          </ac:spMkLst>
        </pc:spChg>
        <pc:picChg chg="add del mod">
          <ac:chgData name="Mazhar UL Haq" userId="3ec90b875bc64986" providerId="LiveId" clId="{AFF0FFF2-A016-41E1-9F54-F49517FC8582}" dt="2023-09-16T04:28:44.471" v="391" actId="478"/>
          <ac:picMkLst>
            <pc:docMk/>
            <pc:sldMk cId="1836643101" sldId="256"/>
            <ac:picMk id="5" creationId="{DC14DAD1-089F-B33F-7932-B8092F935A14}"/>
          </ac:picMkLst>
        </pc:picChg>
        <pc:picChg chg="add mod ord modCrop">
          <ac:chgData name="Mazhar UL Haq" userId="3ec90b875bc64986" providerId="LiveId" clId="{AFF0FFF2-A016-41E1-9F54-F49517FC8582}" dt="2023-09-16T04:39:52.660" v="504" actId="171"/>
          <ac:picMkLst>
            <pc:docMk/>
            <pc:sldMk cId="1836643101" sldId="256"/>
            <ac:picMk id="12" creationId="{2B9EA3ED-37C3-B6F0-0875-D0BC04BFD5D5}"/>
          </ac:picMkLst>
        </pc:picChg>
      </pc:sldChg>
      <pc:sldChg chg="delSp modSp mod">
        <pc:chgData name="Mazhar UL Haq" userId="3ec90b875bc64986" providerId="LiveId" clId="{AFF0FFF2-A016-41E1-9F54-F49517FC8582}" dt="2023-09-17T05:47:14.128" v="1545" actId="1076"/>
        <pc:sldMkLst>
          <pc:docMk/>
          <pc:sldMk cId="2413969569" sldId="257"/>
        </pc:sldMkLst>
        <pc:spChg chg="mod">
          <ac:chgData name="Mazhar UL Haq" userId="3ec90b875bc64986" providerId="LiveId" clId="{AFF0FFF2-A016-41E1-9F54-F49517FC8582}" dt="2023-09-16T04:16:07.132" v="254" actId="1076"/>
          <ac:spMkLst>
            <pc:docMk/>
            <pc:sldMk cId="2413969569" sldId="257"/>
            <ac:spMk id="2" creationId="{A5AC7645-164A-F2EE-7750-47EE7817D7F3}"/>
          </ac:spMkLst>
        </pc:spChg>
        <pc:spChg chg="mod">
          <ac:chgData name="Mazhar UL Haq" userId="3ec90b875bc64986" providerId="LiveId" clId="{AFF0FFF2-A016-41E1-9F54-F49517FC8582}" dt="2023-09-17T05:47:14.128" v="1545" actId="1076"/>
          <ac:spMkLst>
            <pc:docMk/>
            <pc:sldMk cId="2413969569" sldId="257"/>
            <ac:spMk id="3" creationId="{BABB5BF6-C1D3-B66D-BA3E-0872347AC153}"/>
          </ac:spMkLst>
        </pc:spChg>
        <pc:spChg chg="del">
          <ac:chgData name="Mazhar UL Haq" userId="3ec90b875bc64986" providerId="LiveId" clId="{AFF0FFF2-A016-41E1-9F54-F49517FC8582}" dt="2023-09-16T06:00:00.888" v="1039"/>
          <ac:spMkLst>
            <pc:docMk/>
            <pc:sldMk cId="2413969569" sldId="257"/>
            <ac:spMk id="4" creationId="{48138A45-F726-1EE3-9532-A116426D7226}"/>
          </ac:spMkLst>
        </pc:spChg>
        <pc:spChg chg="del">
          <ac:chgData name="Mazhar UL Haq" userId="3ec90b875bc64986" providerId="LiveId" clId="{AFF0FFF2-A016-41E1-9F54-F49517FC8582}" dt="2023-09-16T06:00:00.888" v="1039"/>
          <ac:spMkLst>
            <pc:docMk/>
            <pc:sldMk cId="2413969569" sldId="257"/>
            <ac:spMk id="5" creationId="{49BACAE1-486A-1057-92F5-A30CE1BFF781}"/>
          </ac:spMkLst>
        </pc:spChg>
      </pc:sldChg>
      <pc:sldChg chg="addSp delSp modSp mod">
        <pc:chgData name="Mazhar UL Haq" userId="3ec90b875bc64986" providerId="LiveId" clId="{AFF0FFF2-A016-41E1-9F54-F49517FC8582}" dt="2023-09-16T06:00:00.888" v="1039"/>
        <pc:sldMkLst>
          <pc:docMk/>
          <pc:sldMk cId="1564581041" sldId="258"/>
        </pc:sldMkLst>
        <pc:spChg chg="mod">
          <ac:chgData name="Mazhar UL Haq" userId="3ec90b875bc64986" providerId="LiveId" clId="{AFF0FFF2-A016-41E1-9F54-F49517FC8582}" dt="2023-09-14T14:38:14.406" v="30" actId="1076"/>
          <ac:spMkLst>
            <pc:docMk/>
            <pc:sldMk cId="1564581041" sldId="258"/>
            <ac:spMk id="3" creationId="{152BA758-00D0-C2B9-D6CD-D267B2C81A25}"/>
          </ac:spMkLst>
        </pc:spChg>
        <pc:spChg chg="del">
          <ac:chgData name="Mazhar UL Haq" userId="3ec90b875bc64986" providerId="LiveId" clId="{AFF0FFF2-A016-41E1-9F54-F49517FC8582}" dt="2023-09-16T06:00:00.888" v="1039"/>
          <ac:spMkLst>
            <pc:docMk/>
            <pc:sldMk cId="1564581041" sldId="258"/>
            <ac:spMk id="4" creationId="{5EF34D39-8CDC-0804-A4A4-67A6C0B710AE}"/>
          </ac:spMkLst>
        </pc:spChg>
        <pc:spChg chg="del">
          <ac:chgData name="Mazhar UL Haq" userId="3ec90b875bc64986" providerId="LiveId" clId="{AFF0FFF2-A016-41E1-9F54-F49517FC8582}" dt="2023-09-16T06:00:00.888" v="1039"/>
          <ac:spMkLst>
            <pc:docMk/>
            <pc:sldMk cId="1564581041" sldId="258"/>
            <ac:spMk id="6" creationId="{31024D13-3BB6-32CA-7283-4EA1BF7BBB4F}"/>
          </ac:spMkLst>
        </pc:spChg>
        <pc:picChg chg="add mod ord">
          <ac:chgData name="Mazhar UL Haq" userId="3ec90b875bc64986" providerId="LiveId" clId="{AFF0FFF2-A016-41E1-9F54-F49517FC8582}" dt="2023-09-14T14:38:18.785" v="31" actId="1076"/>
          <ac:picMkLst>
            <pc:docMk/>
            <pc:sldMk cId="1564581041" sldId="258"/>
            <ac:picMk id="5" creationId="{690AEDB9-A584-74BD-5E22-6EE89062B027}"/>
          </ac:picMkLst>
        </pc:picChg>
      </pc:sldChg>
      <pc:sldChg chg="addSp delSp modSp new mod">
        <pc:chgData name="Mazhar UL Haq" userId="3ec90b875bc64986" providerId="LiveId" clId="{AFF0FFF2-A016-41E1-9F54-F49517FC8582}" dt="2023-09-16T06:00:00.888" v="1039"/>
        <pc:sldMkLst>
          <pc:docMk/>
          <pc:sldMk cId="1029852690" sldId="259"/>
        </pc:sldMkLst>
        <pc:spChg chg="mod">
          <ac:chgData name="Mazhar UL Haq" userId="3ec90b875bc64986" providerId="LiveId" clId="{AFF0FFF2-A016-41E1-9F54-F49517FC8582}" dt="2023-09-14T14:39:14.663" v="46" actId="207"/>
          <ac:spMkLst>
            <pc:docMk/>
            <pc:sldMk cId="1029852690" sldId="259"/>
            <ac:spMk id="2" creationId="{6F9B68DB-F6AE-B434-20B3-94ECEC138BCF}"/>
          </ac:spMkLst>
        </pc:spChg>
        <pc:spChg chg="mod">
          <ac:chgData name="Mazhar UL Haq" userId="3ec90b875bc64986" providerId="LiveId" clId="{AFF0FFF2-A016-41E1-9F54-F49517FC8582}" dt="2023-09-14T14:42:52.919" v="69" actId="20577"/>
          <ac:spMkLst>
            <pc:docMk/>
            <pc:sldMk cId="1029852690" sldId="259"/>
            <ac:spMk id="3" creationId="{D3101BD6-162D-F22C-AD7D-02387EA5964A}"/>
          </ac:spMkLst>
        </pc:spChg>
        <pc:spChg chg="del">
          <ac:chgData name="Mazhar UL Haq" userId="3ec90b875bc64986" providerId="LiveId" clId="{AFF0FFF2-A016-41E1-9F54-F49517FC8582}" dt="2023-09-16T06:00:00.888" v="1039"/>
          <ac:spMkLst>
            <pc:docMk/>
            <pc:sldMk cId="1029852690" sldId="259"/>
            <ac:spMk id="4" creationId="{A788BAA5-E7E0-35D2-E4F3-5EBEB2312227}"/>
          </ac:spMkLst>
        </pc:spChg>
        <pc:spChg chg="del">
          <ac:chgData name="Mazhar UL Haq" userId="3ec90b875bc64986" providerId="LiveId" clId="{AFF0FFF2-A016-41E1-9F54-F49517FC8582}" dt="2023-09-16T06:00:00.888" v="1039"/>
          <ac:spMkLst>
            <pc:docMk/>
            <pc:sldMk cId="1029852690" sldId="259"/>
            <ac:spMk id="6" creationId="{60C372B2-071C-6A26-AF07-1E2085ACA644}"/>
          </ac:spMkLst>
        </pc:spChg>
        <pc:picChg chg="add mod ord modCrop">
          <ac:chgData name="Mazhar UL Haq" userId="3ec90b875bc64986" providerId="LiveId" clId="{AFF0FFF2-A016-41E1-9F54-F49517FC8582}" dt="2023-09-14T15:20:36.877" v="237"/>
          <ac:picMkLst>
            <pc:docMk/>
            <pc:sldMk cId="1029852690" sldId="259"/>
            <ac:picMk id="5" creationId="{50D1E554-3870-E5B5-5603-62E31F0D895D}"/>
          </ac:picMkLst>
        </pc:picChg>
      </pc:sldChg>
      <pc:sldChg chg="addSp delSp modSp new mod">
        <pc:chgData name="Mazhar UL Haq" userId="3ec90b875bc64986" providerId="LiveId" clId="{AFF0FFF2-A016-41E1-9F54-F49517FC8582}" dt="2023-09-16T06:00:00.888" v="1039"/>
        <pc:sldMkLst>
          <pc:docMk/>
          <pc:sldMk cId="3371689143" sldId="260"/>
        </pc:sldMkLst>
        <pc:spChg chg="mod">
          <ac:chgData name="Mazhar UL Haq" userId="3ec90b875bc64986" providerId="LiveId" clId="{AFF0FFF2-A016-41E1-9F54-F49517FC8582}" dt="2023-09-14T14:43:53.817" v="78" actId="113"/>
          <ac:spMkLst>
            <pc:docMk/>
            <pc:sldMk cId="3371689143" sldId="260"/>
            <ac:spMk id="2" creationId="{27F11793-A91C-BA54-5433-59DA926737CE}"/>
          </ac:spMkLst>
        </pc:spChg>
        <pc:spChg chg="mod">
          <ac:chgData name="Mazhar UL Haq" userId="3ec90b875bc64986" providerId="LiveId" clId="{AFF0FFF2-A016-41E1-9F54-F49517FC8582}" dt="2023-09-14T15:03:20.602" v="101" actId="5793"/>
          <ac:spMkLst>
            <pc:docMk/>
            <pc:sldMk cId="3371689143" sldId="260"/>
            <ac:spMk id="3" creationId="{C6002720-7280-1BDD-17C2-AF4D6FFD52CD}"/>
          </ac:spMkLst>
        </pc:spChg>
        <pc:spChg chg="del">
          <ac:chgData name="Mazhar UL Haq" userId="3ec90b875bc64986" providerId="LiveId" clId="{AFF0FFF2-A016-41E1-9F54-F49517FC8582}" dt="2023-09-16T06:00:00.888" v="1039"/>
          <ac:spMkLst>
            <pc:docMk/>
            <pc:sldMk cId="3371689143" sldId="260"/>
            <ac:spMk id="4" creationId="{EC0F2BE9-0F00-AE40-BB94-FC0B0B6F092A}"/>
          </ac:spMkLst>
        </pc:spChg>
        <pc:spChg chg="del">
          <ac:chgData name="Mazhar UL Haq" userId="3ec90b875bc64986" providerId="LiveId" clId="{AFF0FFF2-A016-41E1-9F54-F49517FC8582}" dt="2023-09-16T06:00:00.888" v="1039"/>
          <ac:spMkLst>
            <pc:docMk/>
            <pc:sldMk cId="3371689143" sldId="260"/>
            <ac:spMk id="6" creationId="{DEB469EC-64B5-7F0A-4413-D218ED20EDC1}"/>
          </ac:spMkLst>
        </pc:spChg>
        <pc:picChg chg="add mod ord">
          <ac:chgData name="Mazhar UL Haq" userId="3ec90b875bc64986" providerId="LiveId" clId="{AFF0FFF2-A016-41E1-9F54-F49517FC8582}" dt="2023-09-14T15:03:34.619" v="102"/>
          <ac:picMkLst>
            <pc:docMk/>
            <pc:sldMk cId="3371689143" sldId="260"/>
            <ac:picMk id="5" creationId="{F8BA092C-678E-44E1-3505-E3765F744C18}"/>
          </ac:picMkLst>
        </pc:picChg>
      </pc:sldChg>
      <pc:sldChg chg="addSp delSp modSp new mod">
        <pc:chgData name="Mazhar UL Haq" userId="3ec90b875bc64986" providerId="LiveId" clId="{AFF0FFF2-A016-41E1-9F54-F49517FC8582}" dt="2023-09-16T06:00:00.888" v="1039"/>
        <pc:sldMkLst>
          <pc:docMk/>
          <pc:sldMk cId="2372142252" sldId="261"/>
        </pc:sldMkLst>
        <pc:spChg chg="mod">
          <ac:chgData name="Mazhar UL Haq" userId="3ec90b875bc64986" providerId="LiveId" clId="{AFF0FFF2-A016-41E1-9F54-F49517FC8582}" dt="2023-09-14T15:05:58.416" v="111" actId="207"/>
          <ac:spMkLst>
            <pc:docMk/>
            <pc:sldMk cId="2372142252" sldId="261"/>
            <ac:spMk id="2" creationId="{0E490699-7A8F-F1AA-D335-AA377F1E67AF}"/>
          </ac:spMkLst>
        </pc:spChg>
        <pc:spChg chg="mod">
          <ac:chgData name="Mazhar UL Haq" userId="3ec90b875bc64986" providerId="LiveId" clId="{AFF0FFF2-A016-41E1-9F54-F49517FC8582}" dt="2023-09-14T15:08:46.336" v="132" actId="1076"/>
          <ac:spMkLst>
            <pc:docMk/>
            <pc:sldMk cId="2372142252" sldId="261"/>
            <ac:spMk id="3" creationId="{B8BB7FD5-B3BB-B1EB-8EC8-E568CE2A96AA}"/>
          </ac:spMkLst>
        </pc:spChg>
        <pc:spChg chg="del">
          <ac:chgData name="Mazhar UL Haq" userId="3ec90b875bc64986" providerId="LiveId" clId="{AFF0FFF2-A016-41E1-9F54-F49517FC8582}" dt="2023-09-16T06:00:00.888" v="1039"/>
          <ac:spMkLst>
            <pc:docMk/>
            <pc:sldMk cId="2372142252" sldId="261"/>
            <ac:spMk id="4" creationId="{2B770F3B-A0F0-2762-5D34-0EDFBC8A9B74}"/>
          </ac:spMkLst>
        </pc:spChg>
        <pc:spChg chg="del">
          <ac:chgData name="Mazhar UL Haq" userId="3ec90b875bc64986" providerId="LiveId" clId="{AFF0FFF2-A016-41E1-9F54-F49517FC8582}" dt="2023-09-16T06:00:00.888" v="1039"/>
          <ac:spMkLst>
            <pc:docMk/>
            <pc:sldMk cId="2372142252" sldId="261"/>
            <ac:spMk id="6" creationId="{3E9C6F5D-84BD-2282-7499-18ADE48F9DFF}"/>
          </ac:spMkLst>
        </pc:spChg>
        <pc:picChg chg="add mod ord">
          <ac:chgData name="Mazhar UL Haq" userId="3ec90b875bc64986" providerId="LiveId" clId="{AFF0FFF2-A016-41E1-9F54-F49517FC8582}" dt="2023-09-14T15:09:00.766" v="133"/>
          <ac:picMkLst>
            <pc:docMk/>
            <pc:sldMk cId="2372142252" sldId="261"/>
            <ac:picMk id="5" creationId="{8E9AC74B-66EA-D2BC-77CB-B17FBAAE0233}"/>
          </ac:picMkLst>
        </pc:picChg>
      </pc:sldChg>
      <pc:sldChg chg="delSp modSp new mod">
        <pc:chgData name="Mazhar UL Haq" userId="3ec90b875bc64986" providerId="LiveId" clId="{AFF0FFF2-A016-41E1-9F54-F49517FC8582}" dt="2023-09-17T05:41:44.657" v="1506" actId="404"/>
        <pc:sldMkLst>
          <pc:docMk/>
          <pc:sldMk cId="2657020704" sldId="262"/>
        </pc:sldMkLst>
        <pc:spChg chg="mod">
          <ac:chgData name="Mazhar UL Haq" userId="3ec90b875bc64986" providerId="LiveId" clId="{AFF0FFF2-A016-41E1-9F54-F49517FC8582}" dt="2023-09-16T08:25:58.823" v="1451" actId="20577"/>
          <ac:spMkLst>
            <pc:docMk/>
            <pc:sldMk cId="2657020704" sldId="262"/>
            <ac:spMk id="2" creationId="{0411241F-0093-4EAF-4646-D87354477A5A}"/>
          </ac:spMkLst>
        </pc:spChg>
        <pc:spChg chg="mod">
          <ac:chgData name="Mazhar UL Haq" userId="3ec90b875bc64986" providerId="LiveId" clId="{AFF0FFF2-A016-41E1-9F54-F49517FC8582}" dt="2023-09-17T05:41:44.657" v="1506" actId="404"/>
          <ac:spMkLst>
            <pc:docMk/>
            <pc:sldMk cId="2657020704" sldId="262"/>
            <ac:spMk id="3" creationId="{488D6397-DE64-CF0D-727C-76D25D9525B8}"/>
          </ac:spMkLst>
        </pc:spChg>
        <pc:spChg chg="del">
          <ac:chgData name="Mazhar UL Haq" userId="3ec90b875bc64986" providerId="LiveId" clId="{AFF0FFF2-A016-41E1-9F54-F49517FC8582}" dt="2023-09-16T06:00:00.888" v="1039"/>
          <ac:spMkLst>
            <pc:docMk/>
            <pc:sldMk cId="2657020704" sldId="262"/>
            <ac:spMk id="4" creationId="{3C96CCC3-FFC9-8385-44AC-EF79FD61167C}"/>
          </ac:spMkLst>
        </pc:spChg>
        <pc:spChg chg="del">
          <ac:chgData name="Mazhar UL Haq" userId="3ec90b875bc64986" providerId="LiveId" clId="{AFF0FFF2-A016-41E1-9F54-F49517FC8582}" dt="2023-09-16T06:00:00.888" v="1039"/>
          <ac:spMkLst>
            <pc:docMk/>
            <pc:sldMk cId="2657020704" sldId="262"/>
            <ac:spMk id="5" creationId="{CB5D01AB-2877-8DE1-B851-B0C112BFB1EA}"/>
          </ac:spMkLst>
        </pc:spChg>
      </pc:sldChg>
      <pc:sldChg chg="delSp modSp new mod">
        <pc:chgData name="Mazhar UL Haq" userId="3ec90b875bc64986" providerId="LiveId" clId="{AFF0FFF2-A016-41E1-9F54-F49517FC8582}" dt="2023-09-17T05:45:15.870" v="1536" actId="20577"/>
        <pc:sldMkLst>
          <pc:docMk/>
          <pc:sldMk cId="3871844303" sldId="263"/>
        </pc:sldMkLst>
        <pc:spChg chg="mod">
          <ac:chgData name="Mazhar UL Haq" userId="3ec90b875bc64986" providerId="LiveId" clId="{AFF0FFF2-A016-41E1-9F54-F49517FC8582}" dt="2023-09-14T15:12:30.697" v="176" actId="2711"/>
          <ac:spMkLst>
            <pc:docMk/>
            <pc:sldMk cId="3871844303" sldId="263"/>
            <ac:spMk id="2" creationId="{5C81FF3B-D86F-A77D-94B6-756F6A358668}"/>
          </ac:spMkLst>
        </pc:spChg>
        <pc:spChg chg="mod">
          <ac:chgData name="Mazhar UL Haq" userId="3ec90b875bc64986" providerId="LiveId" clId="{AFF0FFF2-A016-41E1-9F54-F49517FC8582}" dt="2023-09-17T05:45:15.870" v="1536" actId="20577"/>
          <ac:spMkLst>
            <pc:docMk/>
            <pc:sldMk cId="3871844303" sldId="263"/>
            <ac:spMk id="3" creationId="{25889FB2-0053-A7F9-203C-C3A82E7F2926}"/>
          </ac:spMkLst>
        </pc:spChg>
        <pc:spChg chg="del">
          <ac:chgData name="Mazhar UL Haq" userId="3ec90b875bc64986" providerId="LiveId" clId="{AFF0FFF2-A016-41E1-9F54-F49517FC8582}" dt="2023-09-16T06:00:00.888" v="1039"/>
          <ac:spMkLst>
            <pc:docMk/>
            <pc:sldMk cId="3871844303" sldId="263"/>
            <ac:spMk id="4" creationId="{B46C8D76-4F3B-4A20-9119-484B7C3351A1}"/>
          </ac:spMkLst>
        </pc:spChg>
        <pc:spChg chg="del">
          <ac:chgData name="Mazhar UL Haq" userId="3ec90b875bc64986" providerId="LiveId" clId="{AFF0FFF2-A016-41E1-9F54-F49517FC8582}" dt="2023-09-16T06:00:00.888" v="1039"/>
          <ac:spMkLst>
            <pc:docMk/>
            <pc:sldMk cId="3871844303" sldId="263"/>
            <ac:spMk id="5" creationId="{B9348AD2-50E4-0884-3601-85EEB5F0C2DA}"/>
          </ac:spMkLst>
        </pc:spChg>
      </pc:sldChg>
      <pc:sldChg chg="delSp modSp add mod">
        <pc:chgData name="Mazhar UL Haq" userId="3ec90b875bc64986" providerId="LiveId" clId="{AFF0FFF2-A016-41E1-9F54-F49517FC8582}" dt="2023-09-16T06:00:00.888" v="1039"/>
        <pc:sldMkLst>
          <pc:docMk/>
          <pc:sldMk cId="1488247119" sldId="264"/>
        </pc:sldMkLst>
        <pc:spChg chg="mod">
          <ac:chgData name="Mazhar UL Haq" userId="3ec90b875bc64986" providerId="LiveId" clId="{AFF0FFF2-A016-41E1-9F54-F49517FC8582}" dt="2023-09-14T15:15:49.695" v="214" actId="403"/>
          <ac:spMkLst>
            <pc:docMk/>
            <pc:sldMk cId="1488247119" sldId="264"/>
            <ac:spMk id="2" creationId="{5C81FF3B-D86F-A77D-94B6-756F6A358668}"/>
          </ac:spMkLst>
        </pc:spChg>
        <pc:spChg chg="mod">
          <ac:chgData name="Mazhar UL Haq" userId="3ec90b875bc64986" providerId="LiveId" clId="{AFF0FFF2-A016-41E1-9F54-F49517FC8582}" dt="2023-09-14T15:16:18.283" v="229" actId="20577"/>
          <ac:spMkLst>
            <pc:docMk/>
            <pc:sldMk cId="1488247119" sldId="264"/>
            <ac:spMk id="3" creationId="{25889FB2-0053-A7F9-203C-C3A82E7F2926}"/>
          </ac:spMkLst>
        </pc:spChg>
        <pc:spChg chg="del">
          <ac:chgData name="Mazhar UL Haq" userId="3ec90b875bc64986" providerId="LiveId" clId="{AFF0FFF2-A016-41E1-9F54-F49517FC8582}" dt="2023-09-16T06:00:00.888" v="1039"/>
          <ac:spMkLst>
            <pc:docMk/>
            <pc:sldMk cId="1488247119" sldId="264"/>
            <ac:spMk id="4" creationId="{5D8F39DA-B059-D634-26E0-B879039A8DD2}"/>
          </ac:spMkLst>
        </pc:spChg>
        <pc:spChg chg="del">
          <ac:chgData name="Mazhar UL Haq" userId="3ec90b875bc64986" providerId="LiveId" clId="{AFF0FFF2-A016-41E1-9F54-F49517FC8582}" dt="2023-09-16T06:00:00.888" v="1039"/>
          <ac:spMkLst>
            <pc:docMk/>
            <pc:sldMk cId="1488247119" sldId="264"/>
            <ac:spMk id="5" creationId="{418A56DE-432F-568A-99E8-0E825681E4C1}"/>
          </ac:spMkLst>
        </pc:spChg>
      </pc:sldChg>
      <pc:sldChg chg="delSp modSp new mod">
        <pc:chgData name="Mazhar UL Haq" userId="3ec90b875bc64986" providerId="LiveId" clId="{AFF0FFF2-A016-41E1-9F54-F49517FC8582}" dt="2023-09-16T06:00:00.888" v="1039"/>
        <pc:sldMkLst>
          <pc:docMk/>
          <pc:sldMk cId="3850616190" sldId="265"/>
        </pc:sldMkLst>
        <pc:spChg chg="mod">
          <ac:chgData name="Mazhar UL Haq" userId="3ec90b875bc64986" providerId="LiveId" clId="{AFF0FFF2-A016-41E1-9F54-F49517FC8582}" dt="2023-09-16T04:18:02.410" v="261"/>
          <ac:spMkLst>
            <pc:docMk/>
            <pc:sldMk cId="3850616190" sldId="265"/>
            <ac:spMk id="2" creationId="{7B53ADC4-156A-0946-B20B-5AB9BCF1C115}"/>
          </ac:spMkLst>
        </pc:spChg>
        <pc:spChg chg="mod">
          <ac:chgData name="Mazhar UL Haq" userId="3ec90b875bc64986" providerId="LiveId" clId="{AFF0FFF2-A016-41E1-9F54-F49517FC8582}" dt="2023-09-16T04:19:43.328" v="275" actId="403"/>
          <ac:spMkLst>
            <pc:docMk/>
            <pc:sldMk cId="3850616190" sldId="265"/>
            <ac:spMk id="3" creationId="{5996DD55-806B-D4E8-AD90-1A3BBCC348FC}"/>
          </ac:spMkLst>
        </pc:spChg>
        <pc:spChg chg="del">
          <ac:chgData name="Mazhar UL Haq" userId="3ec90b875bc64986" providerId="LiveId" clId="{AFF0FFF2-A016-41E1-9F54-F49517FC8582}" dt="2023-09-16T06:00:00.888" v="1039"/>
          <ac:spMkLst>
            <pc:docMk/>
            <pc:sldMk cId="3850616190" sldId="265"/>
            <ac:spMk id="4" creationId="{04539E6C-1F9E-CD59-6C79-EE390C531D8A}"/>
          </ac:spMkLst>
        </pc:spChg>
        <pc:spChg chg="del">
          <ac:chgData name="Mazhar UL Haq" userId="3ec90b875bc64986" providerId="LiveId" clId="{AFF0FFF2-A016-41E1-9F54-F49517FC8582}" dt="2023-09-16T06:00:00.888" v="1039"/>
          <ac:spMkLst>
            <pc:docMk/>
            <pc:sldMk cId="3850616190" sldId="265"/>
            <ac:spMk id="5" creationId="{2B6D2232-F775-51FB-D2CE-18FE0BE622F3}"/>
          </ac:spMkLst>
        </pc:spChg>
      </pc:sldChg>
      <pc:sldChg chg="new del">
        <pc:chgData name="Mazhar UL Haq" userId="3ec90b875bc64986" providerId="LiveId" clId="{AFF0FFF2-A016-41E1-9F54-F49517FC8582}" dt="2023-09-16T04:28:11.377" v="375" actId="47"/>
        <pc:sldMkLst>
          <pc:docMk/>
          <pc:sldMk cId="1171955977" sldId="266"/>
        </pc:sldMkLst>
      </pc:sldChg>
      <pc:sldChg chg="addSp delSp modSp add mod ord">
        <pc:chgData name="Mazhar UL Haq" userId="3ec90b875bc64986" providerId="LiveId" clId="{AFF0FFF2-A016-41E1-9F54-F49517FC8582}" dt="2023-09-16T06:00:00.888" v="1039"/>
        <pc:sldMkLst>
          <pc:docMk/>
          <pc:sldMk cId="3615589912" sldId="266"/>
        </pc:sldMkLst>
        <pc:spChg chg="del">
          <ac:chgData name="Mazhar UL Haq" userId="3ec90b875bc64986" providerId="LiveId" clId="{AFF0FFF2-A016-41E1-9F54-F49517FC8582}" dt="2023-09-16T04:41:02.107" v="507" actId="478"/>
          <ac:spMkLst>
            <pc:docMk/>
            <pc:sldMk cId="3615589912" sldId="266"/>
            <ac:spMk id="2" creationId="{569059E8-7EAB-D2CE-3FA2-872CCC7A6131}"/>
          </ac:spMkLst>
        </pc:spChg>
        <pc:spChg chg="mod">
          <ac:chgData name="Mazhar UL Haq" userId="3ec90b875bc64986" providerId="LiveId" clId="{AFF0FFF2-A016-41E1-9F54-F49517FC8582}" dt="2023-09-16T04:49:39.432" v="934" actId="20577"/>
          <ac:spMkLst>
            <pc:docMk/>
            <pc:sldMk cId="3615589912" sldId="266"/>
            <ac:spMk id="3" creationId="{DE547830-627F-0273-19E5-BA064B37BB6D}"/>
          </ac:spMkLst>
        </pc:spChg>
        <pc:spChg chg="add del mod">
          <ac:chgData name="Mazhar UL Haq" userId="3ec90b875bc64986" providerId="LiveId" clId="{AFF0FFF2-A016-41E1-9F54-F49517FC8582}" dt="2023-09-16T04:41:06.928" v="509" actId="478"/>
          <ac:spMkLst>
            <pc:docMk/>
            <pc:sldMk cId="3615589912" sldId="266"/>
            <ac:spMk id="6" creationId="{619AAF05-49D5-B9AF-BD59-677B4072F1BF}"/>
          </ac:spMkLst>
        </pc:spChg>
        <pc:spChg chg="del">
          <ac:chgData name="Mazhar UL Haq" userId="3ec90b875bc64986" providerId="LiveId" clId="{AFF0FFF2-A016-41E1-9F54-F49517FC8582}" dt="2023-09-16T06:00:00.888" v="1039"/>
          <ac:spMkLst>
            <pc:docMk/>
            <pc:sldMk cId="3615589912" sldId="266"/>
            <ac:spMk id="7" creationId="{272C0C2C-C597-3C29-5ACC-76710D941A9A}"/>
          </ac:spMkLst>
        </pc:spChg>
        <pc:spChg chg="mod">
          <ac:chgData name="Mazhar UL Haq" userId="3ec90b875bc64986" providerId="LiveId" clId="{AFF0FFF2-A016-41E1-9F54-F49517FC8582}" dt="2023-09-16T04:41:28.271" v="514" actId="1076"/>
          <ac:spMkLst>
            <pc:docMk/>
            <pc:sldMk cId="3615589912" sldId="266"/>
            <ac:spMk id="8" creationId="{DDFF2BC3-8DE3-932D-B95F-1B9314FFC776}"/>
          </ac:spMkLst>
        </pc:spChg>
        <pc:spChg chg="del">
          <ac:chgData name="Mazhar UL Haq" userId="3ec90b875bc64986" providerId="LiveId" clId="{AFF0FFF2-A016-41E1-9F54-F49517FC8582}" dt="2023-09-16T06:00:00.888" v="1039"/>
          <ac:spMkLst>
            <pc:docMk/>
            <pc:sldMk cId="3615589912" sldId="266"/>
            <ac:spMk id="9" creationId="{8BAA44A5-196E-FF4B-327B-7F7AF1963785}"/>
          </ac:spMkLst>
        </pc:spChg>
        <pc:picChg chg="mod">
          <ac:chgData name="Mazhar UL Haq" userId="3ec90b875bc64986" providerId="LiveId" clId="{AFF0FFF2-A016-41E1-9F54-F49517FC8582}" dt="2023-09-16T04:41:22.261" v="513" actId="1076"/>
          <ac:picMkLst>
            <pc:docMk/>
            <pc:sldMk cId="3615589912" sldId="266"/>
            <ac:picMk id="5" creationId="{DC14DAD1-089F-B33F-7932-B8092F935A14}"/>
          </ac:picMkLst>
        </pc:picChg>
      </pc:sldChg>
      <pc:sldChg chg="modSp new del mod">
        <pc:chgData name="Mazhar UL Haq" userId="3ec90b875bc64986" providerId="LiveId" clId="{AFF0FFF2-A016-41E1-9F54-F49517FC8582}" dt="2023-09-16T04:55:04.442" v="955" actId="47"/>
        <pc:sldMkLst>
          <pc:docMk/>
          <pc:sldMk cId="3303855785" sldId="267"/>
        </pc:sldMkLst>
        <pc:spChg chg="mod">
          <ac:chgData name="Mazhar UL Haq" userId="3ec90b875bc64986" providerId="LiveId" clId="{AFF0FFF2-A016-41E1-9F54-F49517FC8582}" dt="2023-09-16T04:54:56.870" v="951"/>
          <ac:spMkLst>
            <pc:docMk/>
            <pc:sldMk cId="3303855785" sldId="267"/>
            <ac:spMk id="2" creationId="{AA7EB53D-8362-6572-2A7C-0F2086C6A40E}"/>
          </ac:spMkLst>
        </pc:spChg>
        <pc:spChg chg="mod">
          <ac:chgData name="Mazhar UL Haq" userId="3ec90b875bc64986" providerId="LiveId" clId="{AFF0FFF2-A016-41E1-9F54-F49517FC8582}" dt="2023-09-16T04:55:01.600" v="954"/>
          <ac:spMkLst>
            <pc:docMk/>
            <pc:sldMk cId="3303855785" sldId="267"/>
            <ac:spMk id="3" creationId="{117B5C58-0473-D0F2-C44A-91A4A169F187}"/>
          </ac:spMkLst>
        </pc:spChg>
      </pc:sldChg>
      <pc:sldChg chg="delSp modSp add mod">
        <pc:chgData name="Mazhar UL Haq" userId="3ec90b875bc64986" providerId="LiveId" clId="{AFF0FFF2-A016-41E1-9F54-F49517FC8582}" dt="2023-09-16T08:11:10.722" v="1221" actId="1076"/>
        <pc:sldMkLst>
          <pc:docMk/>
          <pc:sldMk cId="4235854759" sldId="267"/>
        </pc:sldMkLst>
        <pc:spChg chg="mod">
          <ac:chgData name="Mazhar UL Haq" userId="3ec90b875bc64986" providerId="LiveId" clId="{AFF0FFF2-A016-41E1-9F54-F49517FC8582}" dt="2023-09-16T08:05:35.317" v="1102" actId="1076"/>
          <ac:spMkLst>
            <pc:docMk/>
            <pc:sldMk cId="4235854759" sldId="267"/>
            <ac:spMk id="2" creationId="{0E490699-7A8F-F1AA-D335-AA377F1E67AF}"/>
          </ac:spMkLst>
        </pc:spChg>
        <pc:spChg chg="mod">
          <ac:chgData name="Mazhar UL Haq" userId="3ec90b875bc64986" providerId="LiveId" clId="{AFF0FFF2-A016-41E1-9F54-F49517FC8582}" dt="2023-09-16T08:10:53.582" v="1219" actId="403"/>
          <ac:spMkLst>
            <pc:docMk/>
            <pc:sldMk cId="4235854759" sldId="267"/>
            <ac:spMk id="3" creationId="{B8BB7FD5-B3BB-B1EB-8EC8-E568CE2A96AA}"/>
          </ac:spMkLst>
        </pc:spChg>
        <pc:spChg chg="del">
          <ac:chgData name="Mazhar UL Haq" userId="3ec90b875bc64986" providerId="LiveId" clId="{AFF0FFF2-A016-41E1-9F54-F49517FC8582}" dt="2023-09-16T06:00:00.888" v="1039"/>
          <ac:spMkLst>
            <pc:docMk/>
            <pc:sldMk cId="4235854759" sldId="267"/>
            <ac:spMk id="4" creationId="{7AD4D1E3-691F-AA0E-0FDD-846BE507C92E}"/>
          </ac:spMkLst>
        </pc:spChg>
        <pc:spChg chg="del">
          <ac:chgData name="Mazhar UL Haq" userId="3ec90b875bc64986" providerId="LiveId" clId="{AFF0FFF2-A016-41E1-9F54-F49517FC8582}" dt="2023-09-16T06:00:00.888" v="1039"/>
          <ac:spMkLst>
            <pc:docMk/>
            <pc:sldMk cId="4235854759" sldId="267"/>
            <ac:spMk id="6" creationId="{4E5C3324-F8B7-C4FC-5CD9-C96B1EE2DEFC}"/>
          </ac:spMkLst>
        </pc:spChg>
        <pc:picChg chg="mod">
          <ac:chgData name="Mazhar UL Haq" userId="3ec90b875bc64986" providerId="LiveId" clId="{AFF0FFF2-A016-41E1-9F54-F49517FC8582}" dt="2023-09-16T08:11:10.722" v="1221" actId="1076"/>
          <ac:picMkLst>
            <pc:docMk/>
            <pc:sldMk cId="4235854759" sldId="267"/>
            <ac:picMk id="5" creationId="{8E9AC74B-66EA-D2BC-77CB-B17FBAAE0233}"/>
          </ac:picMkLst>
        </pc:picChg>
      </pc:sldChg>
      <pc:sldChg chg="new del">
        <pc:chgData name="Mazhar UL Haq" userId="3ec90b875bc64986" providerId="LiveId" clId="{AFF0FFF2-A016-41E1-9F54-F49517FC8582}" dt="2023-09-16T04:54:57.370" v="952" actId="680"/>
        <pc:sldMkLst>
          <pc:docMk/>
          <pc:sldMk cId="1320086875" sldId="268"/>
        </pc:sldMkLst>
      </pc:sldChg>
      <pc:sldChg chg="new del">
        <pc:chgData name="Mazhar UL Haq" userId="3ec90b875bc64986" providerId="LiveId" clId="{AFF0FFF2-A016-41E1-9F54-F49517FC8582}" dt="2023-09-16T04:56:00.895" v="966" actId="47"/>
        <pc:sldMkLst>
          <pc:docMk/>
          <pc:sldMk cId="1723918627" sldId="268"/>
        </pc:sldMkLst>
      </pc:sldChg>
      <pc:sldChg chg="delSp modSp add del mod">
        <pc:chgData name="Mazhar UL Haq" userId="3ec90b875bc64986" providerId="LiveId" clId="{AFF0FFF2-A016-41E1-9F54-F49517FC8582}" dt="2023-09-16T08:08:20.814" v="1107" actId="2696"/>
        <pc:sldMkLst>
          <pc:docMk/>
          <pc:sldMk cId="4065108625" sldId="268"/>
        </pc:sldMkLst>
        <pc:spChg chg="mod">
          <ac:chgData name="Mazhar UL Haq" userId="3ec90b875bc64986" providerId="LiveId" clId="{AFF0FFF2-A016-41E1-9F54-F49517FC8582}" dt="2023-09-16T08:06:24.084" v="1105" actId="20577"/>
          <ac:spMkLst>
            <pc:docMk/>
            <pc:sldMk cId="4065108625" sldId="268"/>
            <ac:spMk id="3" creationId="{B8BB7FD5-B3BB-B1EB-8EC8-E568CE2A96AA}"/>
          </ac:spMkLst>
        </pc:spChg>
        <pc:spChg chg="del">
          <ac:chgData name="Mazhar UL Haq" userId="3ec90b875bc64986" providerId="LiveId" clId="{AFF0FFF2-A016-41E1-9F54-F49517FC8582}" dt="2023-09-16T06:00:00.888" v="1039"/>
          <ac:spMkLst>
            <pc:docMk/>
            <pc:sldMk cId="4065108625" sldId="268"/>
            <ac:spMk id="4" creationId="{63BFEED6-51AF-9D67-DCD7-A2CE7B7F20E4}"/>
          </ac:spMkLst>
        </pc:spChg>
        <pc:spChg chg="del">
          <ac:chgData name="Mazhar UL Haq" userId="3ec90b875bc64986" providerId="LiveId" clId="{AFF0FFF2-A016-41E1-9F54-F49517FC8582}" dt="2023-09-16T06:00:00.888" v="1039"/>
          <ac:spMkLst>
            <pc:docMk/>
            <pc:sldMk cId="4065108625" sldId="268"/>
            <ac:spMk id="6" creationId="{0CD98416-D5A6-62B4-F464-72668EBAB9F5}"/>
          </ac:spMkLst>
        </pc:spChg>
        <pc:picChg chg="del">
          <ac:chgData name="Mazhar UL Haq" userId="3ec90b875bc64986" providerId="LiveId" clId="{AFF0FFF2-A016-41E1-9F54-F49517FC8582}" dt="2023-09-16T04:56:11.535" v="968" actId="478"/>
          <ac:picMkLst>
            <pc:docMk/>
            <pc:sldMk cId="4065108625" sldId="268"/>
            <ac:picMk id="5" creationId="{8E9AC74B-66EA-D2BC-77CB-B17FBAAE0233}"/>
          </ac:picMkLst>
        </pc:picChg>
      </pc:sldChg>
      <pc:sldChg chg="new del">
        <pc:chgData name="Mazhar UL Haq" userId="3ec90b875bc64986" providerId="LiveId" clId="{AFF0FFF2-A016-41E1-9F54-F49517FC8582}" dt="2023-09-16T06:02:14.157" v="1042" actId="47"/>
        <pc:sldMkLst>
          <pc:docMk/>
          <pc:sldMk cId="28497113" sldId="269"/>
        </pc:sldMkLst>
      </pc:sldChg>
      <pc:sldChg chg="modSp add mod chgLayout">
        <pc:chgData name="Mazhar UL Haq" userId="3ec90b875bc64986" providerId="LiveId" clId="{AFF0FFF2-A016-41E1-9F54-F49517FC8582}" dt="2023-09-16T08:13:13.411" v="1251" actId="1076"/>
        <pc:sldMkLst>
          <pc:docMk/>
          <pc:sldMk cId="2314898999" sldId="269"/>
        </pc:sldMkLst>
        <pc:spChg chg="mod ord">
          <ac:chgData name="Mazhar UL Haq" userId="3ec90b875bc64986" providerId="LiveId" clId="{AFF0FFF2-A016-41E1-9F54-F49517FC8582}" dt="2023-09-16T08:12:38.120" v="1243" actId="700"/>
          <ac:spMkLst>
            <pc:docMk/>
            <pc:sldMk cId="2314898999" sldId="269"/>
            <ac:spMk id="2" creationId="{0E490699-7A8F-F1AA-D335-AA377F1E67AF}"/>
          </ac:spMkLst>
        </pc:spChg>
        <pc:spChg chg="mod ord">
          <ac:chgData name="Mazhar UL Haq" userId="3ec90b875bc64986" providerId="LiveId" clId="{AFF0FFF2-A016-41E1-9F54-F49517FC8582}" dt="2023-09-16T08:12:52.929" v="1250" actId="20577"/>
          <ac:spMkLst>
            <pc:docMk/>
            <pc:sldMk cId="2314898999" sldId="269"/>
            <ac:spMk id="3" creationId="{B8BB7FD5-B3BB-B1EB-8EC8-E568CE2A96AA}"/>
          </ac:spMkLst>
        </pc:spChg>
        <pc:spChg chg="mod ord">
          <ac:chgData name="Mazhar UL Haq" userId="3ec90b875bc64986" providerId="LiveId" clId="{AFF0FFF2-A016-41E1-9F54-F49517FC8582}" dt="2023-09-16T08:12:38.120" v="1243" actId="700"/>
          <ac:spMkLst>
            <pc:docMk/>
            <pc:sldMk cId="2314898999" sldId="269"/>
            <ac:spMk id="7" creationId="{9E57E506-8594-CFB5-282F-AA4CFA8E1069}"/>
          </ac:spMkLst>
        </pc:spChg>
        <pc:picChg chg="mod">
          <ac:chgData name="Mazhar UL Haq" userId="3ec90b875bc64986" providerId="LiveId" clId="{AFF0FFF2-A016-41E1-9F54-F49517FC8582}" dt="2023-09-16T08:13:13.411" v="1251" actId="1076"/>
          <ac:picMkLst>
            <pc:docMk/>
            <pc:sldMk cId="2314898999" sldId="269"/>
            <ac:picMk id="5" creationId="{8E9AC74B-66EA-D2BC-77CB-B17FBAAE0233}"/>
          </ac:picMkLst>
        </pc:picChg>
      </pc:sldChg>
      <pc:sldChg chg="modSp add mod">
        <pc:chgData name="Mazhar UL Haq" userId="3ec90b875bc64986" providerId="LiveId" clId="{AFF0FFF2-A016-41E1-9F54-F49517FC8582}" dt="2023-09-16T08:17:41.932" v="1307" actId="20577"/>
        <pc:sldMkLst>
          <pc:docMk/>
          <pc:sldMk cId="947824808" sldId="270"/>
        </pc:sldMkLst>
        <pc:spChg chg="mod">
          <ac:chgData name="Mazhar UL Haq" userId="3ec90b875bc64986" providerId="LiveId" clId="{AFF0FFF2-A016-41E1-9F54-F49517FC8582}" dt="2023-09-16T08:14:05.187" v="1257"/>
          <ac:spMkLst>
            <pc:docMk/>
            <pc:sldMk cId="947824808" sldId="270"/>
            <ac:spMk id="2" creationId="{0E490699-7A8F-F1AA-D335-AA377F1E67AF}"/>
          </ac:spMkLst>
        </pc:spChg>
        <pc:spChg chg="mod">
          <ac:chgData name="Mazhar UL Haq" userId="3ec90b875bc64986" providerId="LiveId" clId="{AFF0FFF2-A016-41E1-9F54-F49517FC8582}" dt="2023-09-16T08:17:41.932" v="1307" actId="20577"/>
          <ac:spMkLst>
            <pc:docMk/>
            <pc:sldMk cId="947824808" sldId="270"/>
            <ac:spMk id="3" creationId="{B8BB7FD5-B3BB-B1EB-8EC8-E568CE2A96AA}"/>
          </ac:spMkLst>
        </pc:spChg>
        <pc:picChg chg="mod">
          <ac:chgData name="Mazhar UL Haq" userId="3ec90b875bc64986" providerId="LiveId" clId="{AFF0FFF2-A016-41E1-9F54-F49517FC8582}" dt="2023-09-16T08:17:17.185" v="1281" actId="1076"/>
          <ac:picMkLst>
            <pc:docMk/>
            <pc:sldMk cId="947824808" sldId="270"/>
            <ac:picMk id="5" creationId="{8E9AC74B-66EA-D2BC-77CB-B17FBAAE0233}"/>
          </ac:picMkLst>
        </pc:picChg>
      </pc:sldChg>
      <pc:sldChg chg="modSp add mod">
        <pc:chgData name="Mazhar UL Haq" userId="3ec90b875bc64986" providerId="LiveId" clId="{AFF0FFF2-A016-41E1-9F54-F49517FC8582}" dt="2023-09-16T08:19:04.865" v="1334" actId="20577"/>
        <pc:sldMkLst>
          <pc:docMk/>
          <pc:sldMk cId="762203941" sldId="271"/>
        </pc:sldMkLst>
        <pc:spChg chg="mod">
          <ac:chgData name="Mazhar UL Haq" userId="3ec90b875bc64986" providerId="LiveId" clId="{AFF0FFF2-A016-41E1-9F54-F49517FC8582}" dt="2023-09-16T08:19:04.865" v="1334" actId="20577"/>
          <ac:spMkLst>
            <pc:docMk/>
            <pc:sldMk cId="762203941" sldId="271"/>
            <ac:spMk id="3" creationId="{B8BB7FD5-B3BB-B1EB-8EC8-E568CE2A96AA}"/>
          </ac:spMkLst>
        </pc:spChg>
        <pc:picChg chg="mod">
          <ac:chgData name="Mazhar UL Haq" userId="3ec90b875bc64986" providerId="LiveId" clId="{AFF0FFF2-A016-41E1-9F54-F49517FC8582}" dt="2023-09-16T08:18:43.361" v="1312" actId="1076"/>
          <ac:picMkLst>
            <pc:docMk/>
            <pc:sldMk cId="762203941" sldId="271"/>
            <ac:picMk id="5" creationId="{8E9AC74B-66EA-D2BC-77CB-B17FBAAE0233}"/>
          </ac:picMkLst>
        </pc:picChg>
      </pc:sldChg>
      <pc:sldChg chg="add del">
        <pc:chgData name="Mazhar UL Haq" userId="3ec90b875bc64986" providerId="LiveId" clId="{AFF0FFF2-A016-41E1-9F54-F49517FC8582}" dt="2023-09-16T08:25:37.372" v="1445" actId="47"/>
        <pc:sldMkLst>
          <pc:docMk/>
          <pc:sldMk cId="551732194" sldId="272"/>
        </pc:sldMkLst>
      </pc:sldChg>
      <pc:sldChg chg="modSp add mod">
        <pc:chgData name="Mazhar UL Haq" userId="3ec90b875bc64986" providerId="LiveId" clId="{AFF0FFF2-A016-41E1-9F54-F49517FC8582}" dt="2023-09-17T05:42:10.560" v="1511" actId="403"/>
        <pc:sldMkLst>
          <pc:docMk/>
          <pc:sldMk cId="805617116" sldId="272"/>
        </pc:sldMkLst>
        <pc:spChg chg="mod">
          <ac:chgData name="Mazhar UL Haq" userId="3ec90b875bc64986" providerId="LiveId" clId="{AFF0FFF2-A016-41E1-9F54-F49517FC8582}" dt="2023-09-17T05:38:30.024" v="1456" actId="20577"/>
          <ac:spMkLst>
            <pc:docMk/>
            <pc:sldMk cId="805617116" sldId="272"/>
            <ac:spMk id="2" creationId="{0411241F-0093-4EAF-4646-D87354477A5A}"/>
          </ac:spMkLst>
        </pc:spChg>
        <pc:spChg chg="mod">
          <ac:chgData name="Mazhar UL Haq" userId="3ec90b875bc64986" providerId="LiveId" clId="{AFF0FFF2-A016-41E1-9F54-F49517FC8582}" dt="2023-09-17T05:42:10.560" v="1511" actId="403"/>
          <ac:spMkLst>
            <pc:docMk/>
            <pc:sldMk cId="805617116" sldId="272"/>
            <ac:spMk id="3" creationId="{488D6397-DE64-CF0D-727C-76D25D9525B8}"/>
          </ac:spMkLst>
        </pc:spChg>
      </pc:sldChg>
      <pc:sldChg chg="new del">
        <pc:chgData name="Mazhar UL Haq" userId="3ec90b875bc64986" providerId="LiveId" clId="{AFF0FFF2-A016-41E1-9F54-F49517FC8582}" dt="2023-09-17T05:50:16.380" v="1547" actId="47"/>
        <pc:sldMkLst>
          <pc:docMk/>
          <pc:sldMk cId="345660158" sldId="273"/>
        </pc:sldMkLst>
      </pc:sldChg>
      <pc:sldChg chg="modSp add mod">
        <pc:chgData name="Mazhar UL Haq" userId="3ec90b875bc64986" providerId="LiveId" clId="{AFF0FFF2-A016-41E1-9F54-F49517FC8582}" dt="2023-09-17T05:56:32.910" v="1622" actId="1076"/>
        <pc:sldMkLst>
          <pc:docMk/>
          <pc:sldMk cId="427443333" sldId="273"/>
        </pc:sldMkLst>
        <pc:spChg chg="mod">
          <ac:chgData name="Mazhar UL Haq" userId="3ec90b875bc64986" providerId="LiveId" clId="{AFF0FFF2-A016-41E1-9F54-F49517FC8582}" dt="2023-09-17T05:52:27.769" v="1582"/>
          <ac:spMkLst>
            <pc:docMk/>
            <pc:sldMk cId="427443333" sldId="273"/>
            <ac:spMk id="2" creationId="{0411241F-0093-4EAF-4646-D87354477A5A}"/>
          </ac:spMkLst>
        </pc:spChg>
        <pc:spChg chg="mod">
          <ac:chgData name="Mazhar UL Haq" userId="3ec90b875bc64986" providerId="LiveId" clId="{AFF0FFF2-A016-41E1-9F54-F49517FC8582}" dt="2023-09-17T05:56:32.910" v="1622" actId="1076"/>
          <ac:spMkLst>
            <pc:docMk/>
            <pc:sldMk cId="427443333" sldId="273"/>
            <ac:spMk id="3" creationId="{488D6397-DE64-CF0D-727C-76D25D9525B8}"/>
          </ac:spMkLst>
        </pc:spChg>
      </pc:sldChg>
      <pc:sldChg chg="modSp add mod">
        <pc:chgData name="Mazhar UL Haq" userId="3ec90b875bc64986" providerId="LiveId" clId="{AFF0FFF2-A016-41E1-9F54-F49517FC8582}" dt="2023-09-17T05:57:51.771" v="1686" actId="403"/>
        <pc:sldMkLst>
          <pc:docMk/>
          <pc:sldMk cId="3265369875" sldId="274"/>
        </pc:sldMkLst>
        <pc:spChg chg="mod">
          <ac:chgData name="Mazhar UL Haq" userId="3ec90b875bc64986" providerId="LiveId" clId="{AFF0FFF2-A016-41E1-9F54-F49517FC8582}" dt="2023-09-17T05:57:51.771" v="1686" actId="403"/>
          <ac:spMkLst>
            <pc:docMk/>
            <pc:sldMk cId="3265369875" sldId="274"/>
            <ac:spMk id="3" creationId="{488D6397-DE64-CF0D-727C-76D25D9525B8}"/>
          </ac:spMkLst>
        </pc:spChg>
      </pc:sldChg>
      <pc:sldChg chg="modSp new del mod">
        <pc:chgData name="Mazhar UL Haq" userId="3ec90b875bc64986" providerId="LiveId" clId="{AFF0FFF2-A016-41E1-9F54-F49517FC8582}" dt="2023-09-17T06:08:08.050" v="1783" actId="680"/>
        <pc:sldMkLst>
          <pc:docMk/>
          <pc:sldMk cId="1207437513" sldId="275"/>
        </pc:sldMkLst>
        <pc:spChg chg="mod">
          <ac:chgData name="Mazhar UL Haq" userId="3ec90b875bc64986" providerId="LiveId" clId="{AFF0FFF2-A016-41E1-9F54-F49517FC8582}" dt="2023-09-17T06:08:07.378" v="1782" actId="20577"/>
          <ac:spMkLst>
            <pc:docMk/>
            <pc:sldMk cId="1207437513" sldId="275"/>
            <ac:spMk id="2" creationId="{42C23782-32F3-E066-2785-D75AD731F33F}"/>
          </ac:spMkLst>
        </pc:spChg>
      </pc:sldChg>
      <pc:sldChg chg="new del">
        <pc:chgData name="Mazhar UL Haq" userId="3ec90b875bc64986" providerId="LiveId" clId="{AFF0FFF2-A016-41E1-9F54-F49517FC8582}" dt="2023-09-17T06:00:39.394" v="1688" actId="47"/>
        <pc:sldMkLst>
          <pc:docMk/>
          <pc:sldMk cId="2406384215" sldId="275"/>
        </pc:sldMkLst>
      </pc:sldChg>
      <pc:sldChg chg="modSp new mod">
        <pc:chgData name="Mazhar UL Haq" userId="3ec90b875bc64986" providerId="LiveId" clId="{AFF0FFF2-A016-41E1-9F54-F49517FC8582}" dt="2023-09-17T06:23:46.436" v="2066" actId="27636"/>
        <pc:sldMkLst>
          <pc:docMk/>
          <pc:sldMk cId="4268984268" sldId="275"/>
        </pc:sldMkLst>
        <pc:spChg chg="mod">
          <ac:chgData name="Mazhar UL Haq" userId="3ec90b875bc64986" providerId="LiveId" clId="{AFF0FFF2-A016-41E1-9F54-F49517FC8582}" dt="2023-09-17T06:09:32.853" v="1847" actId="20577"/>
          <ac:spMkLst>
            <pc:docMk/>
            <pc:sldMk cId="4268984268" sldId="275"/>
            <ac:spMk id="2" creationId="{F0CC6F8A-870C-A223-7D7F-C72B9F6A60EF}"/>
          </ac:spMkLst>
        </pc:spChg>
        <pc:spChg chg="mod">
          <ac:chgData name="Mazhar UL Haq" userId="3ec90b875bc64986" providerId="LiveId" clId="{AFF0FFF2-A016-41E1-9F54-F49517FC8582}" dt="2023-09-17T06:23:46.436" v="2066" actId="27636"/>
          <ac:spMkLst>
            <pc:docMk/>
            <pc:sldMk cId="4268984268" sldId="275"/>
            <ac:spMk id="3" creationId="{05E4DD6F-DD07-E853-DC30-C2FC421ED541}"/>
          </ac:spMkLst>
        </pc:spChg>
      </pc:sldChg>
      <pc:sldChg chg="modSp add del mod">
        <pc:chgData name="Mazhar UL Haq" userId="3ec90b875bc64986" providerId="LiveId" clId="{AFF0FFF2-A016-41E1-9F54-F49517FC8582}" dt="2023-09-17T06:19:07.426" v="2015" actId="47"/>
        <pc:sldMkLst>
          <pc:docMk/>
          <pc:sldMk cId="1496028320" sldId="276"/>
        </pc:sldMkLst>
        <pc:spChg chg="mod">
          <ac:chgData name="Mazhar UL Haq" userId="3ec90b875bc64986" providerId="LiveId" clId="{AFF0FFF2-A016-41E1-9F54-F49517FC8582}" dt="2023-09-17T06:18:58.956" v="2014" actId="20577"/>
          <ac:spMkLst>
            <pc:docMk/>
            <pc:sldMk cId="1496028320" sldId="276"/>
            <ac:spMk id="3" creationId="{05E4DD6F-DD07-E853-DC30-C2FC421ED541}"/>
          </ac:spMkLst>
        </pc:spChg>
      </pc:sldChg>
      <pc:sldChg chg="modSp add mod">
        <pc:chgData name="Mazhar UL Haq" userId="3ec90b875bc64986" providerId="LiveId" clId="{AFF0FFF2-A016-41E1-9F54-F49517FC8582}" dt="2023-09-17T06:26:55.949" v="2086" actId="113"/>
        <pc:sldMkLst>
          <pc:docMk/>
          <pc:sldMk cId="2410497347" sldId="276"/>
        </pc:sldMkLst>
        <pc:spChg chg="mod">
          <ac:chgData name="Mazhar UL Haq" userId="3ec90b875bc64986" providerId="LiveId" clId="{AFF0FFF2-A016-41E1-9F54-F49517FC8582}" dt="2023-09-17T06:26:55.949" v="2086" actId="113"/>
          <ac:spMkLst>
            <pc:docMk/>
            <pc:sldMk cId="2410497347" sldId="276"/>
            <ac:spMk id="3" creationId="{05E4DD6F-DD07-E853-DC30-C2FC421ED541}"/>
          </ac:spMkLst>
        </pc:spChg>
      </pc:sldChg>
      <pc:sldChg chg="add del">
        <pc:chgData name="Mazhar UL Haq" userId="3ec90b875bc64986" providerId="LiveId" clId="{AFF0FFF2-A016-41E1-9F54-F49517FC8582}" dt="2023-09-17T06:07:50.839" v="1741" actId="47"/>
        <pc:sldMkLst>
          <pc:docMk/>
          <pc:sldMk cId="2192679287" sldId="307"/>
        </pc:sldMkLst>
      </pc:sldChg>
      <pc:sldChg chg="modSp add del mod">
        <pc:chgData name="Mazhar UL Haq" userId="3ec90b875bc64986" providerId="LiveId" clId="{AFF0FFF2-A016-41E1-9F54-F49517FC8582}" dt="2023-09-17T06:07:47.112" v="1739" actId="47"/>
        <pc:sldMkLst>
          <pc:docMk/>
          <pc:sldMk cId="3199654996" sldId="352"/>
        </pc:sldMkLst>
        <pc:spChg chg="mod">
          <ac:chgData name="Mazhar UL Haq" userId="3ec90b875bc64986" providerId="LiveId" clId="{AFF0FFF2-A016-41E1-9F54-F49517FC8582}" dt="2023-09-17T06:07:34.090" v="1735" actId="20577"/>
          <ac:spMkLst>
            <pc:docMk/>
            <pc:sldMk cId="3199654996" sldId="352"/>
            <ac:spMk id="2" creationId="{2C2BFAE1-45D3-4B3B-81D2-0BF25FA84FB8}"/>
          </ac:spMkLst>
        </pc:spChg>
        <pc:spChg chg="mod">
          <ac:chgData name="Mazhar UL Haq" userId="3ec90b875bc64986" providerId="LiveId" clId="{AFF0FFF2-A016-41E1-9F54-F49517FC8582}" dt="2023-09-17T06:07:33.254" v="1732"/>
          <ac:spMkLst>
            <pc:docMk/>
            <pc:sldMk cId="3199654996" sldId="352"/>
            <ac:spMk id="25" creationId="{0285A1CD-CBE7-2A48-BAB2-1904B5658B15}"/>
          </ac:spMkLst>
        </pc:spChg>
        <pc:spChg chg="mod">
          <ac:chgData name="Mazhar UL Haq" userId="3ec90b875bc64986" providerId="LiveId" clId="{AFF0FFF2-A016-41E1-9F54-F49517FC8582}" dt="2023-09-17T06:07:32.958" v="1731" actId="20577"/>
          <ac:spMkLst>
            <pc:docMk/>
            <pc:sldMk cId="3199654996" sldId="352"/>
            <ac:spMk id="26" creationId="{9EE5EB97-6CB9-E34C-9D88-F31448A38898}"/>
          </ac:spMkLst>
        </pc:spChg>
      </pc:sldChg>
      <pc:sldChg chg="modSp add del mod">
        <pc:chgData name="Mazhar UL Haq" userId="3ec90b875bc64986" providerId="LiveId" clId="{AFF0FFF2-A016-41E1-9F54-F49517FC8582}" dt="2023-09-17T06:07:48.565" v="1740" actId="47"/>
        <pc:sldMkLst>
          <pc:docMk/>
          <pc:sldMk cId="334342907" sldId="355"/>
        </pc:sldMkLst>
        <pc:spChg chg="mod">
          <ac:chgData name="Mazhar UL Haq" userId="3ec90b875bc64986" providerId="LiveId" clId="{AFF0FFF2-A016-41E1-9F54-F49517FC8582}" dt="2023-09-17T06:07:44.783" v="1738" actId="6549"/>
          <ac:spMkLst>
            <pc:docMk/>
            <pc:sldMk cId="334342907" sldId="355"/>
            <ac:spMk id="25" creationId="{0285A1CD-CBE7-2A48-BAB2-1904B5658B15}"/>
          </ac:spMkLst>
        </pc:spChg>
      </pc:sldChg>
      <pc:sldMasterChg chg="addSldLayout delSldLayout">
        <pc:chgData name="Mazhar UL Haq" userId="3ec90b875bc64986" providerId="LiveId" clId="{AFF0FFF2-A016-41E1-9F54-F49517FC8582}" dt="2023-09-17T06:07:50.839" v="1741" actId="47"/>
        <pc:sldMasterMkLst>
          <pc:docMk/>
          <pc:sldMasterMk cId="3424249770" sldId="2147483648"/>
        </pc:sldMasterMkLst>
        <pc:sldLayoutChg chg="add del">
          <pc:chgData name="Mazhar UL Haq" userId="3ec90b875bc64986" providerId="LiveId" clId="{AFF0FFF2-A016-41E1-9F54-F49517FC8582}" dt="2023-09-17T06:07:50.839" v="1741" actId="47"/>
          <pc:sldLayoutMkLst>
            <pc:docMk/>
            <pc:sldMasterMk cId="3424249770" sldId="2147483648"/>
            <pc:sldLayoutMk cId="4102802819"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5DB02D-65E0-4E56-AFE4-1D95BEB2C8E7}"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9158E1-F865-4571-9D0A-1D5265A2F782}" type="slidenum">
              <a:rPr lang="en-US" smtClean="0"/>
              <a:t>‹#›</a:t>
            </a:fld>
            <a:endParaRPr lang="en-US"/>
          </a:p>
        </p:txBody>
      </p:sp>
    </p:spTree>
    <p:extLst>
      <p:ext uri="{BB962C8B-B14F-4D97-AF65-F5344CB8AC3E}">
        <p14:creationId xmlns:p14="http://schemas.microsoft.com/office/powerpoint/2010/main" val="69357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CAC2B5-5D1A-B0F4-0EA9-A0248B0283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86362911-1E37-580B-B7DF-A93F2929BE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A37D474A-3A8B-BA4A-1A1C-EF71ECA69044}"/>
              </a:ext>
            </a:extLst>
          </p:cNvPr>
          <p:cNvSpPr>
            <a:spLocks noGrp="1"/>
          </p:cNvSpPr>
          <p:nvPr>
            <p:ph type="dt" sz="half" idx="10"/>
          </p:nvPr>
        </p:nvSpPr>
        <p:spPr/>
        <p:txBody>
          <a:bodyPr/>
          <a:lstStyle/>
          <a:p>
            <a:fld id="{79B65385-0BB4-46AE-BA99-7D3098D4A885}" type="datetime1">
              <a:rPr lang="en-US" smtClean="0"/>
              <a:t>3/6/2026</a:t>
            </a:fld>
            <a:endParaRPr lang="en-US"/>
          </a:p>
        </p:txBody>
      </p:sp>
      <p:sp>
        <p:nvSpPr>
          <p:cNvPr id="5" name="Footer Placeholder 4">
            <a:extLst>
              <a:ext uri="{FF2B5EF4-FFF2-40B4-BE49-F238E27FC236}">
                <a16:creationId xmlns:a16="http://schemas.microsoft.com/office/drawing/2014/main" xmlns="" id="{1D0A29E3-49E3-BCB4-EEDB-C1F96E2B8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66AD797-4317-A08C-3716-9DCDC6F2D5C5}"/>
              </a:ext>
            </a:extLst>
          </p:cNvPr>
          <p:cNvSpPr>
            <a:spLocks noGrp="1"/>
          </p:cNvSpPr>
          <p:nvPr>
            <p:ph type="sldNum" sz="quarter" idx="12"/>
          </p:nvPr>
        </p:nvSpPr>
        <p:spPr/>
        <p:txBody>
          <a:bodyPr/>
          <a:lstStyle/>
          <a:p>
            <a:fld id="{C98E8F76-4D2A-4742-A30D-DC9AC0D7EE6A}" type="slidenum">
              <a:rPr lang="en-US" smtClean="0"/>
              <a:t>‹#›</a:t>
            </a:fld>
            <a:endParaRPr lang="en-US"/>
          </a:p>
        </p:txBody>
      </p:sp>
    </p:spTree>
    <p:extLst>
      <p:ext uri="{BB962C8B-B14F-4D97-AF65-F5344CB8AC3E}">
        <p14:creationId xmlns:p14="http://schemas.microsoft.com/office/powerpoint/2010/main" val="2695738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F180EC-EEA5-B2C3-6807-5B2C3F396F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93FE84C-3AC7-1BB7-4F79-A47AC9A23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2C7CA40-88F5-75CD-B0E6-E372CCE459D2}"/>
              </a:ext>
            </a:extLst>
          </p:cNvPr>
          <p:cNvSpPr>
            <a:spLocks noGrp="1"/>
          </p:cNvSpPr>
          <p:nvPr>
            <p:ph type="dt" sz="half" idx="10"/>
          </p:nvPr>
        </p:nvSpPr>
        <p:spPr/>
        <p:txBody>
          <a:bodyPr/>
          <a:lstStyle/>
          <a:p>
            <a:fld id="{F8E18344-A79E-426B-B5BA-4EDDF3EC67B5}" type="datetime1">
              <a:rPr lang="en-US" smtClean="0"/>
              <a:t>3/6/2026</a:t>
            </a:fld>
            <a:endParaRPr lang="en-US"/>
          </a:p>
        </p:txBody>
      </p:sp>
      <p:sp>
        <p:nvSpPr>
          <p:cNvPr id="5" name="Footer Placeholder 4">
            <a:extLst>
              <a:ext uri="{FF2B5EF4-FFF2-40B4-BE49-F238E27FC236}">
                <a16:creationId xmlns:a16="http://schemas.microsoft.com/office/drawing/2014/main" xmlns="" id="{54A7D368-3664-AD98-535B-18DFE9175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4B5909A-A26C-86A2-C9AD-CE6C76DF215A}"/>
              </a:ext>
            </a:extLst>
          </p:cNvPr>
          <p:cNvSpPr>
            <a:spLocks noGrp="1"/>
          </p:cNvSpPr>
          <p:nvPr>
            <p:ph type="sldNum" sz="quarter" idx="12"/>
          </p:nvPr>
        </p:nvSpPr>
        <p:spPr/>
        <p:txBody>
          <a:bodyPr/>
          <a:lstStyle/>
          <a:p>
            <a:fld id="{C98E8F76-4D2A-4742-A30D-DC9AC0D7EE6A}" type="slidenum">
              <a:rPr lang="en-US" smtClean="0"/>
              <a:t>‹#›</a:t>
            </a:fld>
            <a:endParaRPr lang="en-US"/>
          </a:p>
        </p:txBody>
      </p:sp>
    </p:spTree>
    <p:extLst>
      <p:ext uri="{BB962C8B-B14F-4D97-AF65-F5344CB8AC3E}">
        <p14:creationId xmlns:p14="http://schemas.microsoft.com/office/powerpoint/2010/main" val="4231449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BEC64F-51D2-BC16-9260-C82EB35F7A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47B714F0-75E0-0E4F-BA30-D0DAE98F9F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85CAFFA-21DB-2577-C30D-C99BF25F330A}"/>
              </a:ext>
            </a:extLst>
          </p:cNvPr>
          <p:cNvSpPr>
            <a:spLocks noGrp="1"/>
          </p:cNvSpPr>
          <p:nvPr>
            <p:ph type="dt" sz="half" idx="10"/>
          </p:nvPr>
        </p:nvSpPr>
        <p:spPr/>
        <p:txBody>
          <a:bodyPr/>
          <a:lstStyle/>
          <a:p>
            <a:fld id="{69D22039-A262-47CD-998A-40F8D394E8FC}" type="datetime1">
              <a:rPr lang="en-US" smtClean="0"/>
              <a:t>3/6/2026</a:t>
            </a:fld>
            <a:endParaRPr lang="en-US"/>
          </a:p>
        </p:txBody>
      </p:sp>
      <p:sp>
        <p:nvSpPr>
          <p:cNvPr id="5" name="Footer Placeholder 4">
            <a:extLst>
              <a:ext uri="{FF2B5EF4-FFF2-40B4-BE49-F238E27FC236}">
                <a16:creationId xmlns:a16="http://schemas.microsoft.com/office/drawing/2014/main" xmlns="" id="{A1D9D712-AAA5-80D4-08D9-DAC99E37FA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0758EBB-253D-F0F3-F0B3-75687BC6FAC7}"/>
              </a:ext>
            </a:extLst>
          </p:cNvPr>
          <p:cNvSpPr>
            <a:spLocks noGrp="1"/>
          </p:cNvSpPr>
          <p:nvPr>
            <p:ph type="sldNum" sz="quarter" idx="12"/>
          </p:nvPr>
        </p:nvSpPr>
        <p:spPr/>
        <p:txBody>
          <a:bodyPr/>
          <a:lstStyle/>
          <a:p>
            <a:fld id="{C98E8F76-4D2A-4742-A30D-DC9AC0D7EE6A}" type="slidenum">
              <a:rPr lang="en-US" smtClean="0"/>
              <a:t>‹#›</a:t>
            </a:fld>
            <a:endParaRPr lang="en-US"/>
          </a:p>
        </p:txBody>
      </p:sp>
    </p:spTree>
    <p:extLst>
      <p:ext uri="{BB962C8B-B14F-4D97-AF65-F5344CB8AC3E}">
        <p14:creationId xmlns:p14="http://schemas.microsoft.com/office/powerpoint/2010/main" val="667550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551FAA-E230-87FB-51BF-77169C8731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80C3A5A0-63D2-3951-28AB-436B3448D8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70DCA286-1073-2E63-5871-1F98993A87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59392F3C-B4B7-4CF4-339E-1B615A9FE8DD}"/>
              </a:ext>
            </a:extLst>
          </p:cNvPr>
          <p:cNvSpPr>
            <a:spLocks noGrp="1"/>
          </p:cNvSpPr>
          <p:nvPr>
            <p:ph type="dt" sz="half" idx="10"/>
          </p:nvPr>
        </p:nvSpPr>
        <p:spPr/>
        <p:txBody>
          <a:bodyPr/>
          <a:lstStyle/>
          <a:p>
            <a:fld id="{13422B26-8435-49CD-9E20-678A54AB0F53}" type="datetime1">
              <a:rPr lang="en-US" smtClean="0"/>
              <a:t>3/6/2026</a:t>
            </a:fld>
            <a:endParaRPr lang="en-US"/>
          </a:p>
        </p:txBody>
      </p:sp>
      <p:sp>
        <p:nvSpPr>
          <p:cNvPr id="6" name="Footer Placeholder 5">
            <a:extLst>
              <a:ext uri="{FF2B5EF4-FFF2-40B4-BE49-F238E27FC236}">
                <a16:creationId xmlns:a16="http://schemas.microsoft.com/office/drawing/2014/main" xmlns="" id="{81E25F58-1EFE-5346-7CDB-F8FB41FE29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195B41A5-8A0A-B152-26F8-0A58E08FEF17}"/>
              </a:ext>
            </a:extLst>
          </p:cNvPr>
          <p:cNvSpPr>
            <a:spLocks noGrp="1"/>
          </p:cNvSpPr>
          <p:nvPr>
            <p:ph type="sldNum" sz="quarter" idx="12"/>
          </p:nvPr>
        </p:nvSpPr>
        <p:spPr/>
        <p:txBody>
          <a:bodyPr/>
          <a:lstStyle/>
          <a:p>
            <a:fld id="{C98E8F76-4D2A-4742-A30D-DC9AC0D7EE6A}" type="slidenum">
              <a:rPr lang="en-US" smtClean="0"/>
              <a:t>‹#›</a:t>
            </a:fld>
            <a:endParaRPr lang="en-US"/>
          </a:p>
        </p:txBody>
      </p:sp>
    </p:spTree>
    <p:extLst>
      <p:ext uri="{BB962C8B-B14F-4D97-AF65-F5344CB8AC3E}">
        <p14:creationId xmlns:p14="http://schemas.microsoft.com/office/powerpoint/2010/main" val="294966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80EE2A-A358-251D-9458-8CD0D881CB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3BD85AFB-EAB4-597D-C80B-4DAE224320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2E926D0E-D66B-2168-5F85-50705B4FFC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0450C556-93EE-B30D-97FF-15B0CDD783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4AEEE8C-BC88-2DB2-EE26-B9B6E70465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F05C9862-ABC6-2BD8-F72B-E999E2718E47}"/>
              </a:ext>
            </a:extLst>
          </p:cNvPr>
          <p:cNvSpPr>
            <a:spLocks noGrp="1"/>
          </p:cNvSpPr>
          <p:nvPr>
            <p:ph type="dt" sz="half" idx="10"/>
          </p:nvPr>
        </p:nvSpPr>
        <p:spPr/>
        <p:txBody>
          <a:bodyPr/>
          <a:lstStyle/>
          <a:p>
            <a:fld id="{32AFCE02-1F91-469F-91EF-704BC4B16C17}" type="datetime1">
              <a:rPr lang="en-US" smtClean="0"/>
              <a:t>3/6/2026</a:t>
            </a:fld>
            <a:endParaRPr lang="en-US"/>
          </a:p>
        </p:txBody>
      </p:sp>
      <p:sp>
        <p:nvSpPr>
          <p:cNvPr id="8" name="Footer Placeholder 7">
            <a:extLst>
              <a:ext uri="{FF2B5EF4-FFF2-40B4-BE49-F238E27FC236}">
                <a16:creationId xmlns:a16="http://schemas.microsoft.com/office/drawing/2014/main" xmlns="" id="{D241A5BE-EF33-6CF4-C834-42B1894883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B7D0032E-846A-729A-7224-61A6D6ED6988}"/>
              </a:ext>
            </a:extLst>
          </p:cNvPr>
          <p:cNvSpPr>
            <a:spLocks noGrp="1"/>
          </p:cNvSpPr>
          <p:nvPr>
            <p:ph type="sldNum" sz="quarter" idx="12"/>
          </p:nvPr>
        </p:nvSpPr>
        <p:spPr/>
        <p:txBody>
          <a:bodyPr/>
          <a:lstStyle/>
          <a:p>
            <a:fld id="{C98E8F76-4D2A-4742-A30D-DC9AC0D7EE6A}" type="slidenum">
              <a:rPr lang="en-US" smtClean="0"/>
              <a:t>‹#›</a:t>
            </a:fld>
            <a:endParaRPr lang="en-US"/>
          </a:p>
        </p:txBody>
      </p:sp>
    </p:spTree>
    <p:extLst>
      <p:ext uri="{BB962C8B-B14F-4D97-AF65-F5344CB8AC3E}">
        <p14:creationId xmlns:p14="http://schemas.microsoft.com/office/powerpoint/2010/main" val="2961259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749E89-D0BB-D575-2FBB-66D8A4D484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44940A3E-3077-B0ED-6D73-DE4A6C9202C4}"/>
              </a:ext>
            </a:extLst>
          </p:cNvPr>
          <p:cNvSpPr>
            <a:spLocks noGrp="1"/>
          </p:cNvSpPr>
          <p:nvPr>
            <p:ph type="dt" sz="half" idx="10"/>
          </p:nvPr>
        </p:nvSpPr>
        <p:spPr/>
        <p:txBody>
          <a:bodyPr/>
          <a:lstStyle/>
          <a:p>
            <a:fld id="{E9F2F513-947E-4EC8-9743-B8B61C66FD36}" type="datetime1">
              <a:rPr lang="en-US" smtClean="0"/>
              <a:t>3/6/2026</a:t>
            </a:fld>
            <a:endParaRPr lang="en-US"/>
          </a:p>
        </p:txBody>
      </p:sp>
      <p:sp>
        <p:nvSpPr>
          <p:cNvPr id="4" name="Footer Placeholder 3">
            <a:extLst>
              <a:ext uri="{FF2B5EF4-FFF2-40B4-BE49-F238E27FC236}">
                <a16:creationId xmlns:a16="http://schemas.microsoft.com/office/drawing/2014/main" xmlns="" id="{84E9DFB0-58FD-244F-2105-546A66F226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9B8EFA95-13C1-882D-DB2D-D4D37D3B424C}"/>
              </a:ext>
            </a:extLst>
          </p:cNvPr>
          <p:cNvSpPr>
            <a:spLocks noGrp="1"/>
          </p:cNvSpPr>
          <p:nvPr>
            <p:ph type="sldNum" sz="quarter" idx="12"/>
          </p:nvPr>
        </p:nvSpPr>
        <p:spPr/>
        <p:txBody>
          <a:bodyPr/>
          <a:lstStyle/>
          <a:p>
            <a:fld id="{C98E8F76-4D2A-4742-A30D-DC9AC0D7EE6A}" type="slidenum">
              <a:rPr lang="en-US" smtClean="0"/>
              <a:t>‹#›</a:t>
            </a:fld>
            <a:endParaRPr lang="en-US"/>
          </a:p>
        </p:txBody>
      </p:sp>
    </p:spTree>
    <p:extLst>
      <p:ext uri="{BB962C8B-B14F-4D97-AF65-F5344CB8AC3E}">
        <p14:creationId xmlns:p14="http://schemas.microsoft.com/office/powerpoint/2010/main" val="3748812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39C7FEAC-21CC-7E47-AF20-A4BC98B1E9BD}"/>
              </a:ext>
            </a:extLst>
          </p:cNvPr>
          <p:cNvSpPr>
            <a:spLocks noGrp="1"/>
          </p:cNvSpPr>
          <p:nvPr>
            <p:ph type="dt" sz="half" idx="10"/>
          </p:nvPr>
        </p:nvSpPr>
        <p:spPr/>
        <p:txBody>
          <a:bodyPr/>
          <a:lstStyle/>
          <a:p>
            <a:fld id="{8F4F312A-56A6-42E1-A1AB-BED7AAAFF46B}" type="datetime1">
              <a:rPr lang="en-US" smtClean="0"/>
              <a:t>3/6/2026</a:t>
            </a:fld>
            <a:endParaRPr lang="en-US"/>
          </a:p>
        </p:txBody>
      </p:sp>
      <p:sp>
        <p:nvSpPr>
          <p:cNvPr id="3" name="Footer Placeholder 2">
            <a:extLst>
              <a:ext uri="{FF2B5EF4-FFF2-40B4-BE49-F238E27FC236}">
                <a16:creationId xmlns:a16="http://schemas.microsoft.com/office/drawing/2014/main" xmlns="" id="{7F20FEB4-CED0-1019-C35B-D88EBD1FA6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D07A3638-122C-2909-E83D-B42EBEE9D57D}"/>
              </a:ext>
            </a:extLst>
          </p:cNvPr>
          <p:cNvSpPr>
            <a:spLocks noGrp="1"/>
          </p:cNvSpPr>
          <p:nvPr>
            <p:ph type="sldNum" sz="quarter" idx="12"/>
          </p:nvPr>
        </p:nvSpPr>
        <p:spPr/>
        <p:txBody>
          <a:bodyPr/>
          <a:lstStyle/>
          <a:p>
            <a:fld id="{C98E8F76-4D2A-4742-A30D-DC9AC0D7EE6A}" type="slidenum">
              <a:rPr lang="en-US" smtClean="0"/>
              <a:t>‹#›</a:t>
            </a:fld>
            <a:endParaRPr lang="en-US"/>
          </a:p>
        </p:txBody>
      </p:sp>
    </p:spTree>
    <p:extLst>
      <p:ext uri="{BB962C8B-B14F-4D97-AF65-F5344CB8AC3E}">
        <p14:creationId xmlns:p14="http://schemas.microsoft.com/office/powerpoint/2010/main" val="179627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4515E5-B1DA-8143-A3D7-25D78A1B99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1DFC48E-0F13-82FC-D10F-AD62BAC822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9AB59606-023C-AF2E-436F-E7F2D2DD59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CBAEA00-69CF-AB67-EA6F-4FD7243CE8DD}"/>
              </a:ext>
            </a:extLst>
          </p:cNvPr>
          <p:cNvSpPr>
            <a:spLocks noGrp="1"/>
          </p:cNvSpPr>
          <p:nvPr>
            <p:ph type="dt" sz="half" idx="10"/>
          </p:nvPr>
        </p:nvSpPr>
        <p:spPr/>
        <p:txBody>
          <a:bodyPr/>
          <a:lstStyle/>
          <a:p>
            <a:fld id="{B1A93EC8-E7EA-4CCF-9756-A5CD56BAE554}" type="datetime1">
              <a:rPr lang="en-US" smtClean="0"/>
              <a:t>3/6/2026</a:t>
            </a:fld>
            <a:endParaRPr lang="en-US"/>
          </a:p>
        </p:txBody>
      </p:sp>
      <p:sp>
        <p:nvSpPr>
          <p:cNvPr id="6" name="Footer Placeholder 5">
            <a:extLst>
              <a:ext uri="{FF2B5EF4-FFF2-40B4-BE49-F238E27FC236}">
                <a16:creationId xmlns:a16="http://schemas.microsoft.com/office/drawing/2014/main" xmlns="" id="{B2D8AF45-6876-150B-A10D-61DBEFBB3F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EF18BB4-1939-25E3-4DED-917751392917}"/>
              </a:ext>
            </a:extLst>
          </p:cNvPr>
          <p:cNvSpPr>
            <a:spLocks noGrp="1"/>
          </p:cNvSpPr>
          <p:nvPr>
            <p:ph type="sldNum" sz="quarter" idx="12"/>
          </p:nvPr>
        </p:nvSpPr>
        <p:spPr/>
        <p:txBody>
          <a:bodyPr/>
          <a:lstStyle/>
          <a:p>
            <a:fld id="{C98E8F76-4D2A-4742-A30D-DC9AC0D7EE6A}" type="slidenum">
              <a:rPr lang="en-US" smtClean="0"/>
              <a:t>‹#›</a:t>
            </a:fld>
            <a:endParaRPr lang="en-US"/>
          </a:p>
        </p:txBody>
      </p:sp>
    </p:spTree>
    <p:extLst>
      <p:ext uri="{BB962C8B-B14F-4D97-AF65-F5344CB8AC3E}">
        <p14:creationId xmlns:p14="http://schemas.microsoft.com/office/powerpoint/2010/main" val="1167832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E652A4-AE6A-DD4E-82D8-CC55C54AC6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3325AA35-6765-8A6D-DEC5-AF583B2D38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A69C6018-AFB8-CC59-8C6F-BC6A69A2E8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23F2763-9D05-6BCB-F73C-A1B0E493DBED}"/>
              </a:ext>
            </a:extLst>
          </p:cNvPr>
          <p:cNvSpPr>
            <a:spLocks noGrp="1"/>
          </p:cNvSpPr>
          <p:nvPr>
            <p:ph type="dt" sz="half" idx="10"/>
          </p:nvPr>
        </p:nvSpPr>
        <p:spPr/>
        <p:txBody>
          <a:bodyPr/>
          <a:lstStyle/>
          <a:p>
            <a:fld id="{67FDEEDF-2F82-412B-9E22-BD246E6412DF}" type="datetime1">
              <a:rPr lang="en-US" smtClean="0"/>
              <a:t>3/6/2026</a:t>
            </a:fld>
            <a:endParaRPr lang="en-US"/>
          </a:p>
        </p:txBody>
      </p:sp>
      <p:sp>
        <p:nvSpPr>
          <p:cNvPr id="6" name="Footer Placeholder 5">
            <a:extLst>
              <a:ext uri="{FF2B5EF4-FFF2-40B4-BE49-F238E27FC236}">
                <a16:creationId xmlns:a16="http://schemas.microsoft.com/office/drawing/2014/main" xmlns="" id="{8FA40461-B60A-934F-02DE-3DB63D6EB4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F69567D-7A34-7829-9983-0B5865908DE6}"/>
              </a:ext>
            </a:extLst>
          </p:cNvPr>
          <p:cNvSpPr>
            <a:spLocks noGrp="1"/>
          </p:cNvSpPr>
          <p:nvPr>
            <p:ph type="sldNum" sz="quarter" idx="12"/>
          </p:nvPr>
        </p:nvSpPr>
        <p:spPr/>
        <p:txBody>
          <a:bodyPr/>
          <a:lstStyle/>
          <a:p>
            <a:fld id="{C98E8F76-4D2A-4742-A30D-DC9AC0D7EE6A}" type="slidenum">
              <a:rPr lang="en-US" smtClean="0"/>
              <a:t>‹#›</a:t>
            </a:fld>
            <a:endParaRPr lang="en-US"/>
          </a:p>
        </p:txBody>
      </p:sp>
    </p:spTree>
    <p:extLst>
      <p:ext uri="{BB962C8B-B14F-4D97-AF65-F5344CB8AC3E}">
        <p14:creationId xmlns:p14="http://schemas.microsoft.com/office/powerpoint/2010/main" val="71732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4A7013-268B-6991-2A3D-CB2A5C7B06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41CD486-3C4A-E129-49EB-A4C518B684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DA3A05D-AA50-787D-8850-0D4D32CA4CEC}"/>
              </a:ext>
            </a:extLst>
          </p:cNvPr>
          <p:cNvSpPr>
            <a:spLocks noGrp="1"/>
          </p:cNvSpPr>
          <p:nvPr>
            <p:ph type="dt" sz="half" idx="10"/>
          </p:nvPr>
        </p:nvSpPr>
        <p:spPr/>
        <p:txBody>
          <a:bodyPr/>
          <a:lstStyle/>
          <a:p>
            <a:fld id="{8697880C-B84F-45B4-898A-DB50937D4E1E}" type="datetime1">
              <a:rPr lang="en-US" smtClean="0"/>
              <a:t>3/6/2026</a:t>
            </a:fld>
            <a:endParaRPr lang="en-US"/>
          </a:p>
        </p:txBody>
      </p:sp>
      <p:sp>
        <p:nvSpPr>
          <p:cNvPr id="5" name="Footer Placeholder 4">
            <a:extLst>
              <a:ext uri="{FF2B5EF4-FFF2-40B4-BE49-F238E27FC236}">
                <a16:creationId xmlns:a16="http://schemas.microsoft.com/office/drawing/2014/main" xmlns="" id="{4AF0A8DB-4E9A-C364-A0A0-926FD6CEFA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41915A9-5ED1-94C6-7063-398A82254ABF}"/>
              </a:ext>
            </a:extLst>
          </p:cNvPr>
          <p:cNvSpPr>
            <a:spLocks noGrp="1"/>
          </p:cNvSpPr>
          <p:nvPr>
            <p:ph type="sldNum" sz="quarter" idx="12"/>
          </p:nvPr>
        </p:nvSpPr>
        <p:spPr/>
        <p:txBody>
          <a:bodyPr/>
          <a:lstStyle/>
          <a:p>
            <a:fld id="{C98E8F76-4D2A-4742-A30D-DC9AC0D7EE6A}" type="slidenum">
              <a:rPr lang="en-US" smtClean="0"/>
              <a:t>‹#›</a:t>
            </a:fld>
            <a:endParaRPr lang="en-US"/>
          </a:p>
        </p:txBody>
      </p:sp>
    </p:spTree>
    <p:extLst>
      <p:ext uri="{BB962C8B-B14F-4D97-AF65-F5344CB8AC3E}">
        <p14:creationId xmlns:p14="http://schemas.microsoft.com/office/powerpoint/2010/main" val="2875669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0944F07-8AA1-8F93-3F01-28A1DCE117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7E9BF531-F978-7393-F621-2655B5E7E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E3244F5-D93E-2DCB-D465-E149A2C7C9A4}"/>
              </a:ext>
            </a:extLst>
          </p:cNvPr>
          <p:cNvSpPr>
            <a:spLocks noGrp="1"/>
          </p:cNvSpPr>
          <p:nvPr>
            <p:ph type="dt" sz="half" idx="10"/>
          </p:nvPr>
        </p:nvSpPr>
        <p:spPr/>
        <p:txBody>
          <a:bodyPr/>
          <a:lstStyle/>
          <a:p>
            <a:fld id="{BF95C102-D935-43CB-8FD9-E262CB4896A2}" type="datetime1">
              <a:rPr lang="en-US" smtClean="0"/>
              <a:t>3/6/2026</a:t>
            </a:fld>
            <a:endParaRPr lang="en-US"/>
          </a:p>
        </p:txBody>
      </p:sp>
      <p:sp>
        <p:nvSpPr>
          <p:cNvPr id="5" name="Footer Placeholder 4">
            <a:extLst>
              <a:ext uri="{FF2B5EF4-FFF2-40B4-BE49-F238E27FC236}">
                <a16:creationId xmlns:a16="http://schemas.microsoft.com/office/drawing/2014/main" xmlns="" id="{354214A5-DA4C-8277-7431-BF0A10D60C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D388298-B04B-B371-0EA1-885769FAAA17}"/>
              </a:ext>
            </a:extLst>
          </p:cNvPr>
          <p:cNvSpPr>
            <a:spLocks noGrp="1"/>
          </p:cNvSpPr>
          <p:nvPr>
            <p:ph type="sldNum" sz="quarter" idx="12"/>
          </p:nvPr>
        </p:nvSpPr>
        <p:spPr/>
        <p:txBody>
          <a:bodyPr/>
          <a:lstStyle/>
          <a:p>
            <a:fld id="{C98E8F76-4D2A-4742-A30D-DC9AC0D7EE6A}" type="slidenum">
              <a:rPr lang="en-US" smtClean="0"/>
              <a:t>‹#›</a:t>
            </a:fld>
            <a:endParaRPr lang="en-US"/>
          </a:p>
        </p:txBody>
      </p:sp>
    </p:spTree>
    <p:extLst>
      <p:ext uri="{BB962C8B-B14F-4D97-AF65-F5344CB8AC3E}">
        <p14:creationId xmlns:p14="http://schemas.microsoft.com/office/powerpoint/2010/main" val="3262305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270793B-8240-8352-25E1-A4F1703B7D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A6B9E300-F35A-57D6-4593-01866BDAD2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76C40C14-64C5-00B4-9B15-58FD7F38FB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607D44-1863-4D51-B2BA-7E69F30494AD}" type="datetime1">
              <a:rPr lang="en-US" smtClean="0"/>
              <a:t>3/6/2026</a:t>
            </a:fld>
            <a:endParaRPr lang="en-US"/>
          </a:p>
        </p:txBody>
      </p:sp>
      <p:sp>
        <p:nvSpPr>
          <p:cNvPr id="5" name="Footer Placeholder 4">
            <a:extLst>
              <a:ext uri="{FF2B5EF4-FFF2-40B4-BE49-F238E27FC236}">
                <a16:creationId xmlns:a16="http://schemas.microsoft.com/office/drawing/2014/main" xmlns="" id="{ACA61F3B-552B-9322-607B-019BD4500F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021F429B-38D1-D4F6-1F54-3E16F5B76D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8E8F76-4D2A-4742-A30D-DC9AC0D7EE6A}" type="slidenum">
              <a:rPr lang="en-US" smtClean="0"/>
              <a:t>‹#›</a:t>
            </a:fld>
            <a:endParaRPr lang="en-US"/>
          </a:p>
        </p:txBody>
      </p:sp>
    </p:spTree>
    <p:extLst>
      <p:ext uri="{BB962C8B-B14F-4D97-AF65-F5344CB8AC3E}">
        <p14:creationId xmlns:p14="http://schemas.microsoft.com/office/powerpoint/2010/main" val="3424249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2B9EA3ED-37C3-B6F0-0875-D0BC04BFD5D5}"/>
              </a:ext>
            </a:extLst>
          </p:cNvPr>
          <p:cNvPicPr>
            <a:picLocks noChangeAspect="1"/>
          </p:cNvPicPr>
          <p:nvPr/>
        </p:nvPicPr>
        <p:blipFill rotWithShape="1">
          <a:blip r:embed="rId2">
            <a:duotone>
              <a:prstClr val="black"/>
              <a:schemeClr val="accent4">
                <a:tint val="45000"/>
                <a:satMod val="400000"/>
              </a:schemeClr>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9525" y="0"/>
            <a:ext cx="12192000" cy="6858000"/>
          </a:xfrm>
          <a:prstGeom prst="rect">
            <a:avLst/>
          </a:prstGeom>
        </p:spPr>
      </p:pic>
      <p:sp>
        <p:nvSpPr>
          <p:cNvPr id="13" name="Rectangle 12">
            <a:extLst>
              <a:ext uri="{FF2B5EF4-FFF2-40B4-BE49-F238E27FC236}">
                <a16:creationId xmlns:a16="http://schemas.microsoft.com/office/drawing/2014/main" xmlns="" id="{07B64FEE-D695-967B-E911-237F4D690ABB}"/>
              </a:ext>
            </a:extLst>
          </p:cNvPr>
          <p:cNvSpPr/>
          <p:nvPr/>
        </p:nvSpPr>
        <p:spPr>
          <a:xfrm>
            <a:off x="19050" y="2781299"/>
            <a:ext cx="12163425" cy="1514475"/>
          </a:xfrm>
          <a:prstGeom prst="rect">
            <a:avLst/>
          </a:prstGeom>
          <a:solidFill>
            <a:schemeClr val="bg1"/>
          </a:solidFill>
          <a:ln>
            <a:solidFill>
              <a:srgbClr val="FFFF00"/>
            </a:solidFill>
          </a:ln>
          <a:effectLst>
            <a:outerShdw blurRad="107950" dist="12700" dir="5400000" algn="ctr">
              <a:srgbClr val="000000"/>
            </a:outerShdw>
            <a:reflection blurRad="6350" stA="50000" endA="300" endPos="90000" dir="5400000" sy="-100000" algn="bl" rotWithShape="0"/>
          </a:effectLst>
          <a:scene3d>
            <a:camera prst="orthographicFront">
              <a:rot lat="0" lon="0" rev="0"/>
            </a:camera>
            <a:lightRig rig="soft" dir="t">
              <a:rot lat="0" lon="0" rev="0"/>
            </a:lightRig>
          </a:scene3d>
          <a:sp3d contourW="44450" prstMaterial="matte">
            <a:bevelT w="63500" h="63500" prst="relaxedInset"/>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569059E8-7EAB-D2CE-3FA2-872CCC7A6131}"/>
              </a:ext>
            </a:extLst>
          </p:cNvPr>
          <p:cNvSpPr>
            <a:spLocks noGrp="1"/>
          </p:cNvSpPr>
          <p:nvPr>
            <p:ph type="ctrTitle"/>
          </p:nvPr>
        </p:nvSpPr>
        <p:spPr>
          <a:xfrm>
            <a:off x="609600" y="1590675"/>
            <a:ext cx="10344150" cy="2781300"/>
          </a:xfrm>
        </p:spPr>
        <p:txBody>
          <a:bodyPr>
            <a:noAutofit/>
          </a:bodyPr>
          <a:lstStyle/>
          <a:p>
            <a:r>
              <a:rPr lang="en-US" sz="5400" b="1" dirty="0">
                <a:solidFill>
                  <a:schemeClr val="tx2">
                    <a:lumMod val="75000"/>
                  </a:schemeClr>
                </a:solidFill>
                <a:latin typeface="Aptos Display" panose="020B0004020202020204" pitchFamily="34" charset="0"/>
              </a:rPr>
              <a:t>The Mughal Empire: The Reign of the First Six Emperors</a:t>
            </a:r>
          </a:p>
        </p:txBody>
      </p:sp>
      <p:sp>
        <p:nvSpPr>
          <p:cNvPr id="16" name="Slide Number Placeholder 15">
            <a:extLst>
              <a:ext uri="{FF2B5EF4-FFF2-40B4-BE49-F238E27FC236}">
                <a16:creationId xmlns:a16="http://schemas.microsoft.com/office/drawing/2014/main" xmlns="" id="{81290A6C-5C5D-CD86-E5CE-2BCF2BF51A14}"/>
              </a:ext>
            </a:extLst>
          </p:cNvPr>
          <p:cNvSpPr>
            <a:spLocks noGrp="1"/>
          </p:cNvSpPr>
          <p:nvPr>
            <p:ph type="sldNum" sz="quarter" idx="12"/>
          </p:nvPr>
        </p:nvSpPr>
        <p:spPr/>
        <p:txBody>
          <a:bodyPr/>
          <a:lstStyle/>
          <a:p>
            <a:fld id="{C98E8F76-4D2A-4742-A30D-DC9AC0D7EE6A}" type="slidenum">
              <a:rPr lang="en-US" smtClean="0">
                <a:solidFill>
                  <a:schemeClr val="bg1"/>
                </a:solidFill>
              </a:rPr>
              <a:t>1</a:t>
            </a:fld>
            <a:endParaRPr lang="en-US" dirty="0">
              <a:solidFill>
                <a:schemeClr val="bg1"/>
              </a:solidFill>
            </a:endParaRPr>
          </a:p>
        </p:txBody>
      </p:sp>
    </p:spTree>
    <p:extLst>
      <p:ext uri="{BB962C8B-B14F-4D97-AF65-F5344CB8AC3E}">
        <p14:creationId xmlns:p14="http://schemas.microsoft.com/office/powerpoint/2010/main" val="1836643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CC6F8A-870C-A223-7D7F-C72B9F6A60EF}"/>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A5A5A5">
                    <a:lumMod val="50000"/>
                  </a:srgbClr>
                </a:solidFill>
                <a:effectLst/>
                <a:uLnTx/>
                <a:uFillTx/>
                <a:latin typeface="Aptos Display" panose="020B0004020202020204" pitchFamily="34" charset="0"/>
                <a:ea typeface="+mj-ea"/>
                <a:cs typeface="+mj-cs"/>
              </a:rPr>
              <a:t>Table of  Contents</a:t>
            </a:r>
            <a:endParaRPr lang="en-US" b="1" dirty="0">
              <a:solidFill>
                <a:schemeClr val="accent2">
                  <a:lumMod val="50000"/>
                </a:schemeClr>
              </a:solidFill>
              <a:latin typeface="Aptos Display" panose="020B0004020202020204" pitchFamily="34" charset="0"/>
            </a:endParaRPr>
          </a:p>
        </p:txBody>
      </p:sp>
      <p:sp>
        <p:nvSpPr>
          <p:cNvPr id="3" name="Content Placeholder 2">
            <a:extLst>
              <a:ext uri="{FF2B5EF4-FFF2-40B4-BE49-F238E27FC236}">
                <a16:creationId xmlns:a16="http://schemas.microsoft.com/office/drawing/2014/main" xmlns="" id="{05E4DD6F-DD07-E853-DC30-C2FC421ED541}"/>
              </a:ext>
            </a:extLst>
          </p:cNvPr>
          <p:cNvSpPr>
            <a:spLocks noGrp="1"/>
          </p:cNvSpPr>
          <p:nvPr>
            <p:ph idx="1"/>
          </p:nvPr>
        </p:nvSpPr>
        <p:spPr>
          <a:xfrm>
            <a:off x="838200" y="1358899"/>
            <a:ext cx="10515600" cy="5362575"/>
          </a:xfrm>
        </p:spPr>
        <p:txBody>
          <a:bodyPr>
            <a:normAutofit/>
          </a:bodyPr>
          <a:lstStyle/>
          <a:p>
            <a:pPr algn="l">
              <a:buFont typeface="+mj-lt"/>
              <a:buAutoNum type="arabicPeriod"/>
            </a:pPr>
            <a:r>
              <a:rPr lang="en-US" sz="1400" b="1" i="0" dirty="0">
                <a:solidFill>
                  <a:srgbClr val="374151"/>
                </a:solidFill>
                <a:effectLst/>
                <a:latin typeface="Söhne"/>
              </a:rPr>
              <a:t>Introduction</a:t>
            </a:r>
          </a:p>
          <a:p>
            <a:pPr lvl="1"/>
            <a:r>
              <a:rPr lang="en-US" sz="1200" b="0" i="0" dirty="0">
                <a:solidFill>
                  <a:srgbClr val="374151"/>
                </a:solidFill>
                <a:effectLst/>
                <a:latin typeface="Söhne"/>
              </a:rPr>
              <a:t>Overview of the Mughal Empire</a:t>
            </a:r>
          </a:p>
          <a:p>
            <a:pPr lvl="1"/>
            <a:r>
              <a:rPr lang="en-US" sz="1200" b="0" i="0" dirty="0">
                <a:solidFill>
                  <a:srgbClr val="374151"/>
                </a:solidFill>
                <a:effectLst/>
                <a:latin typeface="Söhne"/>
              </a:rPr>
              <a:t>Significance of the First Six Emperors</a:t>
            </a:r>
          </a:p>
          <a:p>
            <a:pPr algn="l">
              <a:buFont typeface="+mj-lt"/>
              <a:buAutoNum type="arabicPeriod"/>
            </a:pPr>
            <a:r>
              <a:rPr lang="en-US" sz="1400" b="1" i="0" dirty="0">
                <a:solidFill>
                  <a:srgbClr val="374151"/>
                </a:solidFill>
                <a:effectLst/>
                <a:latin typeface="Söhne"/>
              </a:rPr>
              <a:t>Babur (1526-1530)</a:t>
            </a:r>
          </a:p>
          <a:p>
            <a:pPr lvl="1"/>
            <a:r>
              <a:rPr lang="en-US" sz="1200" b="0" i="0" dirty="0">
                <a:solidFill>
                  <a:srgbClr val="374151"/>
                </a:solidFill>
                <a:effectLst/>
                <a:latin typeface="Söhne"/>
              </a:rPr>
              <a:t>Background and Lineage</a:t>
            </a:r>
          </a:p>
          <a:p>
            <a:pPr lvl="1"/>
            <a:r>
              <a:rPr lang="en-US" sz="1200" b="0" i="0" dirty="0">
                <a:solidFill>
                  <a:srgbClr val="374151"/>
                </a:solidFill>
                <a:effectLst/>
                <a:latin typeface="Söhne"/>
              </a:rPr>
              <a:t>Conquest of India</a:t>
            </a:r>
          </a:p>
          <a:p>
            <a:pPr lvl="1"/>
            <a:r>
              <a:rPr lang="en-US" sz="1200" b="0" i="0" dirty="0">
                <a:solidFill>
                  <a:srgbClr val="374151"/>
                </a:solidFill>
                <a:effectLst/>
                <a:latin typeface="Söhne"/>
              </a:rPr>
              <a:t>Achievements and Legacy</a:t>
            </a:r>
          </a:p>
          <a:p>
            <a:pPr algn="l">
              <a:buFont typeface="+mj-lt"/>
              <a:buAutoNum type="arabicPeriod"/>
            </a:pPr>
            <a:r>
              <a:rPr lang="en-US" sz="1400" b="1" i="0" dirty="0">
                <a:solidFill>
                  <a:srgbClr val="374151"/>
                </a:solidFill>
                <a:effectLst/>
                <a:latin typeface="Söhne"/>
              </a:rPr>
              <a:t>Humayun (1530-1556)</a:t>
            </a:r>
          </a:p>
          <a:p>
            <a:pPr lvl="1"/>
            <a:r>
              <a:rPr lang="en-US" sz="1200" b="0" i="0" dirty="0">
                <a:solidFill>
                  <a:srgbClr val="374151"/>
                </a:solidFill>
                <a:effectLst/>
                <a:latin typeface="Söhne"/>
              </a:rPr>
              <a:t>Challenges Faced</a:t>
            </a:r>
          </a:p>
          <a:p>
            <a:pPr lvl="1"/>
            <a:r>
              <a:rPr lang="en-US" sz="1200" b="0" i="0" dirty="0">
                <a:solidFill>
                  <a:srgbClr val="374151"/>
                </a:solidFill>
                <a:effectLst/>
                <a:latin typeface="Söhne"/>
              </a:rPr>
              <a:t>Exile and Return</a:t>
            </a:r>
          </a:p>
          <a:p>
            <a:pPr lvl="1"/>
            <a:r>
              <a:rPr lang="en-US" sz="1200" b="0" i="0" dirty="0">
                <a:solidFill>
                  <a:srgbClr val="374151"/>
                </a:solidFill>
                <a:effectLst/>
                <a:latin typeface="Söhne"/>
              </a:rPr>
              <a:t>Cultural Contributions and Legacy</a:t>
            </a:r>
          </a:p>
          <a:p>
            <a:pPr algn="l">
              <a:buFont typeface="+mj-lt"/>
              <a:buAutoNum type="arabicPeriod"/>
            </a:pPr>
            <a:r>
              <a:rPr lang="en-US" sz="1400" b="1" i="0" dirty="0">
                <a:solidFill>
                  <a:srgbClr val="374151"/>
                </a:solidFill>
                <a:effectLst/>
                <a:latin typeface="Söhne"/>
              </a:rPr>
              <a:t>Akbar the Great (1556-1605)</a:t>
            </a:r>
          </a:p>
          <a:p>
            <a:pPr lvl="1"/>
            <a:r>
              <a:rPr lang="en-US" sz="1200" b="0" i="0" dirty="0">
                <a:solidFill>
                  <a:srgbClr val="374151"/>
                </a:solidFill>
                <a:effectLst/>
                <a:latin typeface="Söhne"/>
              </a:rPr>
              <a:t>Early Life and Ascension</a:t>
            </a:r>
          </a:p>
          <a:p>
            <a:pPr lvl="1"/>
            <a:r>
              <a:rPr lang="en-US" sz="1200" b="0" i="0" dirty="0">
                <a:solidFill>
                  <a:srgbClr val="374151"/>
                </a:solidFill>
                <a:effectLst/>
                <a:latin typeface="Söhne"/>
              </a:rPr>
              <a:t>Policies of Religious Tolerance</a:t>
            </a:r>
          </a:p>
          <a:p>
            <a:pPr lvl="1"/>
            <a:r>
              <a:rPr lang="en-US" sz="1200" b="0" i="0" dirty="0">
                <a:solidFill>
                  <a:srgbClr val="374151"/>
                </a:solidFill>
                <a:effectLst/>
                <a:latin typeface="Söhne"/>
              </a:rPr>
              <a:t>Administrative Reforms</a:t>
            </a:r>
          </a:p>
          <a:p>
            <a:pPr lvl="1"/>
            <a:r>
              <a:rPr lang="en-US" sz="1200" b="0" i="0" dirty="0">
                <a:solidFill>
                  <a:srgbClr val="374151"/>
                </a:solidFill>
                <a:effectLst/>
                <a:latin typeface="Söhne"/>
              </a:rPr>
              <a:t>Cultural Influence and Legacy</a:t>
            </a:r>
          </a:p>
          <a:p>
            <a:pPr marL="514350" indent="-514350" algn="l">
              <a:buFont typeface="+mj-lt"/>
              <a:buAutoNum type="arabicPeriod" startAt="5"/>
            </a:pPr>
            <a:r>
              <a:rPr lang="en-US" sz="1600" b="1" i="0" dirty="0">
                <a:solidFill>
                  <a:srgbClr val="374151"/>
                </a:solidFill>
                <a:effectLst/>
                <a:latin typeface="Söhne"/>
              </a:rPr>
              <a:t>Jahangir (1605-1627)</a:t>
            </a:r>
          </a:p>
          <a:p>
            <a:pPr lvl="1"/>
            <a:r>
              <a:rPr lang="en-US" sz="1400" b="0" i="0" dirty="0">
                <a:solidFill>
                  <a:srgbClr val="374151"/>
                </a:solidFill>
                <a:effectLst/>
                <a:latin typeface="Söhne"/>
              </a:rPr>
              <a:t>Personality and Interests</a:t>
            </a:r>
          </a:p>
          <a:p>
            <a:pPr lvl="1"/>
            <a:r>
              <a:rPr lang="en-US" sz="1400" b="0" i="0" dirty="0">
                <a:solidFill>
                  <a:srgbClr val="374151"/>
                </a:solidFill>
                <a:effectLst/>
                <a:latin typeface="Söhne"/>
              </a:rPr>
              <a:t>Relationship with the British</a:t>
            </a:r>
          </a:p>
          <a:p>
            <a:pPr lvl="1"/>
            <a:r>
              <a:rPr lang="en-US" sz="1400" b="0" i="0" dirty="0">
                <a:solidFill>
                  <a:srgbClr val="374151"/>
                </a:solidFill>
                <a:effectLst/>
                <a:latin typeface="Söhne"/>
              </a:rPr>
              <a:t>Art and Culture During His Reign</a:t>
            </a:r>
          </a:p>
          <a:p>
            <a:pPr lvl="1"/>
            <a:r>
              <a:rPr lang="en-US" sz="1400" b="0" i="0" dirty="0">
                <a:solidFill>
                  <a:srgbClr val="374151"/>
                </a:solidFill>
                <a:effectLst/>
                <a:latin typeface="Söhne"/>
              </a:rPr>
              <a:t>Legacy</a:t>
            </a:r>
          </a:p>
          <a:p>
            <a:pPr marL="457200" lvl="1" indent="0">
              <a:buNone/>
            </a:pPr>
            <a:endParaRPr lang="en-US" sz="1200" b="0" i="0" dirty="0">
              <a:solidFill>
                <a:srgbClr val="374151"/>
              </a:solidFill>
              <a:effectLst/>
              <a:latin typeface="Söhne"/>
            </a:endParaRPr>
          </a:p>
          <a:p>
            <a:pPr marL="457200" lvl="1" indent="0">
              <a:buNone/>
            </a:pPr>
            <a:endParaRPr lang="en-US" sz="800" b="0" i="0" dirty="0">
              <a:solidFill>
                <a:srgbClr val="374151"/>
              </a:solidFill>
              <a:effectLst/>
              <a:latin typeface="Söhne"/>
            </a:endParaRPr>
          </a:p>
        </p:txBody>
      </p:sp>
      <p:sp>
        <p:nvSpPr>
          <p:cNvPr id="4" name="Slide Number Placeholder 3">
            <a:extLst>
              <a:ext uri="{FF2B5EF4-FFF2-40B4-BE49-F238E27FC236}">
                <a16:creationId xmlns:a16="http://schemas.microsoft.com/office/drawing/2014/main" xmlns="" id="{057478DC-3664-299B-B11F-008466C2901B}"/>
              </a:ext>
            </a:extLst>
          </p:cNvPr>
          <p:cNvSpPr>
            <a:spLocks noGrp="1"/>
          </p:cNvSpPr>
          <p:nvPr>
            <p:ph type="sldNum" sz="quarter" idx="12"/>
          </p:nvPr>
        </p:nvSpPr>
        <p:spPr/>
        <p:txBody>
          <a:bodyPr/>
          <a:lstStyle/>
          <a:p>
            <a:fld id="{C98E8F76-4D2A-4742-A30D-DC9AC0D7EE6A}" type="slidenum">
              <a:rPr lang="en-US" smtClean="0"/>
              <a:t>2</a:t>
            </a:fld>
            <a:endParaRPr lang="en-US"/>
          </a:p>
        </p:txBody>
      </p:sp>
    </p:spTree>
    <p:extLst>
      <p:ext uri="{BB962C8B-B14F-4D97-AF65-F5344CB8AC3E}">
        <p14:creationId xmlns:p14="http://schemas.microsoft.com/office/powerpoint/2010/main" val="42689842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CC6F8A-870C-A223-7D7F-C72B9F6A60EF}"/>
              </a:ext>
            </a:extLst>
          </p:cNvPr>
          <p:cNvSpPr>
            <a:spLocks noGrp="1"/>
          </p:cNvSpPr>
          <p:nvPr>
            <p:ph type="title"/>
          </p:nvPr>
        </p:nvSpPr>
        <p:spPr/>
        <p:txBody>
          <a:bodyPr/>
          <a:lstStyle/>
          <a:p>
            <a:r>
              <a:rPr kumimoji="0" lang="en-US" sz="4400" b="1" i="0" u="none" strike="noStrike" kern="1200" cap="none" spc="0" normalizeH="0" baseline="0" noProof="0" dirty="0">
                <a:ln>
                  <a:noFill/>
                </a:ln>
                <a:solidFill>
                  <a:srgbClr val="A5A5A5">
                    <a:lumMod val="50000"/>
                  </a:srgbClr>
                </a:solidFill>
                <a:effectLst/>
                <a:uLnTx/>
                <a:uFillTx/>
                <a:latin typeface="Aptos Display" panose="020B0004020202020204" pitchFamily="34" charset="0"/>
                <a:ea typeface="+mj-ea"/>
                <a:cs typeface="+mj-cs"/>
              </a:rPr>
              <a:t>Table of  Contents</a:t>
            </a:r>
            <a:endParaRPr lang="en-US" b="1" dirty="0">
              <a:solidFill>
                <a:schemeClr val="accent2">
                  <a:lumMod val="50000"/>
                </a:schemeClr>
              </a:solidFill>
              <a:latin typeface="Aptos Display" panose="020B0004020202020204" pitchFamily="34" charset="0"/>
            </a:endParaRPr>
          </a:p>
        </p:txBody>
      </p:sp>
      <p:sp>
        <p:nvSpPr>
          <p:cNvPr id="3" name="Content Placeholder 2">
            <a:extLst>
              <a:ext uri="{FF2B5EF4-FFF2-40B4-BE49-F238E27FC236}">
                <a16:creationId xmlns:a16="http://schemas.microsoft.com/office/drawing/2014/main" xmlns="" id="{05E4DD6F-DD07-E853-DC30-C2FC421ED541}"/>
              </a:ext>
            </a:extLst>
          </p:cNvPr>
          <p:cNvSpPr>
            <a:spLocks noGrp="1"/>
          </p:cNvSpPr>
          <p:nvPr>
            <p:ph idx="1"/>
          </p:nvPr>
        </p:nvSpPr>
        <p:spPr>
          <a:xfrm>
            <a:off x="838200" y="1460499"/>
            <a:ext cx="10515600" cy="5260975"/>
          </a:xfrm>
        </p:spPr>
        <p:txBody>
          <a:bodyPr>
            <a:normAutofit/>
          </a:bodyPr>
          <a:lstStyle/>
          <a:p>
            <a:pPr marL="342900" indent="-342900" algn="l">
              <a:buFont typeface="+mj-lt"/>
              <a:buAutoNum type="arabicPeriod" startAt="6"/>
            </a:pPr>
            <a:r>
              <a:rPr lang="en-US" sz="1400" b="1" i="0" dirty="0">
                <a:solidFill>
                  <a:srgbClr val="374151"/>
                </a:solidFill>
                <a:effectLst/>
                <a:latin typeface="Söhne"/>
              </a:rPr>
              <a:t>Shah Jahan (1628-1658)</a:t>
            </a:r>
          </a:p>
          <a:p>
            <a:pPr lvl="1"/>
            <a:r>
              <a:rPr lang="en-US" sz="1200" b="0" i="0" dirty="0">
                <a:solidFill>
                  <a:srgbClr val="374151"/>
                </a:solidFill>
                <a:effectLst/>
                <a:latin typeface="Söhne"/>
              </a:rPr>
              <a:t>Architectural Marvels</a:t>
            </a:r>
          </a:p>
          <a:p>
            <a:pPr lvl="1"/>
            <a:r>
              <a:rPr lang="en-US" sz="1200" b="0" i="0" dirty="0">
                <a:solidFill>
                  <a:srgbClr val="374151"/>
                </a:solidFill>
                <a:effectLst/>
                <a:latin typeface="Söhne"/>
              </a:rPr>
              <a:t>Contributions to Mughal Art and Culture</a:t>
            </a:r>
          </a:p>
          <a:p>
            <a:pPr lvl="1"/>
            <a:r>
              <a:rPr lang="en-US" sz="1200" b="0" i="0" dirty="0">
                <a:solidFill>
                  <a:srgbClr val="374151"/>
                </a:solidFill>
                <a:effectLst/>
                <a:latin typeface="Söhne"/>
              </a:rPr>
              <a:t>Influence on the Empire</a:t>
            </a:r>
          </a:p>
          <a:p>
            <a:pPr marL="342900" indent="-342900" algn="l">
              <a:buFont typeface="+mj-lt"/>
              <a:buAutoNum type="arabicPeriod" startAt="6"/>
            </a:pPr>
            <a:r>
              <a:rPr lang="en-US" sz="1400" b="1" i="0" dirty="0">
                <a:solidFill>
                  <a:srgbClr val="374151"/>
                </a:solidFill>
                <a:effectLst/>
                <a:latin typeface="Söhne"/>
              </a:rPr>
              <a:t>Aurangzeb (1658-1707)</a:t>
            </a:r>
          </a:p>
          <a:p>
            <a:pPr lvl="1"/>
            <a:r>
              <a:rPr lang="en-US" sz="1200" b="0" i="0" dirty="0">
                <a:solidFill>
                  <a:srgbClr val="374151"/>
                </a:solidFill>
                <a:effectLst/>
                <a:latin typeface="Söhne"/>
              </a:rPr>
              <a:t>Territorial Expansion</a:t>
            </a:r>
          </a:p>
          <a:p>
            <a:pPr lvl="1"/>
            <a:r>
              <a:rPr lang="en-US" sz="1200" b="0" i="0" dirty="0">
                <a:solidFill>
                  <a:srgbClr val="374151"/>
                </a:solidFill>
                <a:effectLst/>
                <a:latin typeface="Söhne"/>
              </a:rPr>
              <a:t>Religious Policies</a:t>
            </a:r>
          </a:p>
          <a:p>
            <a:pPr lvl="1"/>
            <a:r>
              <a:rPr lang="en-US" sz="1200" b="0" i="0" dirty="0">
                <a:solidFill>
                  <a:srgbClr val="374151"/>
                </a:solidFill>
                <a:effectLst/>
                <a:latin typeface="Söhne"/>
              </a:rPr>
              <a:t>Impact on the Empire</a:t>
            </a:r>
          </a:p>
          <a:p>
            <a:pPr marL="342900" indent="-342900" algn="l">
              <a:buFont typeface="+mj-lt"/>
              <a:buAutoNum type="arabicPeriod" startAt="6"/>
            </a:pPr>
            <a:r>
              <a:rPr lang="en-US" sz="1400" b="1" i="0" dirty="0">
                <a:solidFill>
                  <a:srgbClr val="374151"/>
                </a:solidFill>
                <a:effectLst/>
                <a:latin typeface="Söhne"/>
              </a:rPr>
              <a:t>Impact of the First Six Emperors</a:t>
            </a:r>
          </a:p>
          <a:p>
            <a:pPr lvl="1"/>
            <a:r>
              <a:rPr lang="en-US" sz="1200" b="0" i="0" dirty="0">
                <a:solidFill>
                  <a:srgbClr val="374151"/>
                </a:solidFill>
                <a:effectLst/>
                <a:latin typeface="Söhne"/>
              </a:rPr>
              <a:t>Shaping of the Mughal Empire</a:t>
            </a:r>
          </a:p>
          <a:p>
            <a:pPr lvl="1"/>
            <a:r>
              <a:rPr lang="en-US" sz="1200" b="0" i="0" dirty="0">
                <a:solidFill>
                  <a:srgbClr val="374151"/>
                </a:solidFill>
                <a:effectLst/>
                <a:latin typeface="Söhne"/>
              </a:rPr>
              <a:t>Contributions to Art, Culture, and Governance</a:t>
            </a:r>
          </a:p>
          <a:p>
            <a:pPr marL="342900" indent="-342900" algn="l">
              <a:buFont typeface="+mj-lt"/>
              <a:buAutoNum type="arabicPeriod" startAt="6"/>
            </a:pPr>
            <a:r>
              <a:rPr lang="en-US" sz="1400" b="1" i="0" dirty="0">
                <a:solidFill>
                  <a:srgbClr val="374151"/>
                </a:solidFill>
                <a:effectLst/>
                <a:latin typeface="Söhne"/>
              </a:rPr>
              <a:t>Decline of Mughal Empire</a:t>
            </a:r>
          </a:p>
          <a:p>
            <a:pPr lvl="1"/>
            <a:r>
              <a:rPr lang="en-US" sz="1200" b="0" i="0" dirty="0">
                <a:solidFill>
                  <a:srgbClr val="374151"/>
                </a:solidFill>
                <a:effectLst/>
                <a:latin typeface="Söhne"/>
              </a:rPr>
              <a:t>Factors Contributing to Decline</a:t>
            </a:r>
          </a:p>
          <a:p>
            <a:pPr lvl="1"/>
            <a:r>
              <a:rPr lang="en-US" sz="1200" b="0" i="0" dirty="0">
                <a:solidFill>
                  <a:srgbClr val="374151"/>
                </a:solidFill>
                <a:effectLst/>
                <a:latin typeface="Söhne"/>
              </a:rPr>
              <a:t>Challenges Faced by Later Emperors</a:t>
            </a:r>
          </a:p>
          <a:p>
            <a:pPr lvl="1"/>
            <a:r>
              <a:rPr lang="en-US" sz="1200" b="0" i="0" dirty="0">
                <a:solidFill>
                  <a:srgbClr val="374151"/>
                </a:solidFill>
                <a:effectLst/>
                <a:latin typeface="Söhne"/>
              </a:rPr>
              <a:t>Ultimate Fate</a:t>
            </a:r>
          </a:p>
          <a:p>
            <a:pPr marL="342900" indent="-342900" algn="l">
              <a:buFont typeface="+mj-lt"/>
              <a:buAutoNum type="arabicPeriod" startAt="6"/>
            </a:pPr>
            <a:r>
              <a:rPr lang="en-US" sz="1400" b="1" i="0" dirty="0">
                <a:solidFill>
                  <a:srgbClr val="374151"/>
                </a:solidFill>
                <a:effectLst/>
                <a:latin typeface="Söhne"/>
              </a:rPr>
              <a:t>Conclusion</a:t>
            </a:r>
          </a:p>
          <a:p>
            <a:pPr lvl="1"/>
            <a:r>
              <a:rPr lang="en-US" sz="1200" b="0" i="0" dirty="0">
                <a:solidFill>
                  <a:srgbClr val="374151"/>
                </a:solidFill>
                <a:effectLst/>
                <a:latin typeface="Söhne"/>
              </a:rPr>
              <a:t>Summary of Key Points</a:t>
            </a:r>
          </a:p>
          <a:p>
            <a:pPr lvl="1"/>
            <a:r>
              <a:rPr lang="en-US" sz="1200" b="0" i="0" dirty="0">
                <a:solidFill>
                  <a:srgbClr val="374151"/>
                </a:solidFill>
                <a:effectLst/>
                <a:latin typeface="Söhne"/>
              </a:rPr>
              <a:t>Significance of the First Six Emperors</a:t>
            </a:r>
          </a:p>
          <a:p>
            <a:pPr lvl="1"/>
            <a:r>
              <a:rPr lang="en-US" sz="1200" b="0" i="0" dirty="0">
                <a:solidFill>
                  <a:srgbClr val="374151"/>
                </a:solidFill>
                <a:effectLst/>
                <a:latin typeface="Söhne"/>
              </a:rPr>
              <a:t>Thank You</a:t>
            </a:r>
          </a:p>
          <a:p>
            <a:pPr lvl="1">
              <a:buFont typeface="+mj-lt"/>
              <a:buAutoNum type="arabicPeriod" startAt="5"/>
            </a:pPr>
            <a:endParaRPr lang="en-US" sz="200" b="0" i="0" dirty="0">
              <a:solidFill>
                <a:srgbClr val="374151"/>
              </a:solidFill>
              <a:effectLst/>
              <a:latin typeface="Söhne"/>
            </a:endParaRPr>
          </a:p>
        </p:txBody>
      </p:sp>
      <p:sp>
        <p:nvSpPr>
          <p:cNvPr id="4" name="Slide Number Placeholder 3">
            <a:extLst>
              <a:ext uri="{FF2B5EF4-FFF2-40B4-BE49-F238E27FC236}">
                <a16:creationId xmlns:a16="http://schemas.microsoft.com/office/drawing/2014/main" xmlns="" id="{057478DC-3664-299B-B11F-008466C2901B}"/>
              </a:ext>
            </a:extLst>
          </p:cNvPr>
          <p:cNvSpPr>
            <a:spLocks noGrp="1"/>
          </p:cNvSpPr>
          <p:nvPr>
            <p:ph type="sldNum" sz="quarter" idx="12"/>
          </p:nvPr>
        </p:nvSpPr>
        <p:spPr/>
        <p:txBody>
          <a:bodyPr/>
          <a:lstStyle/>
          <a:p>
            <a:fld id="{C98E8F76-4D2A-4742-A30D-DC9AC0D7EE6A}" type="slidenum">
              <a:rPr lang="en-US" smtClean="0"/>
              <a:t>3</a:t>
            </a:fld>
            <a:endParaRPr lang="en-US"/>
          </a:p>
        </p:txBody>
      </p:sp>
    </p:spTree>
    <p:extLst>
      <p:ext uri="{BB962C8B-B14F-4D97-AF65-F5344CB8AC3E}">
        <p14:creationId xmlns:p14="http://schemas.microsoft.com/office/powerpoint/2010/main" val="24104973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AC7645-164A-F2EE-7750-47EE7817D7F3}"/>
              </a:ext>
            </a:extLst>
          </p:cNvPr>
          <p:cNvSpPr>
            <a:spLocks noGrp="1"/>
          </p:cNvSpPr>
          <p:nvPr>
            <p:ph type="title"/>
          </p:nvPr>
        </p:nvSpPr>
        <p:spPr>
          <a:xfrm>
            <a:off x="838200" y="317500"/>
            <a:ext cx="10515600" cy="1325563"/>
          </a:xfrm>
        </p:spPr>
        <p:txBody>
          <a:bodyPr/>
          <a:lstStyle/>
          <a:p>
            <a:r>
              <a:rPr lang="en-US" b="1" dirty="0">
                <a:solidFill>
                  <a:schemeClr val="accent3">
                    <a:lumMod val="50000"/>
                  </a:schemeClr>
                </a:solidFill>
                <a:latin typeface="Aptos Display" panose="020B0004020202020204" pitchFamily="34" charset="0"/>
              </a:rPr>
              <a:t>Introduction to Mughal Empire</a:t>
            </a:r>
            <a:endParaRPr lang="en-US" dirty="0"/>
          </a:p>
        </p:txBody>
      </p:sp>
      <p:sp>
        <p:nvSpPr>
          <p:cNvPr id="3" name="Content Placeholder 2">
            <a:extLst>
              <a:ext uri="{FF2B5EF4-FFF2-40B4-BE49-F238E27FC236}">
                <a16:creationId xmlns:a16="http://schemas.microsoft.com/office/drawing/2014/main" xmlns="" id="{BABB5BF6-C1D3-B66D-BA3E-0872347AC153}"/>
              </a:ext>
            </a:extLst>
          </p:cNvPr>
          <p:cNvSpPr>
            <a:spLocks noGrp="1"/>
          </p:cNvSpPr>
          <p:nvPr>
            <p:ph idx="1"/>
          </p:nvPr>
        </p:nvSpPr>
        <p:spPr>
          <a:xfrm>
            <a:off x="704850" y="1590676"/>
            <a:ext cx="10515600" cy="5267324"/>
          </a:xfrm>
        </p:spPr>
        <p:txBody>
          <a:bodyPr>
            <a:normAutofit lnSpcReduction="10000"/>
          </a:bodyPr>
          <a:lstStyle/>
          <a:p>
            <a:r>
              <a:rPr lang="en-US" sz="3200" dirty="0"/>
              <a:t>The Mughal Empire was a powerful and influential dynasty that ruled over the Indian subcontinent for several centuries. </a:t>
            </a:r>
          </a:p>
          <a:p>
            <a:r>
              <a:rPr lang="en-US" sz="3200" dirty="0"/>
              <a:t>It left an indelible mark on the history, culture, and heritage of the region. </a:t>
            </a:r>
          </a:p>
          <a:p>
            <a:r>
              <a:rPr lang="en-US" sz="3200" dirty="0"/>
              <a:t>Its rise marked a unique fusion of Persian, Indian, and Central Asian cultures, resulting in an empire known for its architectural wonders, artistic achievements, and religious tolerance. </a:t>
            </a:r>
          </a:p>
          <a:p>
            <a:r>
              <a:rPr lang="en-US" sz="3200" dirty="0"/>
              <a:t>At its zenith, the Mughal Empire was a testament to human creativity and ambition, producing iconic landmarks like the Taj Mahal and intricate Mughal miniature paintings.</a:t>
            </a:r>
          </a:p>
        </p:txBody>
      </p:sp>
      <p:sp>
        <p:nvSpPr>
          <p:cNvPr id="6" name="Slide Number Placeholder 5">
            <a:extLst>
              <a:ext uri="{FF2B5EF4-FFF2-40B4-BE49-F238E27FC236}">
                <a16:creationId xmlns:a16="http://schemas.microsoft.com/office/drawing/2014/main" xmlns="" id="{769D4440-2D42-F3F4-4263-0A4E889E921C}"/>
              </a:ext>
            </a:extLst>
          </p:cNvPr>
          <p:cNvSpPr>
            <a:spLocks noGrp="1"/>
          </p:cNvSpPr>
          <p:nvPr>
            <p:ph type="sldNum" sz="quarter" idx="12"/>
          </p:nvPr>
        </p:nvSpPr>
        <p:spPr/>
        <p:txBody>
          <a:bodyPr/>
          <a:lstStyle/>
          <a:p>
            <a:fld id="{C98E8F76-4D2A-4742-A30D-DC9AC0D7EE6A}" type="slidenum">
              <a:rPr lang="en-US" smtClean="0"/>
              <a:t>4</a:t>
            </a:fld>
            <a:endParaRPr lang="en-US"/>
          </a:p>
        </p:txBody>
      </p:sp>
    </p:spTree>
    <p:extLst>
      <p:ext uri="{BB962C8B-B14F-4D97-AF65-F5344CB8AC3E}">
        <p14:creationId xmlns:p14="http://schemas.microsoft.com/office/powerpoint/2010/main" val="24139695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53ADC4-156A-0946-B20B-5AB9BCF1C115}"/>
              </a:ext>
            </a:extLst>
          </p:cNvPr>
          <p:cNvSpPr>
            <a:spLocks noGrp="1"/>
          </p:cNvSpPr>
          <p:nvPr>
            <p:ph type="title"/>
          </p:nvPr>
        </p:nvSpPr>
        <p:spPr/>
        <p:txBody>
          <a:bodyPr/>
          <a:lstStyle/>
          <a:p>
            <a:r>
              <a:rPr lang="en-US" b="1" dirty="0">
                <a:solidFill>
                  <a:schemeClr val="accent3">
                    <a:lumMod val="50000"/>
                  </a:schemeClr>
                </a:solidFill>
                <a:latin typeface="Aptos Display" panose="020B0004020202020204" pitchFamily="34" charset="0"/>
              </a:rPr>
              <a:t>Introduction to Mughal Empire</a:t>
            </a:r>
            <a:endParaRPr lang="en-US" dirty="0"/>
          </a:p>
        </p:txBody>
      </p:sp>
      <p:sp>
        <p:nvSpPr>
          <p:cNvPr id="3" name="Content Placeholder 2">
            <a:extLst>
              <a:ext uri="{FF2B5EF4-FFF2-40B4-BE49-F238E27FC236}">
                <a16:creationId xmlns:a16="http://schemas.microsoft.com/office/drawing/2014/main" xmlns="" id="{5996DD55-806B-D4E8-AD90-1A3BBCC348FC}"/>
              </a:ext>
            </a:extLst>
          </p:cNvPr>
          <p:cNvSpPr>
            <a:spLocks noGrp="1"/>
          </p:cNvSpPr>
          <p:nvPr>
            <p:ph idx="1"/>
          </p:nvPr>
        </p:nvSpPr>
        <p:spPr/>
        <p:txBody>
          <a:bodyPr>
            <a:normAutofit/>
          </a:bodyPr>
          <a:lstStyle/>
          <a:p>
            <a:r>
              <a:rPr lang="en-US" sz="3200" dirty="0"/>
              <a:t>This introduction sets the stage for an exploration of the Mughal Empire, with a particular focus on its first 6 emperors.</a:t>
            </a:r>
          </a:p>
          <a:p>
            <a:r>
              <a:rPr lang="en-US" sz="3200" dirty="0"/>
              <a:t>In this presentation, we will explore the reign of the first 6 Mughal emperors: Babur, Humayun, Akbar the Great, and Jahangir. </a:t>
            </a:r>
          </a:p>
          <a:p>
            <a:r>
              <a:rPr lang="en-US" sz="3200" dirty="0"/>
              <a:t>These emperors played a pivotal role in shaping the empire and its historical legacy.</a:t>
            </a:r>
          </a:p>
        </p:txBody>
      </p:sp>
      <p:sp>
        <p:nvSpPr>
          <p:cNvPr id="6" name="Slide Number Placeholder 5">
            <a:extLst>
              <a:ext uri="{FF2B5EF4-FFF2-40B4-BE49-F238E27FC236}">
                <a16:creationId xmlns:a16="http://schemas.microsoft.com/office/drawing/2014/main" xmlns="" id="{F3EE701D-976A-2B63-A1CE-A4792647ED18}"/>
              </a:ext>
            </a:extLst>
          </p:cNvPr>
          <p:cNvSpPr>
            <a:spLocks noGrp="1"/>
          </p:cNvSpPr>
          <p:nvPr>
            <p:ph type="sldNum" sz="quarter" idx="12"/>
          </p:nvPr>
        </p:nvSpPr>
        <p:spPr/>
        <p:txBody>
          <a:bodyPr/>
          <a:lstStyle/>
          <a:p>
            <a:fld id="{C98E8F76-4D2A-4742-A30D-DC9AC0D7EE6A}" type="slidenum">
              <a:rPr lang="en-US" smtClean="0"/>
              <a:t>5</a:t>
            </a:fld>
            <a:endParaRPr lang="en-US"/>
          </a:p>
        </p:txBody>
      </p:sp>
    </p:spTree>
    <p:extLst>
      <p:ext uri="{BB962C8B-B14F-4D97-AF65-F5344CB8AC3E}">
        <p14:creationId xmlns:p14="http://schemas.microsoft.com/office/powerpoint/2010/main" val="38506161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690AEDB9-A584-74BD-5E22-6EE89062B027}"/>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7723163" y="960435"/>
            <a:ext cx="4225876" cy="3836647"/>
          </a:xfrm>
          <a:prstGeom prst="rect">
            <a:avLst/>
          </a:prstGeom>
        </p:spPr>
      </p:pic>
      <p:sp>
        <p:nvSpPr>
          <p:cNvPr id="2" name="Title 1">
            <a:extLst>
              <a:ext uri="{FF2B5EF4-FFF2-40B4-BE49-F238E27FC236}">
                <a16:creationId xmlns:a16="http://schemas.microsoft.com/office/drawing/2014/main" xmlns="" id="{3DC7E147-52E4-F7A6-624A-B24CE4A10AF9}"/>
              </a:ext>
            </a:extLst>
          </p:cNvPr>
          <p:cNvSpPr>
            <a:spLocks noGrp="1"/>
          </p:cNvSpPr>
          <p:nvPr>
            <p:ph type="title"/>
          </p:nvPr>
        </p:nvSpPr>
        <p:spPr>
          <a:xfrm>
            <a:off x="0" y="95250"/>
            <a:ext cx="4141763" cy="865188"/>
          </a:xfrm>
        </p:spPr>
        <p:txBody>
          <a:bodyPr/>
          <a:lstStyle/>
          <a:p>
            <a:r>
              <a:rPr lang="en-US" b="1" dirty="0">
                <a:solidFill>
                  <a:schemeClr val="accent3">
                    <a:lumMod val="50000"/>
                  </a:schemeClr>
                </a:solidFill>
                <a:latin typeface="Aptos Display" panose="020B0004020202020204" pitchFamily="34" charset="0"/>
              </a:rPr>
              <a:t>Babur (1526-1530)</a:t>
            </a:r>
          </a:p>
        </p:txBody>
      </p:sp>
      <p:sp>
        <p:nvSpPr>
          <p:cNvPr id="3" name="Content Placeholder 2">
            <a:extLst>
              <a:ext uri="{FF2B5EF4-FFF2-40B4-BE49-F238E27FC236}">
                <a16:creationId xmlns:a16="http://schemas.microsoft.com/office/drawing/2014/main" xmlns="" id="{152BA758-00D0-C2B9-D6CD-D267B2C81A25}"/>
              </a:ext>
            </a:extLst>
          </p:cNvPr>
          <p:cNvSpPr>
            <a:spLocks noGrp="1"/>
          </p:cNvSpPr>
          <p:nvPr>
            <p:ph idx="1"/>
          </p:nvPr>
        </p:nvSpPr>
        <p:spPr>
          <a:xfrm>
            <a:off x="0" y="960437"/>
            <a:ext cx="7554351" cy="5761037"/>
          </a:xfrm>
        </p:spPr>
        <p:txBody>
          <a:bodyPr>
            <a:normAutofit/>
          </a:bodyPr>
          <a:lstStyle/>
          <a:p>
            <a:pPr algn="just"/>
            <a:r>
              <a:rPr lang="en-US" sz="2400" dirty="0"/>
              <a:t>Babur, the founder of the Mughal Empire, </a:t>
            </a:r>
            <a:r>
              <a:rPr lang="en-US" sz="2400" dirty="0" smtClean="0"/>
              <a:t>was </a:t>
            </a:r>
            <a:r>
              <a:rPr lang="en-US" sz="2400" dirty="0"/>
              <a:t>born in 1483 in Andijan, </a:t>
            </a:r>
            <a:r>
              <a:rPr lang="en-US" sz="2400" dirty="0" smtClean="0"/>
              <a:t>present-day  Uzbekistan</a:t>
            </a:r>
            <a:r>
              <a:rPr lang="en-US" sz="2400" dirty="0"/>
              <a:t>. </a:t>
            </a:r>
          </a:p>
          <a:p>
            <a:pPr algn="just"/>
            <a:r>
              <a:rPr lang="en-US" sz="2400" dirty="0"/>
              <a:t>He belonged to the Timurid dynasty, descending from Timur on his father's side and Genghis Khan on his mother's side.</a:t>
            </a:r>
          </a:p>
          <a:p>
            <a:pPr algn="just"/>
            <a:r>
              <a:rPr lang="en-US" sz="2400" dirty="0"/>
              <a:t> In 1526, he famously defeated Ibrahim Lodhi at the First Battle of Panipat, establishing the Mughal rule in India.</a:t>
            </a:r>
          </a:p>
          <a:p>
            <a:pPr algn="just"/>
            <a:r>
              <a:rPr lang="en-US" sz="2400" dirty="0"/>
              <a:t> Babur is renowned for his memoir, the "</a:t>
            </a:r>
            <a:r>
              <a:rPr lang="en-US" sz="2400" dirty="0" err="1"/>
              <a:t>Baburnama</a:t>
            </a:r>
            <a:r>
              <a:rPr lang="en-US" sz="2400" dirty="0"/>
              <a:t>," which provides valuable insights into his life and times. </a:t>
            </a:r>
          </a:p>
          <a:p>
            <a:pPr algn="just"/>
            <a:r>
              <a:rPr lang="en-US" sz="2400" dirty="0"/>
              <a:t>His legacy includes the establishment of the Mughal Empire in India, which laid the foundation for future rulers.</a:t>
            </a:r>
          </a:p>
        </p:txBody>
      </p:sp>
      <p:sp>
        <p:nvSpPr>
          <p:cNvPr id="7" name="Slide Number Placeholder 6">
            <a:extLst>
              <a:ext uri="{FF2B5EF4-FFF2-40B4-BE49-F238E27FC236}">
                <a16:creationId xmlns:a16="http://schemas.microsoft.com/office/drawing/2014/main" xmlns="" id="{11B8E834-F957-D225-2848-5ADC380EF2A6}"/>
              </a:ext>
            </a:extLst>
          </p:cNvPr>
          <p:cNvSpPr>
            <a:spLocks noGrp="1"/>
          </p:cNvSpPr>
          <p:nvPr>
            <p:ph type="sldNum" sz="quarter" idx="12"/>
          </p:nvPr>
        </p:nvSpPr>
        <p:spPr/>
        <p:txBody>
          <a:bodyPr/>
          <a:lstStyle/>
          <a:p>
            <a:fld id="{C98E8F76-4D2A-4742-A30D-DC9AC0D7EE6A}" type="slidenum">
              <a:rPr lang="en-US" smtClean="0"/>
              <a:t>6</a:t>
            </a:fld>
            <a:endParaRPr lang="en-US"/>
          </a:p>
        </p:txBody>
      </p:sp>
    </p:spTree>
    <p:extLst>
      <p:ext uri="{BB962C8B-B14F-4D97-AF65-F5344CB8AC3E}">
        <p14:creationId xmlns:p14="http://schemas.microsoft.com/office/powerpoint/2010/main" val="15645810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9B68DB-F6AE-B434-20B3-94ECEC138BCF}"/>
              </a:ext>
            </a:extLst>
          </p:cNvPr>
          <p:cNvSpPr>
            <a:spLocks noGrp="1"/>
          </p:cNvSpPr>
          <p:nvPr>
            <p:ph type="title"/>
          </p:nvPr>
        </p:nvSpPr>
        <p:spPr>
          <a:xfrm>
            <a:off x="0" y="0"/>
            <a:ext cx="4901418" cy="1325563"/>
          </a:xfrm>
        </p:spPr>
        <p:txBody>
          <a:bodyPr/>
          <a:lstStyle/>
          <a:p>
            <a:r>
              <a:rPr lang="en-US" b="1" dirty="0">
                <a:solidFill>
                  <a:schemeClr val="accent3">
                    <a:lumMod val="50000"/>
                  </a:schemeClr>
                </a:solidFill>
                <a:latin typeface="Aptos Display" panose="020B0004020202020204" pitchFamily="34" charset="0"/>
              </a:rPr>
              <a:t>Humayun (1530-1556)</a:t>
            </a:r>
          </a:p>
        </p:txBody>
      </p:sp>
      <p:pic>
        <p:nvPicPr>
          <p:cNvPr id="5" name="Picture 4">
            <a:extLst>
              <a:ext uri="{FF2B5EF4-FFF2-40B4-BE49-F238E27FC236}">
                <a16:creationId xmlns:a16="http://schemas.microsoft.com/office/drawing/2014/main" xmlns="" id="{50D1E554-3870-E5B5-5603-62E31F0D895D}"/>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654" t="1112" r="-654" b="25417"/>
          <a:stretch/>
        </p:blipFill>
        <p:spPr>
          <a:xfrm>
            <a:off x="7872046" y="1001052"/>
            <a:ext cx="3872793" cy="3770142"/>
          </a:xfrm>
          <a:prstGeom prst="rect">
            <a:avLst/>
          </a:prstGeom>
        </p:spPr>
      </p:pic>
      <p:sp>
        <p:nvSpPr>
          <p:cNvPr id="3" name="Content Placeholder 2">
            <a:extLst>
              <a:ext uri="{FF2B5EF4-FFF2-40B4-BE49-F238E27FC236}">
                <a16:creationId xmlns:a16="http://schemas.microsoft.com/office/drawing/2014/main" xmlns="" id="{D3101BD6-162D-F22C-AD7D-02387EA5964A}"/>
              </a:ext>
            </a:extLst>
          </p:cNvPr>
          <p:cNvSpPr>
            <a:spLocks noGrp="1"/>
          </p:cNvSpPr>
          <p:nvPr>
            <p:ph idx="1"/>
          </p:nvPr>
        </p:nvSpPr>
        <p:spPr>
          <a:xfrm>
            <a:off x="148883" y="1001052"/>
            <a:ext cx="7574280" cy="4611957"/>
          </a:xfrm>
        </p:spPr>
        <p:txBody>
          <a:bodyPr>
            <a:normAutofit fontScale="92500"/>
          </a:bodyPr>
          <a:lstStyle/>
          <a:p>
            <a:pPr algn="just"/>
            <a:r>
              <a:rPr lang="en-US" sz="2400" b="0" i="0" dirty="0">
                <a:solidFill>
                  <a:srgbClr val="374151"/>
                </a:solidFill>
                <a:effectLst/>
                <a:latin typeface="Söhne"/>
              </a:rPr>
              <a:t>Humayun, the son of Babur, ascended to the Mughal </a:t>
            </a:r>
            <a:r>
              <a:rPr lang="en-US" sz="2400" b="0" i="0" dirty="0" smtClean="0">
                <a:solidFill>
                  <a:srgbClr val="374151"/>
                </a:solidFill>
                <a:effectLst/>
                <a:latin typeface="Söhne"/>
              </a:rPr>
              <a:t>throne in </a:t>
            </a:r>
            <a:r>
              <a:rPr lang="en-US" sz="2400" b="0" i="0" dirty="0">
                <a:solidFill>
                  <a:srgbClr val="374151"/>
                </a:solidFill>
                <a:effectLst/>
                <a:latin typeface="Söhne"/>
              </a:rPr>
              <a:t>1530.</a:t>
            </a:r>
          </a:p>
          <a:p>
            <a:pPr algn="just"/>
            <a:r>
              <a:rPr lang="en-US" sz="2400" b="0" i="0" dirty="0">
                <a:solidFill>
                  <a:srgbClr val="374151"/>
                </a:solidFill>
                <a:effectLst/>
                <a:latin typeface="Söhne"/>
              </a:rPr>
              <a:t> His reign was marked by several challenges, including </a:t>
            </a:r>
          </a:p>
          <a:p>
            <a:pPr algn="just"/>
            <a:r>
              <a:rPr lang="en-US" sz="2400" b="0" i="0" dirty="0">
                <a:solidFill>
                  <a:srgbClr val="374151"/>
                </a:solidFill>
                <a:effectLst/>
                <a:latin typeface="Söhne"/>
              </a:rPr>
              <a:t>internal strife and external threats from Sher Shah Suri. </a:t>
            </a:r>
          </a:p>
          <a:p>
            <a:pPr algn="just"/>
            <a:r>
              <a:rPr lang="en-US" sz="2400" b="0" i="0" dirty="0">
                <a:solidFill>
                  <a:srgbClr val="374151"/>
                </a:solidFill>
                <a:effectLst/>
                <a:latin typeface="Söhne"/>
              </a:rPr>
              <a:t>Humayun faced exile and spent several years wandering in the Safavid Empire before regaining his throne. </a:t>
            </a:r>
          </a:p>
          <a:p>
            <a:pPr algn="just"/>
            <a:r>
              <a:rPr lang="en-US" sz="2400" b="0" i="0" dirty="0">
                <a:solidFill>
                  <a:srgbClr val="374151"/>
                </a:solidFill>
                <a:effectLst/>
                <a:latin typeface="Söhne"/>
              </a:rPr>
              <a:t>He contributed to the cultural development of the Mughal Empire, particularly in the realms of art and architecture. </a:t>
            </a:r>
          </a:p>
          <a:p>
            <a:pPr algn="just"/>
            <a:r>
              <a:rPr lang="en-US" sz="2400" b="0" i="0" dirty="0">
                <a:solidFill>
                  <a:srgbClr val="374151"/>
                </a:solidFill>
                <a:effectLst/>
                <a:latin typeface="Söhne"/>
              </a:rPr>
              <a:t>His legacy includes the preservation of the Mughal Empire, which his son Akbar would later expand and strengthen.</a:t>
            </a:r>
            <a:endParaRPr lang="en-US" sz="2400" dirty="0"/>
          </a:p>
        </p:txBody>
      </p:sp>
      <p:sp>
        <p:nvSpPr>
          <p:cNvPr id="7" name="Slide Number Placeholder 6">
            <a:extLst>
              <a:ext uri="{FF2B5EF4-FFF2-40B4-BE49-F238E27FC236}">
                <a16:creationId xmlns:a16="http://schemas.microsoft.com/office/drawing/2014/main" xmlns="" id="{1C175CA1-4CA5-E103-B5CF-DE2987EFE80D}"/>
              </a:ext>
            </a:extLst>
          </p:cNvPr>
          <p:cNvSpPr>
            <a:spLocks noGrp="1"/>
          </p:cNvSpPr>
          <p:nvPr>
            <p:ph type="sldNum" sz="quarter" idx="12"/>
          </p:nvPr>
        </p:nvSpPr>
        <p:spPr/>
        <p:txBody>
          <a:bodyPr/>
          <a:lstStyle/>
          <a:p>
            <a:fld id="{C98E8F76-4D2A-4742-A30D-DC9AC0D7EE6A}" type="slidenum">
              <a:rPr lang="en-US" smtClean="0"/>
              <a:t>7</a:t>
            </a:fld>
            <a:endParaRPr lang="en-US"/>
          </a:p>
        </p:txBody>
      </p:sp>
    </p:spTree>
    <p:extLst>
      <p:ext uri="{BB962C8B-B14F-4D97-AF65-F5344CB8AC3E}">
        <p14:creationId xmlns:p14="http://schemas.microsoft.com/office/powerpoint/2010/main" val="10298526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F11793-A91C-BA54-5433-59DA926737CE}"/>
              </a:ext>
            </a:extLst>
          </p:cNvPr>
          <p:cNvSpPr>
            <a:spLocks noGrp="1"/>
          </p:cNvSpPr>
          <p:nvPr>
            <p:ph type="title"/>
          </p:nvPr>
        </p:nvSpPr>
        <p:spPr>
          <a:xfrm>
            <a:off x="0" y="0"/>
            <a:ext cx="5914292" cy="1325563"/>
          </a:xfrm>
        </p:spPr>
        <p:txBody>
          <a:bodyPr/>
          <a:lstStyle/>
          <a:p>
            <a:r>
              <a:rPr lang="en-US" b="1" dirty="0">
                <a:solidFill>
                  <a:schemeClr val="accent3">
                    <a:lumMod val="50000"/>
                  </a:schemeClr>
                </a:solidFill>
                <a:latin typeface="Aptos Display" panose="020B0004020202020204" pitchFamily="34" charset="0"/>
              </a:rPr>
              <a:t> Akbar the Great (1556-1605)</a:t>
            </a:r>
          </a:p>
        </p:txBody>
      </p:sp>
      <p:pic>
        <p:nvPicPr>
          <p:cNvPr id="5" name="Picture 4">
            <a:extLst>
              <a:ext uri="{FF2B5EF4-FFF2-40B4-BE49-F238E27FC236}">
                <a16:creationId xmlns:a16="http://schemas.microsoft.com/office/drawing/2014/main" xmlns="" id="{F8BA092C-678E-44E1-3505-E3765F744C18}"/>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7729181" y="859887"/>
            <a:ext cx="4102921" cy="5118882"/>
          </a:xfrm>
          <a:prstGeom prst="rect">
            <a:avLst/>
          </a:prstGeom>
        </p:spPr>
      </p:pic>
      <p:sp>
        <p:nvSpPr>
          <p:cNvPr id="3" name="Content Placeholder 2">
            <a:extLst>
              <a:ext uri="{FF2B5EF4-FFF2-40B4-BE49-F238E27FC236}">
                <a16:creationId xmlns:a16="http://schemas.microsoft.com/office/drawing/2014/main" xmlns="" id="{C6002720-7280-1BDD-17C2-AF4D6FFD52CD}"/>
              </a:ext>
            </a:extLst>
          </p:cNvPr>
          <p:cNvSpPr>
            <a:spLocks noGrp="1"/>
          </p:cNvSpPr>
          <p:nvPr>
            <p:ph idx="1"/>
          </p:nvPr>
        </p:nvSpPr>
        <p:spPr>
          <a:xfrm>
            <a:off x="120747" y="1122240"/>
            <a:ext cx="6983438" cy="5391102"/>
          </a:xfrm>
        </p:spPr>
        <p:txBody>
          <a:bodyPr>
            <a:normAutofit/>
          </a:bodyPr>
          <a:lstStyle/>
          <a:p>
            <a:pPr algn="just"/>
            <a:r>
              <a:rPr lang="en-US" sz="2400" dirty="0"/>
              <a:t>Akbar, also known as Akbar the Great, was born in 1542 </a:t>
            </a:r>
            <a:r>
              <a:rPr lang="en-US" sz="2400" dirty="0" smtClean="0"/>
              <a:t>and ascended </a:t>
            </a:r>
            <a:r>
              <a:rPr lang="en-US" sz="2400" dirty="0"/>
              <a:t>to the throne at a young age.</a:t>
            </a:r>
          </a:p>
          <a:p>
            <a:pPr algn="just"/>
            <a:r>
              <a:rPr lang="en-US" sz="2400" dirty="0"/>
              <a:t> He is celebrated for his policies of religious tolerance, </a:t>
            </a:r>
            <a:r>
              <a:rPr lang="en-US" sz="2400" dirty="0" smtClean="0"/>
              <a:t>which </a:t>
            </a:r>
            <a:r>
              <a:rPr lang="en-US" sz="2400" dirty="0"/>
              <a:t>promoted harmony among the diverse communities in his empire.</a:t>
            </a:r>
          </a:p>
          <a:p>
            <a:pPr algn="just"/>
            <a:r>
              <a:rPr lang="en-US" sz="2400" dirty="0"/>
              <a:t>Akbar implemented significant administrative reforms, including the introduction of the Mansabdari system.</a:t>
            </a:r>
          </a:p>
          <a:p>
            <a:pPr algn="just"/>
            <a:r>
              <a:rPr lang="en-US" sz="2400" dirty="0"/>
              <a:t> His patronage of art, culture, and literature resulted in the flourishing of the Mughal Renaissance.</a:t>
            </a:r>
          </a:p>
          <a:p>
            <a:pPr algn="just"/>
            <a:r>
              <a:rPr lang="en-US" sz="2400" dirty="0"/>
              <a:t> Akbar's legacy includes a united and prosperous Mughal Empire and a rich cultural heritage.</a:t>
            </a:r>
          </a:p>
        </p:txBody>
      </p:sp>
      <p:sp>
        <p:nvSpPr>
          <p:cNvPr id="7" name="Slide Number Placeholder 6">
            <a:extLst>
              <a:ext uri="{FF2B5EF4-FFF2-40B4-BE49-F238E27FC236}">
                <a16:creationId xmlns:a16="http://schemas.microsoft.com/office/drawing/2014/main" xmlns="" id="{099E7255-E72C-1A7E-5FE2-B0E2A83F3FCB}"/>
              </a:ext>
            </a:extLst>
          </p:cNvPr>
          <p:cNvSpPr>
            <a:spLocks noGrp="1"/>
          </p:cNvSpPr>
          <p:nvPr>
            <p:ph type="sldNum" sz="quarter" idx="12"/>
          </p:nvPr>
        </p:nvSpPr>
        <p:spPr/>
        <p:txBody>
          <a:bodyPr/>
          <a:lstStyle/>
          <a:p>
            <a:fld id="{C98E8F76-4D2A-4742-A30D-DC9AC0D7EE6A}" type="slidenum">
              <a:rPr lang="en-US" smtClean="0"/>
              <a:t>8</a:t>
            </a:fld>
            <a:endParaRPr lang="en-US"/>
          </a:p>
        </p:txBody>
      </p:sp>
    </p:spTree>
    <p:extLst>
      <p:ext uri="{BB962C8B-B14F-4D97-AF65-F5344CB8AC3E}">
        <p14:creationId xmlns:p14="http://schemas.microsoft.com/office/powerpoint/2010/main" val="3371689143"/>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490699-7A8F-F1AA-D335-AA377F1E67AF}"/>
              </a:ext>
            </a:extLst>
          </p:cNvPr>
          <p:cNvSpPr>
            <a:spLocks noGrp="1"/>
          </p:cNvSpPr>
          <p:nvPr>
            <p:ph type="title"/>
          </p:nvPr>
        </p:nvSpPr>
        <p:spPr>
          <a:xfrm>
            <a:off x="0" y="16045"/>
            <a:ext cx="4957689" cy="996780"/>
          </a:xfrm>
        </p:spPr>
        <p:txBody>
          <a:bodyPr/>
          <a:lstStyle/>
          <a:p>
            <a:r>
              <a:rPr lang="en-US" b="1" dirty="0">
                <a:solidFill>
                  <a:schemeClr val="accent3">
                    <a:lumMod val="50000"/>
                  </a:schemeClr>
                </a:solidFill>
                <a:latin typeface="Aptos Display" panose="020B0004020202020204" pitchFamily="34" charset="0"/>
              </a:rPr>
              <a:t>Jahangir (1605-1627)</a:t>
            </a:r>
          </a:p>
        </p:txBody>
      </p:sp>
      <p:pic>
        <p:nvPicPr>
          <p:cNvPr id="5" name="Picture 4">
            <a:extLst>
              <a:ext uri="{FF2B5EF4-FFF2-40B4-BE49-F238E27FC236}">
                <a16:creationId xmlns:a16="http://schemas.microsoft.com/office/drawing/2014/main" xmlns="" id="{8E9AC74B-66EA-D2BC-77CB-B17FBAAE0233}"/>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7146388" y="1296206"/>
            <a:ext cx="4724370" cy="4541886"/>
          </a:xfrm>
          <a:prstGeom prst="rect">
            <a:avLst/>
          </a:prstGeom>
        </p:spPr>
      </p:pic>
      <p:sp>
        <p:nvSpPr>
          <p:cNvPr id="3" name="Content Placeholder 2">
            <a:extLst>
              <a:ext uri="{FF2B5EF4-FFF2-40B4-BE49-F238E27FC236}">
                <a16:creationId xmlns:a16="http://schemas.microsoft.com/office/drawing/2014/main" xmlns="" id="{B8BB7FD5-B3BB-B1EB-8EC8-E568CE2A96AA}"/>
              </a:ext>
            </a:extLst>
          </p:cNvPr>
          <p:cNvSpPr>
            <a:spLocks noGrp="1"/>
          </p:cNvSpPr>
          <p:nvPr>
            <p:ph idx="1"/>
          </p:nvPr>
        </p:nvSpPr>
        <p:spPr>
          <a:xfrm>
            <a:off x="114007" y="1125367"/>
            <a:ext cx="7032381" cy="5416109"/>
          </a:xfrm>
        </p:spPr>
        <p:txBody>
          <a:bodyPr>
            <a:normAutofit/>
          </a:bodyPr>
          <a:lstStyle/>
          <a:p>
            <a:pPr algn="just"/>
            <a:r>
              <a:rPr lang="en-US" b="0" i="0" dirty="0">
                <a:solidFill>
                  <a:srgbClr val="374151"/>
                </a:solidFill>
                <a:effectLst/>
                <a:latin typeface="Söhne"/>
              </a:rPr>
              <a:t>Jahangir, known for his keen interest in art </a:t>
            </a:r>
            <a:r>
              <a:rPr lang="en-US" b="0" i="0" dirty="0" smtClean="0">
                <a:solidFill>
                  <a:srgbClr val="374151"/>
                </a:solidFill>
                <a:effectLst/>
                <a:latin typeface="Söhne"/>
              </a:rPr>
              <a:t>and nature</a:t>
            </a:r>
            <a:r>
              <a:rPr lang="en-US" b="0" i="0" dirty="0">
                <a:solidFill>
                  <a:srgbClr val="374151"/>
                </a:solidFill>
                <a:effectLst/>
                <a:latin typeface="Söhne"/>
              </a:rPr>
              <a:t>, was an emperor with a complex personality.</a:t>
            </a:r>
          </a:p>
          <a:p>
            <a:pPr algn="just"/>
            <a:r>
              <a:rPr lang="en-US" b="0" i="0" dirty="0">
                <a:solidFill>
                  <a:srgbClr val="374151"/>
                </a:solidFill>
                <a:effectLst/>
                <a:latin typeface="Söhne"/>
              </a:rPr>
              <a:t>His reign saw the establishment of trade relations with the British East India Company.</a:t>
            </a:r>
          </a:p>
          <a:p>
            <a:pPr algn="just"/>
            <a:r>
              <a:rPr lang="en-US" b="0" i="0" dirty="0">
                <a:solidFill>
                  <a:srgbClr val="374151"/>
                </a:solidFill>
                <a:effectLst/>
                <a:latin typeface="Söhne"/>
              </a:rPr>
              <a:t>He was an avid patron of art and culture, and his era is often referred to as the "Jahangirian Age" in Mughal art history. </a:t>
            </a:r>
          </a:p>
          <a:p>
            <a:pPr algn="just"/>
            <a:r>
              <a:rPr lang="en-US" b="0" i="0" dirty="0">
                <a:solidFill>
                  <a:srgbClr val="374151"/>
                </a:solidFill>
                <a:effectLst/>
                <a:latin typeface="Söhne"/>
              </a:rPr>
              <a:t>Jahangir's legacy includes contributions to Mughal art and a period of relative stability during his rule.</a:t>
            </a:r>
            <a:endParaRPr lang="en-US" dirty="0"/>
          </a:p>
        </p:txBody>
      </p:sp>
      <p:sp>
        <p:nvSpPr>
          <p:cNvPr id="7" name="Slide Number Placeholder 6">
            <a:extLst>
              <a:ext uri="{FF2B5EF4-FFF2-40B4-BE49-F238E27FC236}">
                <a16:creationId xmlns:a16="http://schemas.microsoft.com/office/drawing/2014/main" xmlns="" id="{9CB0CFCA-E23B-F0E1-37D0-88C9A1EDBE32}"/>
              </a:ext>
            </a:extLst>
          </p:cNvPr>
          <p:cNvSpPr>
            <a:spLocks noGrp="1"/>
          </p:cNvSpPr>
          <p:nvPr>
            <p:ph type="sldNum" sz="quarter" idx="12"/>
          </p:nvPr>
        </p:nvSpPr>
        <p:spPr/>
        <p:txBody>
          <a:bodyPr/>
          <a:lstStyle/>
          <a:p>
            <a:fld id="{C98E8F76-4D2A-4742-A30D-DC9AC0D7EE6A}" type="slidenum">
              <a:rPr lang="en-US" smtClean="0"/>
              <a:t>9</a:t>
            </a:fld>
            <a:endParaRPr lang="en-US"/>
          </a:p>
        </p:txBody>
      </p:sp>
    </p:spTree>
    <p:extLst>
      <p:ext uri="{BB962C8B-B14F-4D97-AF65-F5344CB8AC3E}">
        <p14:creationId xmlns:p14="http://schemas.microsoft.com/office/powerpoint/2010/main" val="2372142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490699-7A8F-F1AA-D335-AA377F1E67AF}"/>
              </a:ext>
            </a:extLst>
          </p:cNvPr>
          <p:cNvSpPr>
            <a:spLocks noGrp="1"/>
          </p:cNvSpPr>
          <p:nvPr>
            <p:ph type="title"/>
          </p:nvPr>
        </p:nvSpPr>
        <p:spPr>
          <a:xfrm>
            <a:off x="0" y="28135"/>
            <a:ext cx="4910357" cy="942535"/>
          </a:xfrm>
        </p:spPr>
        <p:txBody>
          <a:bodyPr/>
          <a:lstStyle/>
          <a:p>
            <a:r>
              <a:rPr lang="en-US" b="1" dirty="0">
                <a:solidFill>
                  <a:schemeClr val="accent3">
                    <a:lumMod val="50000"/>
                  </a:schemeClr>
                </a:solidFill>
                <a:latin typeface="Aptos Display" panose="020B0004020202020204" pitchFamily="34" charset="0"/>
              </a:rPr>
              <a:t>Shah Jahan (1628-1658)</a:t>
            </a:r>
          </a:p>
        </p:txBody>
      </p:sp>
      <p:pic>
        <p:nvPicPr>
          <p:cNvPr id="5" name="Picture 4">
            <a:extLst>
              <a:ext uri="{FF2B5EF4-FFF2-40B4-BE49-F238E27FC236}">
                <a16:creationId xmlns:a16="http://schemas.microsoft.com/office/drawing/2014/main" xmlns="" id="{8E9AC74B-66EA-D2BC-77CB-B17FBAAE0233}"/>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8037575" y="614826"/>
            <a:ext cx="3878218" cy="4984115"/>
          </a:xfrm>
          <a:prstGeom prst="rect">
            <a:avLst/>
          </a:prstGeom>
        </p:spPr>
      </p:pic>
      <p:sp>
        <p:nvSpPr>
          <p:cNvPr id="3" name="Content Placeholder 2">
            <a:extLst>
              <a:ext uri="{FF2B5EF4-FFF2-40B4-BE49-F238E27FC236}">
                <a16:creationId xmlns:a16="http://schemas.microsoft.com/office/drawing/2014/main" xmlns="" id="{B8BB7FD5-B3BB-B1EB-8EC8-E568CE2A96AA}"/>
              </a:ext>
            </a:extLst>
          </p:cNvPr>
          <p:cNvSpPr>
            <a:spLocks noGrp="1"/>
          </p:cNvSpPr>
          <p:nvPr>
            <p:ph idx="1"/>
          </p:nvPr>
        </p:nvSpPr>
        <p:spPr>
          <a:xfrm>
            <a:off x="18990" y="807907"/>
            <a:ext cx="7999595" cy="5548443"/>
          </a:xfrm>
        </p:spPr>
        <p:txBody>
          <a:bodyPr>
            <a:normAutofit/>
          </a:bodyPr>
          <a:lstStyle/>
          <a:p>
            <a:pPr algn="just">
              <a:buFont typeface="Arial" panose="020B0604020202020204" pitchFamily="34" charset="0"/>
              <a:buChar char="•"/>
            </a:pPr>
            <a:r>
              <a:rPr lang="en-US" b="0" i="0" dirty="0">
                <a:solidFill>
                  <a:srgbClr val="374151"/>
                </a:solidFill>
                <a:effectLst/>
                <a:latin typeface="Söhne"/>
              </a:rPr>
              <a:t>Shah Jahan, the fifth Mughal emperor, is perhaps </a:t>
            </a:r>
            <a:r>
              <a:rPr lang="en-US" b="0" i="0" dirty="0" smtClean="0">
                <a:solidFill>
                  <a:srgbClr val="374151"/>
                </a:solidFill>
                <a:effectLst/>
                <a:latin typeface="Söhne"/>
              </a:rPr>
              <a:t>best </a:t>
            </a:r>
            <a:r>
              <a:rPr lang="en-US" b="0" i="0" dirty="0">
                <a:solidFill>
                  <a:srgbClr val="374151"/>
                </a:solidFill>
                <a:effectLst/>
                <a:latin typeface="Söhne"/>
              </a:rPr>
              <a:t>known for commissioning the construction of the </a:t>
            </a:r>
            <a:r>
              <a:rPr lang="en-US" b="0" i="0" dirty="0" smtClean="0">
                <a:solidFill>
                  <a:srgbClr val="374151"/>
                </a:solidFill>
                <a:effectLst/>
                <a:latin typeface="Söhne"/>
              </a:rPr>
              <a:t>world-famous </a:t>
            </a:r>
            <a:r>
              <a:rPr lang="en-US" b="0" i="0" dirty="0">
                <a:solidFill>
                  <a:srgbClr val="374151"/>
                </a:solidFill>
                <a:effectLst/>
                <a:latin typeface="Söhne"/>
              </a:rPr>
              <a:t>Taj Mahal in memory of his beloved wife </a:t>
            </a:r>
            <a:r>
              <a:rPr lang="en-US" b="0" i="0" dirty="0" err="1" smtClean="0">
                <a:solidFill>
                  <a:srgbClr val="374151"/>
                </a:solidFill>
                <a:effectLst/>
                <a:latin typeface="Söhne"/>
              </a:rPr>
              <a:t>Mumtaz</a:t>
            </a:r>
            <a:r>
              <a:rPr lang="en-US" b="0" i="0" dirty="0" smtClean="0">
                <a:solidFill>
                  <a:srgbClr val="374151"/>
                </a:solidFill>
                <a:effectLst/>
                <a:latin typeface="Söhne"/>
              </a:rPr>
              <a:t> </a:t>
            </a:r>
            <a:r>
              <a:rPr lang="en-US" b="0" i="0" dirty="0">
                <a:solidFill>
                  <a:srgbClr val="374151"/>
                </a:solidFill>
                <a:effectLst/>
                <a:latin typeface="Söhne"/>
              </a:rPr>
              <a:t>Mahal. </a:t>
            </a:r>
          </a:p>
          <a:p>
            <a:pPr algn="just"/>
            <a:r>
              <a:rPr lang="en-US" b="0" i="0" dirty="0">
                <a:solidFill>
                  <a:srgbClr val="374151"/>
                </a:solidFill>
                <a:effectLst/>
                <a:latin typeface="Söhne"/>
              </a:rPr>
              <a:t>Under his rule, the Mughal Empire reached the zenith of its architectural achievements, with other remarkable structures like the Red Fort in Delhi.</a:t>
            </a:r>
          </a:p>
          <a:p>
            <a:pPr algn="just">
              <a:buFont typeface="Arial" panose="020B0604020202020204" pitchFamily="34" charset="0"/>
              <a:buChar char="•"/>
            </a:pPr>
            <a:r>
              <a:rPr lang="en-US" b="0" i="0" dirty="0">
                <a:solidFill>
                  <a:srgbClr val="374151"/>
                </a:solidFill>
                <a:effectLst/>
                <a:latin typeface="Söhne"/>
              </a:rPr>
              <a:t>Shah Jahan's reign was marked by his dedication to art and architecture, as well as his focus on maintaining the grandeur of the empire. </a:t>
            </a:r>
          </a:p>
        </p:txBody>
      </p:sp>
      <p:sp>
        <p:nvSpPr>
          <p:cNvPr id="7" name="Slide Number Placeholder 6">
            <a:extLst>
              <a:ext uri="{FF2B5EF4-FFF2-40B4-BE49-F238E27FC236}">
                <a16:creationId xmlns:a16="http://schemas.microsoft.com/office/drawing/2014/main" xmlns="" id="{9E57E506-8594-CFB5-282F-AA4CFA8E1069}"/>
              </a:ext>
            </a:extLst>
          </p:cNvPr>
          <p:cNvSpPr>
            <a:spLocks noGrp="1"/>
          </p:cNvSpPr>
          <p:nvPr>
            <p:ph type="sldNum" sz="quarter" idx="12"/>
          </p:nvPr>
        </p:nvSpPr>
        <p:spPr/>
        <p:txBody>
          <a:bodyPr/>
          <a:lstStyle/>
          <a:p>
            <a:fld id="{C98E8F76-4D2A-4742-A30D-DC9AC0D7EE6A}" type="slidenum">
              <a:rPr lang="en-US" smtClean="0"/>
              <a:t>10</a:t>
            </a:fld>
            <a:endParaRPr lang="en-US"/>
          </a:p>
        </p:txBody>
      </p:sp>
    </p:spTree>
    <p:extLst>
      <p:ext uri="{BB962C8B-B14F-4D97-AF65-F5344CB8AC3E}">
        <p14:creationId xmlns:p14="http://schemas.microsoft.com/office/powerpoint/2010/main" val="4235854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8BB7FD5-B3BB-B1EB-8EC8-E568CE2A96AA}"/>
              </a:ext>
            </a:extLst>
          </p:cNvPr>
          <p:cNvSpPr>
            <a:spLocks noGrp="1"/>
          </p:cNvSpPr>
          <p:nvPr>
            <p:ph idx="1"/>
          </p:nvPr>
        </p:nvSpPr>
        <p:spPr>
          <a:xfrm>
            <a:off x="184933" y="385878"/>
            <a:ext cx="6581627" cy="5578824"/>
          </a:xfrm>
        </p:spPr>
        <p:txBody>
          <a:bodyPr>
            <a:normAutofit/>
          </a:bodyPr>
          <a:lstStyle/>
          <a:p>
            <a:pPr algn="just">
              <a:buFont typeface="Arial" panose="020B0604020202020204" pitchFamily="34" charset="0"/>
              <a:buChar char="•"/>
            </a:pPr>
            <a:r>
              <a:rPr lang="en-US" b="0" i="0" dirty="0">
                <a:solidFill>
                  <a:srgbClr val="374151"/>
                </a:solidFill>
                <a:effectLst/>
                <a:latin typeface="Söhne"/>
              </a:rPr>
              <a:t>However, his later years were marred by </a:t>
            </a:r>
            <a:r>
              <a:rPr lang="en-US" b="0" i="0" dirty="0" smtClean="0">
                <a:solidFill>
                  <a:srgbClr val="374151"/>
                </a:solidFill>
                <a:effectLst/>
                <a:latin typeface="Söhne"/>
              </a:rPr>
              <a:t>political </a:t>
            </a:r>
            <a:r>
              <a:rPr lang="en-US" b="0" i="0" dirty="0">
                <a:solidFill>
                  <a:srgbClr val="374151"/>
                </a:solidFill>
                <a:effectLst/>
                <a:latin typeface="Söhne"/>
              </a:rPr>
              <a:t>strife, including a conflict with </a:t>
            </a:r>
            <a:r>
              <a:rPr lang="en-US" b="0" i="0" dirty="0" smtClean="0">
                <a:solidFill>
                  <a:srgbClr val="374151"/>
                </a:solidFill>
                <a:effectLst/>
                <a:latin typeface="Söhne"/>
              </a:rPr>
              <a:t>his </a:t>
            </a:r>
            <a:r>
              <a:rPr lang="en-US" b="0" i="0" dirty="0">
                <a:solidFill>
                  <a:srgbClr val="374151"/>
                </a:solidFill>
                <a:effectLst/>
                <a:latin typeface="Söhne"/>
              </a:rPr>
              <a:t>son, Aurangzeb, which led to his house arrest.</a:t>
            </a:r>
          </a:p>
          <a:p>
            <a:pPr algn="just">
              <a:buFont typeface="Arial" panose="020B0604020202020204" pitchFamily="34" charset="0"/>
              <a:buChar char="•"/>
            </a:pPr>
            <a:r>
              <a:rPr lang="en-US" b="0" i="0" dirty="0">
                <a:solidFill>
                  <a:srgbClr val="374151"/>
                </a:solidFill>
                <a:effectLst/>
                <a:latin typeface="Söhne"/>
              </a:rPr>
              <a:t>Despite the challenges, Shah Jahan's architectural and cultural </a:t>
            </a:r>
            <a:r>
              <a:rPr lang="en-US" b="0" i="0" dirty="0" smtClean="0">
                <a:solidFill>
                  <a:srgbClr val="374151"/>
                </a:solidFill>
                <a:effectLst/>
                <a:latin typeface="Söhne"/>
              </a:rPr>
              <a:t>contributions </a:t>
            </a:r>
            <a:r>
              <a:rPr lang="en-US" b="0" i="0" dirty="0">
                <a:solidFill>
                  <a:srgbClr val="374151"/>
                </a:solidFill>
                <a:effectLst/>
                <a:latin typeface="Söhne"/>
              </a:rPr>
              <a:t>endure as enduring </a:t>
            </a:r>
            <a:r>
              <a:rPr lang="en-US" b="0" i="0" dirty="0" smtClean="0">
                <a:solidFill>
                  <a:srgbClr val="374151"/>
                </a:solidFill>
                <a:effectLst/>
                <a:latin typeface="Söhne"/>
              </a:rPr>
              <a:t>Symbols </a:t>
            </a:r>
            <a:r>
              <a:rPr lang="en-US" b="0" i="0" dirty="0">
                <a:solidFill>
                  <a:srgbClr val="374151"/>
                </a:solidFill>
                <a:effectLst/>
                <a:latin typeface="Söhne"/>
              </a:rPr>
              <a:t>of Mughal magnificence.</a:t>
            </a:r>
          </a:p>
        </p:txBody>
      </p:sp>
      <p:sp>
        <p:nvSpPr>
          <p:cNvPr id="7" name="Slide Number Placeholder 6">
            <a:extLst>
              <a:ext uri="{FF2B5EF4-FFF2-40B4-BE49-F238E27FC236}">
                <a16:creationId xmlns:a16="http://schemas.microsoft.com/office/drawing/2014/main" xmlns="" id="{9E57E506-8594-CFB5-282F-AA4CFA8E1069}"/>
              </a:ext>
            </a:extLst>
          </p:cNvPr>
          <p:cNvSpPr>
            <a:spLocks noGrp="1"/>
          </p:cNvSpPr>
          <p:nvPr>
            <p:ph type="sldNum" sz="quarter" idx="12"/>
          </p:nvPr>
        </p:nvSpPr>
        <p:spPr/>
        <p:txBody>
          <a:bodyPr/>
          <a:lstStyle/>
          <a:p>
            <a:fld id="{C98E8F76-4D2A-4742-A30D-DC9AC0D7EE6A}" type="slidenum">
              <a:rPr lang="en-US" smtClean="0"/>
              <a:t>11</a:t>
            </a:fld>
            <a:endParaRPr lang="en-US"/>
          </a:p>
        </p:txBody>
      </p:sp>
      <p:pic>
        <p:nvPicPr>
          <p:cNvPr id="4" name="Picture 3"/>
          <p:cNvPicPr>
            <a:picLocks noChangeAspect="1"/>
          </p:cNvPicPr>
          <p:nvPr/>
        </p:nvPicPr>
        <p:blipFill>
          <a:blip r:embed="rId2"/>
          <a:stretch>
            <a:fillRect/>
          </a:stretch>
        </p:blipFill>
        <p:spPr>
          <a:xfrm>
            <a:off x="6969263" y="371810"/>
            <a:ext cx="5222737" cy="4376152"/>
          </a:xfrm>
          <a:prstGeom prst="rect">
            <a:avLst/>
          </a:prstGeom>
        </p:spPr>
      </p:pic>
    </p:spTree>
    <p:extLst>
      <p:ext uri="{BB962C8B-B14F-4D97-AF65-F5344CB8AC3E}">
        <p14:creationId xmlns:p14="http://schemas.microsoft.com/office/powerpoint/2010/main" val="2314898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490699-7A8F-F1AA-D335-AA377F1E67AF}"/>
              </a:ext>
            </a:extLst>
          </p:cNvPr>
          <p:cNvSpPr>
            <a:spLocks noGrp="1"/>
          </p:cNvSpPr>
          <p:nvPr>
            <p:ph type="title"/>
          </p:nvPr>
        </p:nvSpPr>
        <p:spPr>
          <a:xfrm>
            <a:off x="0" y="0"/>
            <a:ext cx="4769680" cy="956603"/>
          </a:xfrm>
        </p:spPr>
        <p:txBody>
          <a:bodyPr/>
          <a:lstStyle/>
          <a:p>
            <a:r>
              <a:rPr lang="en-US" b="1" dirty="0">
                <a:solidFill>
                  <a:schemeClr val="accent3">
                    <a:lumMod val="50000"/>
                  </a:schemeClr>
                </a:solidFill>
                <a:latin typeface="Aptos Display" panose="020B0004020202020204" pitchFamily="34" charset="0"/>
              </a:rPr>
              <a:t>Aurangzeb (1658-1707)</a:t>
            </a:r>
          </a:p>
        </p:txBody>
      </p:sp>
      <p:pic>
        <p:nvPicPr>
          <p:cNvPr id="5" name="Picture 4">
            <a:extLst>
              <a:ext uri="{FF2B5EF4-FFF2-40B4-BE49-F238E27FC236}">
                <a16:creationId xmlns:a16="http://schemas.microsoft.com/office/drawing/2014/main" xmlns="" id="{8E9AC74B-66EA-D2BC-77CB-B17FBAAE0233}"/>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7853826" y="793841"/>
            <a:ext cx="4190146" cy="5085127"/>
          </a:xfrm>
          <a:prstGeom prst="rect">
            <a:avLst/>
          </a:prstGeom>
        </p:spPr>
      </p:pic>
      <p:sp>
        <p:nvSpPr>
          <p:cNvPr id="3" name="Content Placeholder 2">
            <a:extLst>
              <a:ext uri="{FF2B5EF4-FFF2-40B4-BE49-F238E27FC236}">
                <a16:creationId xmlns:a16="http://schemas.microsoft.com/office/drawing/2014/main" xmlns="" id="{B8BB7FD5-B3BB-B1EB-8EC8-E568CE2A96AA}"/>
              </a:ext>
            </a:extLst>
          </p:cNvPr>
          <p:cNvSpPr>
            <a:spLocks noGrp="1"/>
          </p:cNvSpPr>
          <p:nvPr>
            <p:ph idx="1"/>
          </p:nvPr>
        </p:nvSpPr>
        <p:spPr>
          <a:xfrm>
            <a:off x="100527" y="793841"/>
            <a:ext cx="7552298" cy="5733568"/>
          </a:xfrm>
        </p:spPr>
        <p:txBody>
          <a:bodyPr>
            <a:normAutofit/>
          </a:bodyPr>
          <a:lstStyle/>
          <a:p>
            <a:pPr algn="just">
              <a:buFont typeface="Arial" panose="020B0604020202020204" pitchFamily="34" charset="0"/>
              <a:buChar char="•"/>
            </a:pPr>
            <a:r>
              <a:rPr lang="en-US" b="0" i="0" dirty="0">
                <a:solidFill>
                  <a:srgbClr val="374151"/>
                </a:solidFill>
                <a:effectLst/>
                <a:latin typeface="Söhne"/>
              </a:rPr>
              <a:t>Aurangzeb, the sixth Mughal emperor, had one of the longest and most tumultuous reigns in Mughal history. </a:t>
            </a:r>
          </a:p>
          <a:p>
            <a:pPr algn="just">
              <a:buFont typeface="Arial" panose="020B0604020202020204" pitchFamily="34" charset="0"/>
              <a:buChar char="•"/>
            </a:pPr>
            <a:r>
              <a:rPr lang="en-US" b="0" i="0" dirty="0">
                <a:solidFill>
                  <a:srgbClr val="374151"/>
                </a:solidFill>
                <a:effectLst/>
                <a:latin typeface="Söhne"/>
              </a:rPr>
              <a:t>He expanded the empire to its greatest </a:t>
            </a:r>
            <a:r>
              <a:rPr lang="en-US" b="0" i="0" dirty="0" smtClean="0">
                <a:solidFill>
                  <a:srgbClr val="374151"/>
                </a:solidFill>
                <a:effectLst/>
                <a:latin typeface="Söhne"/>
              </a:rPr>
              <a:t>territorial extent</a:t>
            </a:r>
            <a:r>
              <a:rPr lang="en-US" b="0" i="0" dirty="0">
                <a:solidFill>
                  <a:srgbClr val="374151"/>
                </a:solidFill>
                <a:effectLst/>
                <a:latin typeface="Söhne"/>
              </a:rPr>
              <a:t>, but his rule is also remembered for its </a:t>
            </a:r>
            <a:r>
              <a:rPr lang="en-US" b="0" i="0" dirty="0" smtClean="0">
                <a:solidFill>
                  <a:srgbClr val="374151"/>
                </a:solidFill>
                <a:effectLst/>
                <a:latin typeface="Söhne"/>
              </a:rPr>
              <a:t>religious orthodoxy </a:t>
            </a:r>
            <a:r>
              <a:rPr lang="en-US" b="0" i="0" dirty="0">
                <a:solidFill>
                  <a:srgbClr val="374151"/>
                </a:solidFill>
                <a:effectLst/>
                <a:latin typeface="Söhne"/>
              </a:rPr>
              <a:t>and authoritarian policies.</a:t>
            </a:r>
          </a:p>
          <a:p>
            <a:pPr algn="just">
              <a:buFont typeface="Arial" panose="020B0604020202020204" pitchFamily="34" charset="0"/>
              <a:buChar char="•"/>
            </a:pPr>
            <a:r>
              <a:rPr lang="en-US" b="0" i="0" dirty="0">
                <a:solidFill>
                  <a:srgbClr val="374151"/>
                </a:solidFill>
                <a:effectLst/>
                <a:latin typeface="Söhne"/>
              </a:rPr>
              <a:t>Aurangzeb's reign saw conflicts with various religious and regional groups, including the Sikh Guru Gobind Singh and the Marathas. </a:t>
            </a:r>
          </a:p>
          <a:p>
            <a:pPr algn="just">
              <a:buFont typeface="Arial" panose="020B0604020202020204" pitchFamily="34" charset="0"/>
              <a:buChar char="•"/>
            </a:pPr>
            <a:r>
              <a:rPr lang="en-US" b="0" i="0" dirty="0">
                <a:solidFill>
                  <a:srgbClr val="374151"/>
                </a:solidFill>
                <a:effectLst/>
                <a:latin typeface="Söhne"/>
              </a:rPr>
              <a:t>He imposed restrictions on non-Muslims and pursued a policy of religious centralization.</a:t>
            </a:r>
          </a:p>
        </p:txBody>
      </p:sp>
      <p:sp>
        <p:nvSpPr>
          <p:cNvPr id="7" name="Slide Number Placeholder 6">
            <a:extLst>
              <a:ext uri="{FF2B5EF4-FFF2-40B4-BE49-F238E27FC236}">
                <a16:creationId xmlns:a16="http://schemas.microsoft.com/office/drawing/2014/main" xmlns="" id="{9E57E506-8594-CFB5-282F-AA4CFA8E1069}"/>
              </a:ext>
            </a:extLst>
          </p:cNvPr>
          <p:cNvSpPr>
            <a:spLocks noGrp="1"/>
          </p:cNvSpPr>
          <p:nvPr>
            <p:ph type="sldNum" sz="quarter" idx="12"/>
          </p:nvPr>
        </p:nvSpPr>
        <p:spPr/>
        <p:txBody>
          <a:bodyPr/>
          <a:lstStyle/>
          <a:p>
            <a:fld id="{C98E8F76-4D2A-4742-A30D-DC9AC0D7EE6A}" type="slidenum">
              <a:rPr lang="en-US" smtClean="0"/>
              <a:t>12</a:t>
            </a:fld>
            <a:endParaRPr lang="en-US"/>
          </a:p>
        </p:txBody>
      </p:sp>
    </p:spTree>
    <p:extLst>
      <p:ext uri="{BB962C8B-B14F-4D97-AF65-F5344CB8AC3E}">
        <p14:creationId xmlns:p14="http://schemas.microsoft.com/office/powerpoint/2010/main" val="947824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8BB7FD5-B3BB-B1EB-8EC8-E568CE2A96AA}"/>
              </a:ext>
            </a:extLst>
          </p:cNvPr>
          <p:cNvSpPr>
            <a:spLocks noGrp="1"/>
          </p:cNvSpPr>
          <p:nvPr>
            <p:ph idx="1"/>
          </p:nvPr>
        </p:nvSpPr>
        <p:spPr>
          <a:xfrm>
            <a:off x="0" y="812238"/>
            <a:ext cx="7216726" cy="5419749"/>
          </a:xfrm>
        </p:spPr>
        <p:txBody>
          <a:bodyPr>
            <a:normAutofit/>
          </a:bodyPr>
          <a:lstStyle/>
          <a:p>
            <a:pPr algn="just">
              <a:buFont typeface="Arial" panose="020B0604020202020204" pitchFamily="34" charset="0"/>
              <a:buChar char="•"/>
            </a:pPr>
            <a:r>
              <a:rPr lang="en-US" b="0" i="0" dirty="0">
                <a:solidFill>
                  <a:srgbClr val="374151"/>
                </a:solidFill>
                <a:effectLst/>
                <a:latin typeface="Söhne"/>
              </a:rPr>
              <a:t>Despite his military prowess and territorial gains, Aurangzeb's rule is often viewed as contributing </a:t>
            </a:r>
            <a:r>
              <a:rPr lang="en-US" b="0" i="0" dirty="0" smtClean="0">
                <a:solidFill>
                  <a:srgbClr val="374151"/>
                </a:solidFill>
                <a:effectLst/>
                <a:latin typeface="Söhne"/>
              </a:rPr>
              <a:t>to </a:t>
            </a:r>
            <a:r>
              <a:rPr lang="en-US" b="0" i="0" dirty="0">
                <a:solidFill>
                  <a:srgbClr val="374151"/>
                </a:solidFill>
                <a:effectLst/>
                <a:latin typeface="Söhne"/>
              </a:rPr>
              <a:t>the decline of the Mughal Empire due to </a:t>
            </a:r>
            <a:r>
              <a:rPr lang="en-US" b="0" i="0" dirty="0" smtClean="0">
                <a:solidFill>
                  <a:srgbClr val="374151"/>
                </a:solidFill>
                <a:effectLst/>
                <a:latin typeface="Söhne"/>
              </a:rPr>
              <a:t>its religious </a:t>
            </a:r>
            <a:r>
              <a:rPr lang="en-US" b="0" i="0" dirty="0">
                <a:solidFill>
                  <a:srgbClr val="374151"/>
                </a:solidFill>
                <a:effectLst/>
                <a:latin typeface="Söhne"/>
              </a:rPr>
              <a:t>intolerance and the strain it placed on </a:t>
            </a:r>
            <a:r>
              <a:rPr lang="en-US" b="0" i="0" dirty="0" smtClean="0">
                <a:solidFill>
                  <a:srgbClr val="374151"/>
                </a:solidFill>
                <a:effectLst/>
                <a:latin typeface="Söhne"/>
              </a:rPr>
              <a:t>the empire's </a:t>
            </a:r>
            <a:r>
              <a:rPr lang="en-US" b="0" i="0" dirty="0">
                <a:solidFill>
                  <a:srgbClr val="374151"/>
                </a:solidFill>
                <a:effectLst/>
                <a:latin typeface="Söhne"/>
              </a:rPr>
              <a:t>resources.</a:t>
            </a:r>
          </a:p>
          <a:p>
            <a:pPr algn="just">
              <a:buFont typeface="Arial" panose="020B0604020202020204" pitchFamily="34" charset="0"/>
              <a:buChar char="•"/>
            </a:pPr>
            <a:r>
              <a:rPr lang="en-US" b="0" i="0" dirty="0">
                <a:solidFill>
                  <a:srgbClr val="374151"/>
                </a:solidFill>
                <a:effectLst/>
                <a:latin typeface="Söhne"/>
              </a:rPr>
              <a:t>His reign marked a turning point in Mughal history, as the empire began to weaken and fragment in the years following his death.</a:t>
            </a:r>
          </a:p>
        </p:txBody>
      </p:sp>
      <p:sp>
        <p:nvSpPr>
          <p:cNvPr id="7" name="Slide Number Placeholder 6">
            <a:extLst>
              <a:ext uri="{FF2B5EF4-FFF2-40B4-BE49-F238E27FC236}">
                <a16:creationId xmlns:a16="http://schemas.microsoft.com/office/drawing/2014/main" xmlns="" id="{9E57E506-8594-CFB5-282F-AA4CFA8E1069}"/>
              </a:ext>
            </a:extLst>
          </p:cNvPr>
          <p:cNvSpPr>
            <a:spLocks noGrp="1"/>
          </p:cNvSpPr>
          <p:nvPr>
            <p:ph type="sldNum" sz="quarter" idx="12"/>
          </p:nvPr>
        </p:nvSpPr>
        <p:spPr/>
        <p:txBody>
          <a:bodyPr/>
          <a:lstStyle/>
          <a:p>
            <a:fld id="{C98E8F76-4D2A-4742-A30D-DC9AC0D7EE6A}" type="slidenum">
              <a:rPr lang="en-US" smtClean="0"/>
              <a:t>13</a:t>
            </a:fld>
            <a:endParaRPr lang="en-US"/>
          </a:p>
        </p:txBody>
      </p:sp>
      <p:pic>
        <p:nvPicPr>
          <p:cNvPr id="4" name="Picture 3"/>
          <p:cNvPicPr>
            <a:picLocks noChangeAspect="1"/>
          </p:cNvPicPr>
          <p:nvPr/>
        </p:nvPicPr>
        <p:blipFill>
          <a:blip r:embed="rId2"/>
          <a:stretch>
            <a:fillRect/>
          </a:stretch>
        </p:blipFill>
        <p:spPr>
          <a:xfrm>
            <a:off x="7240952" y="967813"/>
            <a:ext cx="4951048" cy="3294697"/>
          </a:xfrm>
          <a:prstGeom prst="rect">
            <a:avLst/>
          </a:prstGeom>
        </p:spPr>
      </p:pic>
    </p:spTree>
    <p:extLst>
      <p:ext uri="{BB962C8B-B14F-4D97-AF65-F5344CB8AC3E}">
        <p14:creationId xmlns:p14="http://schemas.microsoft.com/office/powerpoint/2010/main" val="762203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11241F-0093-4EAF-4646-D87354477A5A}"/>
              </a:ext>
            </a:extLst>
          </p:cNvPr>
          <p:cNvSpPr>
            <a:spLocks noGrp="1"/>
          </p:cNvSpPr>
          <p:nvPr>
            <p:ph type="title"/>
          </p:nvPr>
        </p:nvSpPr>
        <p:spPr/>
        <p:txBody>
          <a:bodyPr/>
          <a:lstStyle/>
          <a:p>
            <a:r>
              <a:rPr lang="en-US" b="1" dirty="0">
                <a:solidFill>
                  <a:schemeClr val="accent3">
                    <a:lumMod val="50000"/>
                  </a:schemeClr>
                </a:solidFill>
                <a:latin typeface="Aptos Display" panose="020B0004020202020204" pitchFamily="34" charset="0"/>
              </a:rPr>
              <a:t> Impact of the First Six Emperors</a:t>
            </a:r>
          </a:p>
        </p:txBody>
      </p:sp>
      <p:sp>
        <p:nvSpPr>
          <p:cNvPr id="3" name="Content Placeholder 2">
            <a:extLst>
              <a:ext uri="{FF2B5EF4-FFF2-40B4-BE49-F238E27FC236}">
                <a16:creationId xmlns:a16="http://schemas.microsoft.com/office/drawing/2014/main" xmlns="" id="{488D6397-DE64-CF0D-727C-76D25D9525B8}"/>
              </a:ext>
            </a:extLst>
          </p:cNvPr>
          <p:cNvSpPr>
            <a:spLocks noGrp="1"/>
          </p:cNvSpPr>
          <p:nvPr>
            <p:ph idx="1"/>
          </p:nvPr>
        </p:nvSpPr>
        <p:spPr>
          <a:xfrm>
            <a:off x="838200" y="1690687"/>
            <a:ext cx="10515600" cy="4802187"/>
          </a:xfrm>
        </p:spPr>
        <p:txBody>
          <a:bodyPr>
            <a:normAutofit/>
          </a:bodyPr>
          <a:lstStyle/>
          <a:p>
            <a:pPr algn="l">
              <a:buFont typeface="Arial" panose="020B0604020202020204" pitchFamily="34" charset="0"/>
              <a:buChar char="•"/>
            </a:pPr>
            <a:r>
              <a:rPr lang="en-US" sz="1800" b="1" dirty="0"/>
              <a:t>Babur (1526-1530):</a:t>
            </a:r>
          </a:p>
          <a:p>
            <a:pPr algn="l">
              <a:buFont typeface="Arial" panose="020B0604020202020204" pitchFamily="34" charset="0"/>
              <a:buChar char="•"/>
            </a:pPr>
            <a:r>
              <a:rPr lang="en-US" sz="1800" b="0" i="0" dirty="0">
                <a:solidFill>
                  <a:srgbClr val="374151"/>
                </a:solidFill>
                <a:effectLst/>
                <a:latin typeface="Söhne"/>
              </a:rPr>
              <a:t>Founded the Mughal Empire with his victory at the First Battle of Panipat.</a:t>
            </a:r>
          </a:p>
          <a:p>
            <a:pPr algn="l">
              <a:buFont typeface="Arial" panose="020B0604020202020204" pitchFamily="34" charset="0"/>
              <a:buChar char="•"/>
            </a:pPr>
            <a:r>
              <a:rPr lang="en-US" sz="1800" b="0" i="0" dirty="0">
                <a:solidFill>
                  <a:srgbClr val="374151"/>
                </a:solidFill>
                <a:effectLst/>
                <a:latin typeface="Söhne"/>
              </a:rPr>
              <a:t>Introduced Central Asian influences, including the concept of a centralized empire.</a:t>
            </a:r>
          </a:p>
          <a:p>
            <a:pPr algn="l">
              <a:buFont typeface="Arial" panose="020B0604020202020204" pitchFamily="34" charset="0"/>
              <a:buChar char="•"/>
            </a:pPr>
            <a:r>
              <a:rPr lang="en-US" sz="1800" b="0" i="0" dirty="0">
                <a:solidFill>
                  <a:srgbClr val="374151"/>
                </a:solidFill>
                <a:effectLst/>
                <a:latin typeface="Söhne"/>
              </a:rPr>
              <a:t>Left a legacy of cultural exchange and early Mughal art.</a:t>
            </a:r>
            <a:endParaRPr lang="en-US" sz="1800" i="0" dirty="0">
              <a:solidFill>
                <a:srgbClr val="374151"/>
              </a:solidFill>
              <a:effectLst/>
              <a:latin typeface="Söhne"/>
            </a:endParaRPr>
          </a:p>
          <a:p>
            <a:r>
              <a:rPr lang="en-US" sz="1800" b="1" dirty="0"/>
              <a:t>Humayun (1530-1556):</a:t>
            </a:r>
          </a:p>
          <a:p>
            <a:pPr algn="l">
              <a:buFont typeface="Arial" panose="020B0604020202020204" pitchFamily="34" charset="0"/>
              <a:buChar char="•"/>
            </a:pPr>
            <a:r>
              <a:rPr lang="en-US" sz="1800" b="0" i="0" dirty="0">
                <a:solidFill>
                  <a:srgbClr val="374151"/>
                </a:solidFill>
                <a:effectLst/>
                <a:latin typeface="Söhne"/>
              </a:rPr>
              <a:t>Sustained the empire through challenging times, preserving Babur's legacy.</a:t>
            </a:r>
          </a:p>
          <a:p>
            <a:pPr algn="l">
              <a:buFont typeface="Arial" panose="020B0604020202020204" pitchFamily="34" charset="0"/>
              <a:buChar char="•"/>
            </a:pPr>
            <a:r>
              <a:rPr lang="en-US" sz="1800" b="0" i="0" dirty="0">
                <a:solidFill>
                  <a:srgbClr val="374151"/>
                </a:solidFill>
                <a:effectLst/>
                <a:latin typeface="Söhne"/>
              </a:rPr>
              <a:t>Contributed to the development of Mughal art and culture.</a:t>
            </a:r>
          </a:p>
          <a:p>
            <a:pPr algn="l">
              <a:buFont typeface="Arial" panose="020B0604020202020204" pitchFamily="34" charset="0"/>
              <a:buChar char="•"/>
            </a:pPr>
            <a:r>
              <a:rPr lang="en-US" sz="1800" b="0" i="0" dirty="0">
                <a:solidFill>
                  <a:srgbClr val="374151"/>
                </a:solidFill>
                <a:effectLst/>
                <a:latin typeface="Söhne"/>
              </a:rPr>
              <a:t>Reclaimed the empire after his exile, setting the stage for its continued growth.</a:t>
            </a:r>
          </a:p>
          <a:p>
            <a:pPr algn="l">
              <a:buFont typeface="Arial" panose="020B0604020202020204" pitchFamily="34" charset="0"/>
              <a:buChar char="•"/>
            </a:pPr>
            <a:r>
              <a:rPr lang="en-US" sz="1800" b="1" i="0" dirty="0">
                <a:effectLst/>
                <a:latin typeface="Söhne"/>
              </a:rPr>
              <a:t>Akbar the Great (1556-1605):</a:t>
            </a:r>
          </a:p>
          <a:p>
            <a:pPr algn="l">
              <a:buFont typeface="Arial" panose="020B0604020202020204" pitchFamily="34" charset="0"/>
              <a:buChar char="•"/>
            </a:pPr>
            <a:r>
              <a:rPr lang="en-US" sz="1800" b="0" i="0" dirty="0">
                <a:solidFill>
                  <a:srgbClr val="374151"/>
                </a:solidFill>
                <a:effectLst/>
                <a:latin typeface="Söhne"/>
              </a:rPr>
              <a:t>Implemented policies of religious tolerance, fostering unity among diverse communities.</a:t>
            </a:r>
          </a:p>
          <a:p>
            <a:pPr algn="l">
              <a:buFont typeface="Arial" panose="020B0604020202020204" pitchFamily="34" charset="0"/>
              <a:buChar char="•"/>
            </a:pPr>
            <a:r>
              <a:rPr lang="en-US" sz="1800" b="0" i="0" dirty="0">
                <a:solidFill>
                  <a:srgbClr val="374151"/>
                </a:solidFill>
                <a:effectLst/>
                <a:latin typeface="Söhne"/>
              </a:rPr>
              <a:t>Introduced administrative reforms like the Mansabdari system.</a:t>
            </a:r>
          </a:p>
          <a:p>
            <a:pPr algn="l">
              <a:buFont typeface="Arial" panose="020B0604020202020204" pitchFamily="34" charset="0"/>
              <a:buChar char="•"/>
            </a:pPr>
            <a:r>
              <a:rPr lang="en-US" sz="1800" b="0" i="0" dirty="0">
                <a:solidFill>
                  <a:srgbClr val="374151"/>
                </a:solidFill>
                <a:effectLst/>
                <a:latin typeface="Söhne"/>
              </a:rPr>
              <a:t>Patronized art, leading to the flourishing of the Mughal Renaissance.</a:t>
            </a:r>
          </a:p>
          <a:p>
            <a:pPr algn="l">
              <a:buFont typeface="Arial" panose="020B0604020202020204" pitchFamily="34" charset="0"/>
              <a:buChar char="•"/>
            </a:pPr>
            <a:endParaRPr lang="en-US" sz="1800" b="0" i="0" dirty="0">
              <a:solidFill>
                <a:srgbClr val="374151"/>
              </a:solidFill>
              <a:effectLst/>
              <a:latin typeface="Söhne"/>
            </a:endParaRPr>
          </a:p>
        </p:txBody>
      </p:sp>
      <p:sp>
        <p:nvSpPr>
          <p:cNvPr id="6" name="Slide Number Placeholder 5">
            <a:extLst>
              <a:ext uri="{FF2B5EF4-FFF2-40B4-BE49-F238E27FC236}">
                <a16:creationId xmlns:a16="http://schemas.microsoft.com/office/drawing/2014/main" xmlns="" id="{589F8BCE-D393-8A18-B1D3-DE008F2A1D5D}"/>
              </a:ext>
            </a:extLst>
          </p:cNvPr>
          <p:cNvSpPr>
            <a:spLocks noGrp="1"/>
          </p:cNvSpPr>
          <p:nvPr>
            <p:ph type="sldNum" sz="quarter" idx="12"/>
          </p:nvPr>
        </p:nvSpPr>
        <p:spPr/>
        <p:txBody>
          <a:bodyPr/>
          <a:lstStyle/>
          <a:p>
            <a:fld id="{C98E8F76-4D2A-4742-A30D-DC9AC0D7EE6A}" type="slidenum">
              <a:rPr lang="en-US" smtClean="0"/>
              <a:t>14</a:t>
            </a:fld>
            <a:endParaRPr lang="en-US"/>
          </a:p>
        </p:txBody>
      </p:sp>
    </p:spTree>
    <p:extLst>
      <p:ext uri="{BB962C8B-B14F-4D97-AF65-F5344CB8AC3E}">
        <p14:creationId xmlns:p14="http://schemas.microsoft.com/office/powerpoint/2010/main" val="2657020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11241F-0093-4EAF-4646-D87354477A5A}"/>
              </a:ext>
            </a:extLst>
          </p:cNvPr>
          <p:cNvSpPr>
            <a:spLocks noGrp="1"/>
          </p:cNvSpPr>
          <p:nvPr>
            <p:ph type="title"/>
          </p:nvPr>
        </p:nvSpPr>
        <p:spPr/>
        <p:txBody>
          <a:bodyPr/>
          <a:lstStyle/>
          <a:p>
            <a:r>
              <a:rPr lang="en-US" b="1" dirty="0">
                <a:solidFill>
                  <a:schemeClr val="accent3">
                    <a:lumMod val="50000"/>
                  </a:schemeClr>
                </a:solidFill>
                <a:latin typeface="Aptos Display" panose="020B0004020202020204" pitchFamily="34" charset="0"/>
              </a:rPr>
              <a:t> Impact of the First Six Emperors</a:t>
            </a:r>
          </a:p>
        </p:txBody>
      </p:sp>
      <p:sp>
        <p:nvSpPr>
          <p:cNvPr id="3" name="Content Placeholder 2">
            <a:extLst>
              <a:ext uri="{FF2B5EF4-FFF2-40B4-BE49-F238E27FC236}">
                <a16:creationId xmlns:a16="http://schemas.microsoft.com/office/drawing/2014/main" xmlns="" id="{488D6397-DE64-CF0D-727C-76D25D9525B8}"/>
              </a:ext>
            </a:extLst>
          </p:cNvPr>
          <p:cNvSpPr>
            <a:spLocks noGrp="1"/>
          </p:cNvSpPr>
          <p:nvPr>
            <p:ph idx="1"/>
          </p:nvPr>
        </p:nvSpPr>
        <p:spPr>
          <a:xfrm>
            <a:off x="838200" y="1690687"/>
            <a:ext cx="10515600" cy="4802187"/>
          </a:xfrm>
        </p:spPr>
        <p:txBody>
          <a:bodyPr>
            <a:normAutofit/>
          </a:bodyPr>
          <a:lstStyle/>
          <a:p>
            <a:pPr algn="l">
              <a:buFont typeface="Arial" panose="020B0604020202020204" pitchFamily="34" charset="0"/>
              <a:buChar char="•"/>
            </a:pPr>
            <a:r>
              <a:rPr lang="en-US" sz="1800" b="1" dirty="0"/>
              <a:t>Jahangir (1605-1627):</a:t>
            </a:r>
          </a:p>
          <a:p>
            <a:pPr algn="l">
              <a:buFont typeface="Arial" panose="020B0604020202020204" pitchFamily="34" charset="0"/>
              <a:buChar char="•"/>
            </a:pPr>
            <a:r>
              <a:rPr lang="en-US" sz="1800" b="0" i="0" dirty="0">
                <a:solidFill>
                  <a:srgbClr val="374151"/>
                </a:solidFill>
                <a:effectLst/>
                <a:latin typeface="Söhne"/>
              </a:rPr>
              <a:t>Showcased a unique personality and interests, including a love for art and nature.</a:t>
            </a:r>
          </a:p>
          <a:p>
            <a:pPr algn="l">
              <a:buFont typeface="Arial" panose="020B0604020202020204" pitchFamily="34" charset="0"/>
              <a:buChar char="•"/>
            </a:pPr>
            <a:r>
              <a:rPr lang="en-US" sz="1800" b="0" i="0" dirty="0">
                <a:solidFill>
                  <a:srgbClr val="374151"/>
                </a:solidFill>
                <a:effectLst/>
                <a:latin typeface="Söhne"/>
              </a:rPr>
              <a:t>Developed trade relations with the British East India Company.</a:t>
            </a:r>
          </a:p>
          <a:p>
            <a:pPr algn="l">
              <a:buFont typeface="Arial" panose="020B0604020202020204" pitchFamily="34" charset="0"/>
              <a:buChar char="•"/>
            </a:pPr>
            <a:r>
              <a:rPr lang="en-US" sz="1800" b="0" i="0" dirty="0">
                <a:solidFill>
                  <a:srgbClr val="374151"/>
                </a:solidFill>
                <a:effectLst/>
                <a:latin typeface="Söhne"/>
              </a:rPr>
              <a:t>His era, known as the "Jahangirian Age," saw significant cultural achievements.</a:t>
            </a:r>
            <a:endParaRPr lang="en-US" sz="1800" i="0" dirty="0">
              <a:solidFill>
                <a:srgbClr val="374151"/>
              </a:solidFill>
              <a:effectLst/>
              <a:latin typeface="Söhne"/>
            </a:endParaRPr>
          </a:p>
          <a:p>
            <a:r>
              <a:rPr lang="en-US" sz="1800" b="1" dirty="0"/>
              <a:t>Shah Jahan (1628-1658):</a:t>
            </a:r>
          </a:p>
          <a:p>
            <a:r>
              <a:rPr lang="en-US" sz="1800" b="0" i="0" dirty="0">
                <a:solidFill>
                  <a:srgbClr val="374151"/>
                </a:solidFill>
                <a:effectLst/>
                <a:latin typeface="Söhne"/>
              </a:rPr>
              <a:t>Commissioned iconic architectural wonders, including the Taj Mahal and Red Fort.</a:t>
            </a:r>
          </a:p>
          <a:p>
            <a:r>
              <a:rPr lang="en-US" sz="1800" b="0" i="0" dirty="0">
                <a:solidFill>
                  <a:srgbClr val="374151"/>
                </a:solidFill>
                <a:effectLst/>
                <a:latin typeface="Söhne"/>
              </a:rPr>
              <a:t>Oversaw a golden age of Mughal art and culture.</a:t>
            </a:r>
          </a:p>
          <a:p>
            <a:r>
              <a:rPr lang="en-US" sz="1800" b="0" i="0" dirty="0">
                <a:solidFill>
                  <a:srgbClr val="374151"/>
                </a:solidFill>
                <a:effectLst/>
                <a:latin typeface="Söhne"/>
              </a:rPr>
              <a:t>His rule represented the pinnacle of Mughal architectural achievements.</a:t>
            </a:r>
          </a:p>
          <a:p>
            <a:r>
              <a:rPr lang="en-US" sz="1800" b="1" i="0" dirty="0">
                <a:effectLst/>
                <a:latin typeface="Söhne"/>
              </a:rPr>
              <a:t>Aurangzeb (1658-1707):</a:t>
            </a:r>
          </a:p>
          <a:p>
            <a:r>
              <a:rPr lang="en-US" sz="1800" b="0" i="0" dirty="0">
                <a:solidFill>
                  <a:srgbClr val="374151"/>
                </a:solidFill>
                <a:effectLst/>
                <a:latin typeface="Söhne"/>
              </a:rPr>
              <a:t>Expanded the empire to its greatest territorial extent.</a:t>
            </a:r>
          </a:p>
          <a:p>
            <a:r>
              <a:rPr lang="en-US" sz="1800" b="0" i="0" dirty="0">
                <a:solidFill>
                  <a:srgbClr val="374151"/>
                </a:solidFill>
                <a:effectLst/>
                <a:latin typeface="Söhne"/>
              </a:rPr>
              <a:t>However, his rule is controversial for its religious orthodoxy and authoritarian policies.</a:t>
            </a:r>
          </a:p>
          <a:p>
            <a:r>
              <a:rPr lang="en-US" sz="1800" b="0" i="0" dirty="0">
                <a:solidFill>
                  <a:srgbClr val="374151"/>
                </a:solidFill>
                <a:effectLst/>
                <a:latin typeface="Söhne"/>
              </a:rPr>
              <a:t>His reign marked a turning point in Mughal history, leading to the empire's eventual decline.</a:t>
            </a:r>
          </a:p>
        </p:txBody>
      </p:sp>
      <p:sp>
        <p:nvSpPr>
          <p:cNvPr id="6" name="Slide Number Placeholder 5">
            <a:extLst>
              <a:ext uri="{FF2B5EF4-FFF2-40B4-BE49-F238E27FC236}">
                <a16:creationId xmlns:a16="http://schemas.microsoft.com/office/drawing/2014/main" xmlns="" id="{589F8BCE-D393-8A18-B1D3-DE008F2A1D5D}"/>
              </a:ext>
            </a:extLst>
          </p:cNvPr>
          <p:cNvSpPr>
            <a:spLocks noGrp="1"/>
          </p:cNvSpPr>
          <p:nvPr>
            <p:ph type="sldNum" sz="quarter" idx="12"/>
          </p:nvPr>
        </p:nvSpPr>
        <p:spPr/>
        <p:txBody>
          <a:bodyPr/>
          <a:lstStyle/>
          <a:p>
            <a:fld id="{C98E8F76-4D2A-4742-A30D-DC9AC0D7EE6A}" type="slidenum">
              <a:rPr lang="en-US" smtClean="0"/>
              <a:t>15</a:t>
            </a:fld>
            <a:endParaRPr lang="en-US"/>
          </a:p>
        </p:txBody>
      </p:sp>
    </p:spTree>
    <p:extLst>
      <p:ext uri="{BB962C8B-B14F-4D97-AF65-F5344CB8AC3E}">
        <p14:creationId xmlns:p14="http://schemas.microsoft.com/office/powerpoint/2010/main" val="805617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11241F-0093-4EAF-4646-D87354477A5A}"/>
              </a:ext>
            </a:extLst>
          </p:cNvPr>
          <p:cNvSpPr>
            <a:spLocks noGrp="1"/>
          </p:cNvSpPr>
          <p:nvPr>
            <p:ph type="title"/>
          </p:nvPr>
        </p:nvSpPr>
        <p:spPr/>
        <p:txBody>
          <a:bodyPr/>
          <a:lstStyle/>
          <a:p>
            <a:r>
              <a:rPr lang="en-US" b="1" dirty="0">
                <a:solidFill>
                  <a:schemeClr val="accent3">
                    <a:lumMod val="50000"/>
                  </a:schemeClr>
                </a:solidFill>
                <a:latin typeface="Aptos Display" panose="020B0004020202020204" pitchFamily="34" charset="0"/>
              </a:rPr>
              <a:t>Decline of Mughal Empire</a:t>
            </a:r>
          </a:p>
        </p:txBody>
      </p:sp>
      <p:sp>
        <p:nvSpPr>
          <p:cNvPr id="3" name="Content Placeholder 2">
            <a:extLst>
              <a:ext uri="{FF2B5EF4-FFF2-40B4-BE49-F238E27FC236}">
                <a16:creationId xmlns:a16="http://schemas.microsoft.com/office/drawing/2014/main" xmlns="" id="{488D6397-DE64-CF0D-727C-76D25D9525B8}"/>
              </a:ext>
            </a:extLst>
          </p:cNvPr>
          <p:cNvSpPr>
            <a:spLocks noGrp="1"/>
          </p:cNvSpPr>
          <p:nvPr>
            <p:ph idx="1"/>
          </p:nvPr>
        </p:nvSpPr>
        <p:spPr>
          <a:xfrm>
            <a:off x="762000" y="1549401"/>
            <a:ext cx="10515600" cy="4802187"/>
          </a:xfrm>
        </p:spPr>
        <p:txBody>
          <a:bodyPr>
            <a:normAutofit/>
          </a:bodyPr>
          <a:lstStyle/>
          <a:p>
            <a:pPr algn="l"/>
            <a:r>
              <a:rPr lang="en-US" sz="3200" b="1" i="0" dirty="0">
                <a:solidFill>
                  <a:srgbClr val="374151"/>
                </a:solidFill>
                <a:effectLst/>
                <a:latin typeface="Söhne"/>
              </a:rPr>
              <a:t>Factors Contributing to Decline:</a:t>
            </a:r>
            <a:endParaRPr lang="en-US" sz="3200" b="0" i="0" dirty="0">
              <a:solidFill>
                <a:srgbClr val="374151"/>
              </a:solidFill>
              <a:effectLst/>
              <a:latin typeface="Söhne"/>
            </a:endParaRPr>
          </a:p>
          <a:p>
            <a:pPr algn="l">
              <a:buFont typeface="+mj-lt"/>
              <a:buAutoNum type="arabicPeriod"/>
            </a:pPr>
            <a:r>
              <a:rPr lang="en-US" b="1" i="0" dirty="0">
                <a:solidFill>
                  <a:srgbClr val="374151"/>
                </a:solidFill>
                <a:effectLst/>
                <a:latin typeface="Söhne"/>
              </a:rPr>
              <a:t>Aurangzeb's Religious Policies</a:t>
            </a:r>
            <a:r>
              <a:rPr lang="en-US" sz="2400" b="1" i="0" dirty="0">
                <a:solidFill>
                  <a:srgbClr val="374151"/>
                </a:solidFill>
                <a:effectLst/>
                <a:latin typeface="Söhne"/>
              </a:rPr>
              <a:t>:</a:t>
            </a:r>
            <a:r>
              <a:rPr lang="en-US" sz="2000" b="0" i="0" dirty="0">
                <a:solidFill>
                  <a:srgbClr val="374151"/>
                </a:solidFill>
                <a:effectLst/>
                <a:latin typeface="Söhne"/>
              </a:rPr>
              <a:t> Aurangzeb's policies of religious orthodoxy alienated non-Muslim communities and led to internal strife.</a:t>
            </a:r>
          </a:p>
          <a:p>
            <a:pPr algn="l">
              <a:buFont typeface="+mj-lt"/>
              <a:buAutoNum type="arabicPeriod"/>
            </a:pPr>
            <a:r>
              <a:rPr lang="en-US" b="1" i="0" dirty="0">
                <a:solidFill>
                  <a:srgbClr val="374151"/>
                </a:solidFill>
                <a:effectLst/>
                <a:latin typeface="Söhne"/>
              </a:rPr>
              <a:t>Maratha and Sikh Resistance</a:t>
            </a:r>
            <a:r>
              <a:rPr lang="en-US" sz="2400" b="1" i="0" dirty="0">
                <a:solidFill>
                  <a:srgbClr val="374151"/>
                </a:solidFill>
                <a:effectLst/>
                <a:latin typeface="Söhne"/>
              </a:rPr>
              <a:t>:</a:t>
            </a:r>
            <a:r>
              <a:rPr lang="en-US" sz="2400" b="0" i="0" dirty="0">
                <a:solidFill>
                  <a:srgbClr val="374151"/>
                </a:solidFill>
                <a:effectLst/>
                <a:latin typeface="Söhne"/>
              </a:rPr>
              <a:t> </a:t>
            </a:r>
            <a:r>
              <a:rPr lang="en-US" sz="2000" b="0" i="0" dirty="0">
                <a:solidFill>
                  <a:srgbClr val="374151"/>
                </a:solidFill>
                <a:effectLst/>
                <a:latin typeface="Söhne"/>
              </a:rPr>
              <a:t>The Marathas and Sikhs mounted formidable challenges to Mughal authority, gradually weakening imperial control.</a:t>
            </a:r>
          </a:p>
          <a:p>
            <a:pPr algn="l">
              <a:buFont typeface="+mj-lt"/>
              <a:buAutoNum type="arabicPeriod"/>
            </a:pPr>
            <a:r>
              <a:rPr lang="en-US" b="1" i="0" dirty="0">
                <a:solidFill>
                  <a:srgbClr val="374151"/>
                </a:solidFill>
                <a:effectLst/>
                <a:latin typeface="Söhne"/>
              </a:rPr>
              <a:t>Economic Strain:</a:t>
            </a:r>
            <a:r>
              <a:rPr lang="en-US" sz="2000" b="0" i="0" dirty="0">
                <a:solidFill>
                  <a:srgbClr val="374151"/>
                </a:solidFill>
                <a:effectLst/>
                <a:latin typeface="Söhne"/>
              </a:rPr>
              <a:t> Costly military campaigns and the maintenance of a vast empire strained the Mughal treasury.</a:t>
            </a:r>
          </a:p>
          <a:p>
            <a:pPr algn="l">
              <a:buFont typeface="+mj-lt"/>
              <a:buAutoNum type="arabicPeriod"/>
            </a:pPr>
            <a:r>
              <a:rPr lang="en-US" b="1" i="0" dirty="0">
                <a:solidFill>
                  <a:srgbClr val="374151"/>
                </a:solidFill>
                <a:effectLst/>
                <a:latin typeface="Söhne"/>
              </a:rPr>
              <a:t>Succession Issues:</a:t>
            </a:r>
            <a:r>
              <a:rPr lang="en-US" sz="2000" b="0" i="0" dirty="0">
                <a:solidFill>
                  <a:srgbClr val="374151"/>
                </a:solidFill>
                <a:effectLst/>
                <a:latin typeface="Söhne"/>
              </a:rPr>
              <a:t> The empire faced instability due to frequent succession conflicts and weak leadership.</a:t>
            </a:r>
          </a:p>
          <a:p>
            <a:pPr algn="l">
              <a:buFont typeface="+mj-lt"/>
              <a:buAutoNum type="arabicPeriod"/>
            </a:pPr>
            <a:r>
              <a:rPr lang="en-US" b="1" i="0" dirty="0">
                <a:solidFill>
                  <a:srgbClr val="374151"/>
                </a:solidFill>
                <a:effectLst/>
                <a:latin typeface="Söhne"/>
              </a:rPr>
              <a:t>European Colonial Powers</a:t>
            </a:r>
            <a:r>
              <a:rPr lang="en-US" sz="2000" b="1" i="0" dirty="0">
                <a:solidFill>
                  <a:srgbClr val="374151"/>
                </a:solidFill>
                <a:effectLst/>
                <a:latin typeface="Söhne"/>
              </a:rPr>
              <a:t>:</a:t>
            </a:r>
            <a:r>
              <a:rPr lang="en-US" sz="2000" b="0" i="0" dirty="0">
                <a:solidFill>
                  <a:srgbClr val="374151"/>
                </a:solidFill>
                <a:effectLst/>
                <a:latin typeface="Söhne"/>
              </a:rPr>
              <a:t> The emergence of European colonial powers, such as the British and French, posed external threats to Mughal territories.</a:t>
            </a:r>
          </a:p>
        </p:txBody>
      </p:sp>
      <p:sp>
        <p:nvSpPr>
          <p:cNvPr id="6" name="Slide Number Placeholder 5">
            <a:extLst>
              <a:ext uri="{FF2B5EF4-FFF2-40B4-BE49-F238E27FC236}">
                <a16:creationId xmlns:a16="http://schemas.microsoft.com/office/drawing/2014/main" xmlns="" id="{589F8BCE-D393-8A18-B1D3-DE008F2A1D5D}"/>
              </a:ext>
            </a:extLst>
          </p:cNvPr>
          <p:cNvSpPr>
            <a:spLocks noGrp="1"/>
          </p:cNvSpPr>
          <p:nvPr>
            <p:ph type="sldNum" sz="quarter" idx="12"/>
          </p:nvPr>
        </p:nvSpPr>
        <p:spPr/>
        <p:txBody>
          <a:bodyPr/>
          <a:lstStyle/>
          <a:p>
            <a:fld id="{C98E8F76-4D2A-4742-A30D-DC9AC0D7EE6A}" type="slidenum">
              <a:rPr lang="en-US" smtClean="0"/>
              <a:t>16</a:t>
            </a:fld>
            <a:endParaRPr lang="en-US"/>
          </a:p>
        </p:txBody>
      </p:sp>
    </p:spTree>
    <p:extLst>
      <p:ext uri="{BB962C8B-B14F-4D97-AF65-F5344CB8AC3E}">
        <p14:creationId xmlns:p14="http://schemas.microsoft.com/office/powerpoint/2010/main" val="427443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11241F-0093-4EAF-4646-D87354477A5A}"/>
              </a:ext>
            </a:extLst>
          </p:cNvPr>
          <p:cNvSpPr>
            <a:spLocks noGrp="1"/>
          </p:cNvSpPr>
          <p:nvPr>
            <p:ph type="title"/>
          </p:nvPr>
        </p:nvSpPr>
        <p:spPr/>
        <p:txBody>
          <a:bodyPr/>
          <a:lstStyle/>
          <a:p>
            <a:r>
              <a:rPr lang="en-US" b="1" dirty="0">
                <a:solidFill>
                  <a:schemeClr val="accent3">
                    <a:lumMod val="50000"/>
                  </a:schemeClr>
                </a:solidFill>
                <a:latin typeface="Aptos Display" panose="020B0004020202020204" pitchFamily="34" charset="0"/>
              </a:rPr>
              <a:t>Decline of Mughal Empire</a:t>
            </a:r>
          </a:p>
        </p:txBody>
      </p:sp>
      <p:sp>
        <p:nvSpPr>
          <p:cNvPr id="3" name="Content Placeholder 2">
            <a:extLst>
              <a:ext uri="{FF2B5EF4-FFF2-40B4-BE49-F238E27FC236}">
                <a16:creationId xmlns:a16="http://schemas.microsoft.com/office/drawing/2014/main" xmlns="" id="{488D6397-DE64-CF0D-727C-76D25D9525B8}"/>
              </a:ext>
            </a:extLst>
          </p:cNvPr>
          <p:cNvSpPr>
            <a:spLocks noGrp="1"/>
          </p:cNvSpPr>
          <p:nvPr>
            <p:ph idx="1"/>
          </p:nvPr>
        </p:nvSpPr>
        <p:spPr>
          <a:xfrm>
            <a:off x="838200" y="1690687"/>
            <a:ext cx="10515600" cy="4802187"/>
          </a:xfrm>
        </p:spPr>
        <p:txBody>
          <a:bodyPr>
            <a:normAutofit/>
          </a:bodyPr>
          <a:lstStyle/>
          <a:p>
            <a:pPr algn="l"/>
            <a:r>
              <a:rPr lang="en-US" sz="3600" b="1" i="0" dirty="0">
                <a:solidFill>
                  <a:srgbClr val="374151"/>
                </a:solidFill>
                <a:effectLst/>
                <a:latin typeface="Söhne"/>
              </a:rPr>
              <a:t>Challenges Faced by Later Emperors:</a:t>
            </a:r>
          </a:p>
          <a:p>
            <a:pPr algn="l">
              <a:buFont typeface="Arial" panose="020B0604020202020204" pitchFamily="34" charset="0"/>
              <a:buChar char="•"/>
            </a:pPr>
            <a:r>
              <a:rPr lang="en-US" sz="1800" b="0" i="0" dirty="0">
                <a:solidFill>
                  <a:srgbClr val="374151"/>
                </a:solidFill>
                <a:effectLst/>
                <a:latin typeface="Söhne"/>
              </a:rPr>
              <a:t>Later Mughal emperors, like Bahadur Shah II, faced diminishing power and influence, reduced to being figureheads under the control of regional powers.</a:t>
            </a:r>
          </a:p>
          <a:p>
            <a:pPr algn="l"/>
            <a:r>
              <a:rPr lang="en-US" sz="3600" b="1" i="0" dirty="0">
                <a:solidFill>
                  <a:srgbClr val="374151"/>
                </a:solidFill>
                <a:effectLst/>
                <a:latin typeface="Söhne"/>
              </a:rPr>
              <a:t>Ultimate Fate:</a:t>
            </a:r>
            <a:endParaRPr lang="en-US" sz="3600" b="0" i="0" dirty="0">
              <a:solidFill>
                <a:srgbClr val="374151"/>
              </a:solidFill>
              <a:effectLst/>
              <a:latin typeface="Söhne"/>
            </a:endParaRPr>
          </a:p>
          <a:p>
            <a:pPr algn="l">
              <a:buFont typeface="Arial" panose="020B0604020202020204" pitchFamily="34" charset="0"/>
              <a:buChar char="•"/>
            </a:pPr>
            <a:r>
              <a:rPr lang="en-US" sz="1800" b="0" i="0" dirty="0">
                <a:solidFill>
                  <a:srgbClr val="374151"/>
                </a:solidFill>
                <a:effectLst/>
                <a:latin typeface="Söhne"/>
              </a:rPr>
              <a:t>The decline culminated in the Indian Rebellion of 1857, also known as the Indian Mutiny or Sepoy Mutiny, which marked a turning point.</a:t>
            </a:r>
          </a:p>
          <a:p>
            <a:pPr algn="l">
              <a:buFont typeface="Arial" panose="020B0604020202020204" pitchFamily="34" charset="0"/>
              <a:buChar char="•"/>
            </a:pPr>
            <a:r>
              <a:rPr lang="en-US" sz="1800" b="0" i="0" dirty="0">
                <a:solidFill>
                  <a:srgbClr val="374151"/>
                </a:solidFill>
                <a:effectLst/>
                <a:latin typeface="Söhne"/>
              </a:rPr>
              <a:t>Following the rebellion's suppression, the British East India Company assumed direct control over much of India, effectively ending Mughal rule.</a:t>
            </a:r>
          </a:p>
          <a:p>
            <a:pPr marL="0" indent="0" algn="l">
              <a:buNone/>
            </a:pPr>
            <a:r>
              <a:rPr lang="en-US" sz="1800" b="0" i="0" dirty="0">
                <a:solidFill>
                  <a:srgbClr val="374151"/>
                </a:solidFill>
                <a:effectLst/>
                <a:latin typeface="Söhne"/>
              </a:rPr>
              <a:t>        The decline of the Mughal Empire serves as a cautionary tale of the complex interplay of internal and external factors that can shape the destiny of empires. Its legacy, however,</a:t>
            </a:r>
          </a:p>
          <a:p>
            <a:pPr marL="0" indent="0" algn="l">
              <a:buNone/>
            </a:pPr>
            <a:r>
              <a:rPr lang="en-US" sz="1800" dirty="0">
                <a:solidFill>
                  <a:srgbClr val="374151"/>
                </a:solidFill>
                <a:latin typeface="Söhne"/>
              </a:rPr>
              <a:t>        </a:t>
            </a:r>
            <a:r>
              <a:rPr lang="en-US" sz="1800" b="0" i="0" dirty="0">
                <a:solidFill>
                  <a:srgbClr val="374151"/>
                </a:solidFill>
                <a:effectLst/>
                <a:latin typeface="Söhne"/>
              </a:rPr>
              <a:t>endures in the form of art, architecture, culture, and the historical memory of an extraordinary era.</a:t>
            </a:r>
            <a:endParaRPr lang="en-US" b="0" i="0" dirty="0">
              <a:solidFill>
                <a:srgbClr val="374151"/>
              </a:solidFill>
              <a:effectLst/>
              <a:latin typeface="Söhne"/>
            </a:endParaRPr>
          </a:p>
        </p:txBody>
      </p:sp>
      <p:sp>
        <p:nvSpPr>
          <p:cNvPr id="6" name="Slide Number Placeholder 5">
            <a:extLst>
              <a:ext uri="{FF2B5EF4-FFF2-40B4-BE49-F238E27FC236}">
                <a16:creationId xmlns:a16="http://schemas.microsoft.com/office/drawing/2014/main" xmlns="" id="{589F8BCE-D393-8A18-B1D3-DE008F2A1D5D}"/>
              </a:ext>
            </a:extLst>
          </p:cNvPr>
          <p:cNvSpPr>
            <a:spLocks noGrp="1"/>
          </p:cNvSpPr>
          <p:nvPr>
            <p:ph type="sldNum" sz="quarter" idx="12"/>
          </p:nvPr>
        </p:nvSpPr>
        <p:spPr/>
        <p:txBody>
          <a:bodyPr/>
          <a:lstStyle/>
          <a:p>
            <a:fld id="{C98E8F76-4D2A-4742-A30D-DC9AC0D7EE6A}" type="slidenum">
              <a:rPr lang="en-US" smtClean="0"/>
              <a:t>17</a:t>
            </a:fld>
            <a:endParaRPr lang="en-US"/>
          </a:p>
        </p:txBody>
      </p:sp>
    </p:spTree>
    <p:extLst>
      <p:ext uri="{BB962C8B-B14F-4D97-AF65-F5344CB8AC3E}">
        <p14:creationId xmlns:p14="http://schemas.microsoft.com/office/powerpoint/2010/main" val="3265369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81FF3B-D86F-A77D-94B6-756F6A358668}"/>
              </a:ext>
            </a:extLst>
          </p:cNvPr>
          <p:cNvSpPr>
            <a:spLocks noGrp="1"/>
          </p:cNvSpPr>
          <p:nvPr>
            <p:ph type="title"/>
          </p:nvPr>
        </p:nvSpPr>
        <p:spPr/>
        <p:txBody>
          <a:bodyPr/>
          <a:lstStyle/>
          <a:p>
            <a:r>
              <a:rPr lang="en-US" b="1" dirty="0">
                <a:solidFill>
                  <a:schemeClr val="accent3">
                    <a:lumMod val="50000"/>
                  </a:schemeClr>
                </a:solidFill>
                <a:latin typeface="Aptos Display" panose="020B0004020202020204" pitchFamily="34" charset="0"/>
              </a:rPr>
              <a:t>Conclusion</a:t>
            </a:r>
          </a:p>
        </p:txBody>
      </p:sp>
      <p:sp>
        <p:nvSpPr>
          <p:cNvPr id="3" name="Content Placeholder 2">
            <a:extLst>
              <a:ext uri="{FF2B5EF4-FFF2-40B4-BE49-F238E27FC236}">
                <a16:creationId xmlns:a16="http://schemas.microsoft.com/office/drawing/2014/main" xmlns="" id="{25889FB2-0053-A7F9-203C-C3A82E7F2926}"/>
              </a:ext>
            </a:extLst>
          </p:cNvPr>
          <p:cNvSpPr>
            <a:spLocks noGrp="1"/>
          </p:cNvSpPr>
          <p:nvPr>
            <p:ph idx="1"/>
          </p:nvPr>
        </p:nvSpPr>
        <p:spPr/>
        <p:txBody>
          <a:bodyPr>
            <a:normAutofit lnSpcReduction="10000"/>
          </a:bodyPr>
          <a:lstStyle/>
          <a:p>
            <a:r>
              <a:rPr lang="en-US" sz="2000" b="0" i="0" dirty="0">
                <a:solidFill>
                  <a:srgbClr val="374151"/>
                </a:solidFill>
                <a:effectLst/>
                <a:latin typeface="Söhne"/>
              </a:rPr>
              <a:t>In conclusion, the reigns of the first six Mughal emperors - Babur, Humayun, Akbar the Great, Jahangir, Shah Jahan, and Aurangzeb - collectively shaped the Mughal Empire in profound ways. Their rule spanned a period of remarkable cultural, architectural, and political achievements, leaving an indelible mark on the Indian subcontinent and the world.</a:t>
            </a:r>
          </a:p>
          <a:p>
            <a:r>
              <a:rPr lang="en-US" sz="2000" b="0" i="0" dirty="0">
                <a:solidFill>
                  <a:srgbClr val="374151"/>
                </a:solidFill>
                <a:effectLst/>
                <a:latin typeface="Söhne"/>
              </a:rPr>
              <a:t>Babur's conquest marked the empire's inception, while Humayun's perseverance preserved it during challenging times. Akbar's policies of religious tolerance and administrative reforms laid the groundwork for a prosperous and harmonious empire. Jahangir's unique personality and cultural contributions enriched Mughal art, and Shah Jahan's architectural legacy, epitomized by the Taj Mahal, stands as a testament to Mughal grandeur. Lastly, Aurangzeb, with his territorial expansion and religious orthodoxy, marked a turning point in Mughal history.</a:t>
            </a:r>
          </a:p>
          <a:p>
            <a:r>
              <a:rPr lang="en-US" sz="2000" b="0" i="0" dirty="0">
                <a:solidFill>
                  <a:srgbClr val="374151"/>
                </a:solidFill>
                <a:effectLst/>
                <a:latin typeface="Söhne"/>
              </a:rPr>
              <a:t>The combined impact of these six emperors on the Mughal Empire was profound. Their contributions in art, governance, and territorial expansion, as well as their individual idiosyncrasies, defined an era that continues to captivate our imagination today. The Mughal Empire remains a testament to their enduring legacy.</a:t>
            </a:r>
            <a:endParaRPr lang="en-US" sz="3200" dirty="0"/>
          </a:p>
        </p:txBody>
      </p:sp>
      <p:sp>
        <p:nvSpPr>
          <p:cNvPr id="6" name="Slide Number Placeholder 5">
            <a:extLst>
              <a:ext uri="{FF2B5EF4-FFF2-40B4-BE49-F238E27FC236}">
                <a16:creationId xmlns:a16="http://schemas.microsoft.com/office/drawing/2014/main" xmlns="" id="{17ED74D5-E673-5482-E688-0ADD6E8C7D9F}"/>
              </a:ext>
            </a:extLst>
          </p:cNvPr>
          <p:cNvSpPr>
            <a:spLocks noGrp="1"/>
          </p:cNvSpPr>
          <p:nvPr>
            <p:ph type="sldNum" sz="quarter" idx="12"/>
          </p:nvPr>
        </p:nvSpPr>
        <p:spPr/>
        <p:txBody>
          <a:bodyPr/>
          <a:lstStyle/>
          <a:p>
            <a:fld id="{C98E8F76-4D2A-4742-A30D-DC9AC0D7EE6A}" type="slidenum">
              <a:rPr lang="en-US" smtClean="0"/>
              <a:t>18</a:t>
            </a:fld>
            <a:endParaRPr lang="en-US"/>
          </a:p>
        </p:txBody>
      </p:sp>
    </p:spTree>
    <p:extLst>
      <p:ext uri="{BB962C8B-B14F-4D97-AF65-F5344CB8AC3E}">
        <p14:creationId xmlns:p14="http://schemas.microsoft.com/office/powerpoint/2010/main" val="3871844303"/>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TotalTime>
  <Words>1738</Words>
  <Application>Microsoft Office PowerPoint</Application>
  <PresentationFormat>Widescreen</PresentationFormat>
  <Paragraphs>152</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 Display</vt:lpstr>
      <vt:lpstr>Arial</vt:lpstr>
      <vt:lpstr>Calibri</vt:lpstr>
      <vt:lpstr>Calibri Light</vt:lpstr>
      <vt:lpstr>Söhne</vt:lpstr>
      <vt:lpstr>Office Theme</vt:lpstr>
      <vt:lpstr>The Mughal Empire: The Reign of the First Six Emperors</vt:lpstr>
      <vt:lpstr>Table of  Contents</vt:lpstr>
      <vt:lpstr>Table of  Contents</vt:lpstr>
      <vt:lpstr>Introduction to Mughal Empire</vt:lpstr>
      <vt:lpstr>Introduction to Mughal Empire</vt:lpstr>
      <vt:lpstr>Babur (1526-1530)</vt:lpstr>
      <vt:lpstr>Humayun (1530-1556)</vt:lpstr>
      <vt:lpstr> Akbar the Great (1556-1605)</vt:lpstr>
      <vt:lpstr>Jahangir (1605-1627)</vt:lpstr>
      <vt:lpstr>Shah Jahan (1628-1658)</vt:lpstr>
      <vt:lpstr>PowerPoint Presentation</vt:lpstr>
      <vt:lpstr>Aurangzeb (1658-1707)</vt:lpstr>
      <vt:lpstr>PowerPoint Presentation</vt:lpstr>
      <vt:lpstr> Impact of the First Six Emperors</vt:lpstr>
      <vt:lpstr> Impact of the First Six Emperors</vt:lpstr>
      <vt:lpstr>Decline of Mughal Empire</vt:lpstr>
      <vt:lpstr>Decline of Mughal Empire</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Mughal Empire: The Reign of the First Four Emperors</dc:title>
  <dc:creator>Mazhar UL Haq</dc:creator>
  <cp:lastModifiedBy>Fahad</cp:lastModifiedBy>
  <cp:revision>13</cp:revision>
  <dcterms:created xsi:type="dcterms:W3CDTF">2023-09-14T14:33:14Z</dcterms:created>
  <dcterms:modified xsi:type="dcterms:W3CDTF">2026-03-05T20:08:36Z</dcterms:modified>
</cp:coreProperties>
</file>