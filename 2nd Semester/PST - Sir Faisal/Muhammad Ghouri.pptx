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EDD7A-ABCB-4D58-994A-83C7B6376D49}" type="datetimeFigureOut">
              <a:rPr lang="en-US" smtClean="0"/>
              <a:t>11/20/2023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A1BF8-80A2-464C-A37C-A6D92F1E2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6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2A1BF8-80A2-464C-A37C-A6D92F1E29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2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2A1BF8-80A2-464C-A37C-A6D92F1E29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00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3DBEC-C3C8-45D0-82FD-5C7E1C4430F9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4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62DA-BB7C-4BD1-A399-B64BC088EAD2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FF8F7-00BD-4198-A46F-ACF63AC0C19A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4583C-92D8-4C8F-AEB0-80DCD9F72007}" type="datetime1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0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E3238-EB88-4CC1-8472-32D4EF6835FF}" type="datetime1">
              <a:rPr lang="en-US" smtClean="0"/>
              <a:t>11/20/2023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8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63309-EDB8-47E9-BEFC-F18B1335148E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54FD-C603-4CDD-8506-114B621E01F7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3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A36E3-2D60-4144-BBF2-8E1152E48FFE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2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6216-0D34-46FC-9F85-B4625A5BCBEA}" type="datetime1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9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8D31-53DB-4071-8291-F02B29598490}" type="datetime1">
              <a:rPr lang="en-US" smtClean="0"/>
              <a:t>11/20/2023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9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5D80E-E6C7-4B95-9416-2C3A39D9B9C8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63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1E1B-AE70-40EB-8B9F-AB082C4E22F5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355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8E1F-DF7F-4F46-9C54-0F2DCC8EBA01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43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A653-617C-4ACA-B79D-CE762B2B65DB}" type="datetime1">
              <a:rPr lang="en-US" smtClean="0"/>
              <a:t>11/20/2023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2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902D-2AF9-49E0-A905-23209521E586}" type="datetime1">
              <a:rPr lang="en-US" smtClean="0"/>
              <a:t>11/20/2023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29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C5C5E-51BF-4012-9405-AC21F159160E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71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F38C3-0B29-45FD-9B61-9D499FD3B711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1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24E6F7F-FE7F-4ED5-8CD9-968429CED0EC}" type="datetime1">
              <a:rPr lang="en-US" smtClean="0"/>
              <a:t>11/20/2023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A6BC6-CC86-4342-9260-79C68234A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87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4563" y="206062"/>
            <a:ext cx="7495505" cy="1159099"/>
          </a:xfrm>
        </p:spPr>
        <p:txBody>
          <a:bodyPr/>
          <a:lstStyle/>
          <a:p>
            <a:pPr algn="ctr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Dawood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of Engineering &amp; Technology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8112" y="1969785"/>
            <a:ext cx="6883758" cy="3709797"/>
          </a:xfrm>
        </p:spPr>
        <p:txBody>
          <a:bodyPr>
            <a:normAutofit lnSpcReduction="10000"/>
          </a:bodyPr>
          <a:lstStyle/>
          <a:p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GHAURI (1149-1206)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https://www.clearias.com/muhammad-ghori/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59865" cy="1859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287" y="1859200"/>
            <a:ext cx="3681882" cy="472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0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366" y="143704"/>
            <a:ext cx="5117056" cy="664171"/>
          </a:xfrm>
        </p:spPr>
        <p:txBody>
          <a:bodyPr/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069" y="1364479"/>
            <a:ext cx="4923875" cy="4315104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a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Turko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-Islamic invader from Afghanistan whose conquests led to the establishment of Islamic sultanates in India. 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hihabud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was the true founder of the Muslim empire in India.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Muiz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-din Muhammad bin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am, also known as Muhammad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hihabud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ghori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born in 1149 CE in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cap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550" y="1364479"/>
            <a:ext cx="4997869" cy="377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1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312" y="1532659"/>
            <a:ext cx="6392065" cy="4010860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12</a:t>
            </a:r>
            <a:r>
              <a:rPr lang="en-US" cap="none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century between the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Ghaznavi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Herat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located. A ruler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Alauddin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came un 1155 A.D.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 increased under sultan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lauddin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was also known as 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ahan-soz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(the world burner)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he also captured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Ghanavi’s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After his death his nephews came in to power.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Ghiyath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-Din Muhammad and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Mu’izz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-Din Muhammad or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Shihab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-Din Muhammad.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Ghiyath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Muhammad was King of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his younger brother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Shihab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Din Muhammad known as 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Commander-in-Chief of his army. </a:t>
            </a: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73" y="1532659"/>
            <a:ext cx="5070653" cy="505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9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281" y="1197736"/>
            <a:ext cx="6211761" cy="4958365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150 years had lapsed after the last invasion of Mahmud of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1027. But Indians did not develop the necessary processes and protections to meet the new challenges from outside.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1175 CE, 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took the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Gomal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 and conquered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ultan and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chch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northwest of the Indian subcontinent.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also captured Sindh in 1182 &amp; Lahore in 1186. and appointer Nasir-Uddin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Kabacha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Qutubuddin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Aibak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Governor respectively.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Muhammad-bin-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aktiyar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Khilji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another general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led a military expedition against Bihar and Bengal appointed Governor of Bengal.</a:t>
            </a: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042" y="1313646"/>
            <a:ext cx="4679228" cy="443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2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524" y="103031"/>
            <a:ext cx="6804189" cy="57654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BATTLE OF TARAIN 1191 A.D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524" y="1063416"/>
            <a:ext cx="7628437" cy="5042761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1191, Muhammad attacked and captured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abarhind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hatinda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part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rithviraj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hauhan’s dominion. This led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come into direct clash with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rithviraj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hauhan who was one of the most powerful Rajput rulers.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enemies met each other on the battlefield at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Tarain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80 miles from Delhi.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defeated in the battle but managed to escape; the battle was completely won over by the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ajputs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4932"/>
            <a:ext cx="7835900" cy="29228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900" y="1236372"/>
            <a:ext cx="4356100" cy="562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7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402" y="154547"/>
            <a:ext cx="8053439" cy="759853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BATTLE OF TARAIN (1192 CE):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402" y="1364478"/>
            <a:ext cx="7061767" cy="5268141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went back to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prepared his army for the next attack to avenge his defeat with more strategy and power this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Prithviraj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also organized the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 confederacy to resist Muhammad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it was weaker this time.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1192 CE, both armies met again on the same battlefield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time Muhammad defeated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Prithviraj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hauhan and Ajmer and Delhi were occupied by Muhammad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Ghauri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battles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known as the turning point in Indian history as they opened the way for further conquests of India by the Muslims.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battle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Muhammad appointed 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utubuddin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ibak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one of his slave generals, as the viceroy of the Indian provinces.</a:t>
            </a:r>
          </a:p>
          <a:p>
            <a:pPr algn="just"/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994" y="1063416"/>
            <a:ext cx="4804006" cy="3246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994" y="4356243"/>
            <a:ext cx="4762759" cy="25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9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313" y="295729"/>
            <a:ext cx="7628437" cy="643263"/>
          </a:xfrm>
        </p:spPr>
        <p:txBody>
          <a:bodyPr/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Islamic Rule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313" y="1313645"/>
            <a:ext cx="9714300" cy="4325155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ruler in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ajputs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who stop to further advance Muslims in India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Ghori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destroyed the pillars and foundation of idol temples and built in their mosques and colleges and the percepts of Islam and the customs of the law were tell and established.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rithvi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Raj was made as the ruler of Ajmer and he promised to pay tribute.  Mohammad of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Ghori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treat their slaves like children.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Mohammad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went back to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Ghazni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leaving one of slave it was a deciding victory by Muhammad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end of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rithviraj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hauhan in charge of his Indian assets, in short time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Qutb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-din-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ibak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conquered Meerut,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Delhi.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made Delhi the seat of his government (Slave </a:t>
            </a:r>
            <a:r>
              <a:rPr lang="en-US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ynasty) rule of Muslim after this battle come to existence.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Sultanat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Delhi and became sultan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00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708" y="295729"/>
            <a:ext cx="7538284" cy="772051"/>
          </a:xfrm>
        </p:spPr>
        <p:txBody>
          <a:bodyPr/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Death of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Ghori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0708" y="1416676"/>
            <a:ext cx="9649905" cy="4222124"/>
          </a:xfrm>
        </p:spPr>
        <p:txBody>
          <a:bodyPr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His way back to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hazni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his caravan rested at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hamiak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near </a:t>
            </a:r>
            <a:r>
              <a:rPr lang="en-US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ohawa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(which is near the city of Jhelum in the Punjab province of modern-day Pakistan).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was assassinated on March 15, 1206 while offering his evening prayers. His killers are unconfirmed. It may have been the 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Khokhars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1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Ghor</a:t>
            </a:r>
            <a:r>
              <a:rPr lang="en-US" b="1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Leadership Muhammad of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cap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Ghor</a:t>
            </a:r>
            <a:r>
              <a:rPr lang="en-US" cap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leadership styles always be an inspirational situational, autocratic, influential, coaching style, democratic style little inputs from team members visionary leadership motivating others opinion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cap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A6BC6-CC86-4342-9260-79C68234A1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56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1783</TotalTime>
  <Words>511</Words>
  <Application>Microsoft Office PowerPoint</Application>
  <PresentationFormat>Widescreen</PresentationFormat>
  <Paragraphs>53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Dawood University of Engineering &amp; Technology</vt:lpstr>
      <vt:lpstr>INTRODUCTION</vt:lpstr>
      <vt:lpstr>PowerPoint Presentation</vt:lpstr>
      <vt:lpstr>PowerPoint Presentation</vt:lpstr>
      <vt:lpstr>FIRST BATTLE OF TARAIN 1191 A.D</vt:lpstr>
      <vt:lpstr>SECOND BATTLE OF TARAIN (1192 CE):</vt:lpstr>
      <vt:lpstr>Islamic Rule</vt:lpstr>
      <vt:lpstr>Death of Ghori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Dawood University of Engineering &amp; Technology</dc:title>
  <dc:creator>Fahad</dc:creator>
  <cp:lastModifiedBy>Fahad</cp:lastModifiedBy>
  <cp:revision>48</cp:revision>
  <dcterms:created xsi:type="dcterms:W3CDTF">2023-04-27T18:26:44Z</dcterms:created>
  <dcterms:modified xsi:type="dcterms:W3CDTF">2023-11-20T07:43:17Z</dcterms:modified>
</cp:coreProperties>
</file>