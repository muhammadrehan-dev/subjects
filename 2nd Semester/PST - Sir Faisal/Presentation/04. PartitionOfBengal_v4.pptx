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73152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321040" y="0"/>
            <a:ext cx="822960" cy="100584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0" y="0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1143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Partition of Bengal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4A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1905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Colonial Strategy &amp; Its Consequences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828800" y="3017520"/>
            <a:ext cx="54864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algn="ctr"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Studies   </a:t>
            </a:r>
            <a:pPr algn="ctr" indent="0" marL="0">
              <a:buNone/>
            </a:pPr>
            <a:r>
              <a:rPr lang="en-US" sz="120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algn="ctr"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 </a:t>
            </a:r>
            <a:pPr algn="ctr" indent="0" marL="0">
              <a:buNone/>
            </a:pPr>
            <a:r>
              <a:rPr lang="en-US" sz="120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</a:t>
            </a:r>
            <a:pPr algn="ctr"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880" y="454456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32320" y="4544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274320" y="1353312"/>
            <a:ext cx="457200" cy="45720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13990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Overview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74320" y="1975104"/>
            <a:ext cx="457200" cy="45720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202082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Background Before 1905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74320" y="2596896"/>
            <a:ext cx="457200" cy="45720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" y="26426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Figures – Bengal at the Time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74320" y="3218688"/>
            <a:ext cx="457200" cy="45720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" y="32644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Behind the Partition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274320" y="3840480"/>
            <a:ext cx="457200" cy="45720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2960" y="38862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the Partition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663440" y="1353312"/>
            <a:ext cx="457200" cy="45720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212080" y="13990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Perspective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663440" y="1975104"/>
            <a:ext cx="457200" cy="45720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6344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212080" y="202082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Response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663440" y="2596896"/>
            <a:ext cx="457200" cy="45720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6344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212080" y="26426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Response &amp; Swadeshi Movement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663440" y="3218688"/>
            <a:ext cx="457200" cy="45720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6344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212080" y="32644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Annulment of the Partition (1911)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4663440" y="3840480"/>
            <a:ext cx="457200" cy="45720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634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212080" y="38862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Significance &amp; Conclusion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274320" y="1261872"/>
            <a:ext cx="8595360" cy="86868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1298448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16 October 1905, Lord Curzon divided Bengal into two parts: Eastern Bengal &amp; Assam, and Western Bengal.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" y="2212848"/>
            <a:ext cx="64008" cy="242316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2311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It?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250545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 Curzon — the British Viceroy (ruler) of India at that time.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2962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He Do It?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3236976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Reason: </a:t>
            </a:r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 was too big to manage as one province.
</a:t>
            </a:r>
            <a:pPr indent="0" marL="0">
              <a:buNone/>
            </a:pPr>
            <a:r>
              <a:rPr lang="en-US" sz="125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Reason: </a:t>
            </a:r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divide Hindus and Muslims so they would fight each other instead of fighting the British.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 Background Before 1905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74320" y="1353312"/>
            <a:ext cx="329184" cy="329184"/>
          </a:xfrm>
          <a:prstGeom prst="ellipse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3232" y="134416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 was the biggest and most active province in British India before 1905.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74320" y="1993392"/>
            <a:ext cx="329184" cy="329184"/>
          </a:xfrm>
          <a:prstGeom prst="ellipse">
            <a:avLst/>
          </a:prstGeom>
          <a:solidFill>
            <a:srgbClr val="4A8C5C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432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3232" y="198424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Calcutta (now Kolkata) was the capital of British India and the center of anti-British thinking.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74320" y="2633472"/>
            <a:ext cx="329184" cy="329184"/>
          </a:xfrm>
          <a:prstGeom prst="ellipse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13232" y="262432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National Congress was growing strong, and Bengali leaders were speaking out against British rule.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74320" y="3273552"/>
            <a:ext cx="329184" cy="329184"/>
          </a:xfrm>
          <a:prstGeom prst="ellipse">
            <a:avLst/>
          </a:prstGeom>
          <a:solidFill>
            <a:srgbClr val="4A8C5C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13232" y="32644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 had become the main place where people organized resistance against the British.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274320" y="3913632"/>
            <a:ext cx="329184" cy="329184"/>
          </a:xfrm>
          <a:prstGeom prst="ellipse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13232" y="390448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worried the British government a lot, so they decided to break Bengal apart.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Facts &amp; Figures — Bengal at the Time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74320" y="1325880"/>
            <a:ext cx="1965960" cy="192024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4173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~80M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20040" y="2286000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Bengal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50592" y="1325880"/>
            <a:ext cx="1965960" cy="192024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96312" y="14173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189K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2496312" y="2286000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Miles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of Bengal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26864" y="1325880"/>
            <a:ext cx="1965960" cy="192024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72584" y="14173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54M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4672584" y="2286000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Bengal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03136" y="1325880"/>
            <a:ext cx="1965960" cy="1920240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48856" y="14173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31M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6848856" y="2286000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of Eastern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 &amp; Assam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" y="3364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Facts: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65760" y="3639312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Western Bengal kept Calcutta as its capital   |   Eastern Bengal &amp; Assam had Dacca (now Dhaka) as its capital
</a:t>
            </a:r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Western Bengal also included Bihar and Odisha   |   Muslims were the majority in Eastern Bengal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Reasons Behind the Partition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274320" y="1298448"/>
            <a:ext cx="3977640" cy="3364992"/>
          </a:xfrm>
          <a:prstGeom prst="rect">
            <a:avLst/>
          </a:prstGeom>
          <a:solidFill>
            <a:srgbClr val="E8F5E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298448"/>
            <a:ext cx="3977640" cy="4389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29844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REASON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" y="1810512"/>
            <a:ext cx="37033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Efficiency
</a:t>
            </a:r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 was too big for one administration to manage.
</a:t>
            </a:r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 Curzon said dividing it would make things easier to run and help develop the eastern area.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34840" y="1298448"/>
            <a:ext cx="4434840" cy="3364992"/>
          </a:xfrm>
          <a:prstGeom prst="rect">
            <a:avLst/>
          </a:prstGeom>
          <a:solidFill>
            <a:srgbClr val="E8F5E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298448"/>
            <a:ext cx="4434840" cy="438912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34840" y="129844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MOTIVE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0" y="1810512"/>
            <a:ext cx="41605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Rule
</a:t>
            </a:r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putting Hindus in the West and Muslims in the East, the British wanted to:
</a:t>
            </a:r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Create fights between Hindus and Muslims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Break up the unity of freedom fighters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 Weaken the Congress party in Bengal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of the Partition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4315968" y="1298448"/>
            <a:ext cx="54864" cy="3364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0" y="22860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298448"/>
            <a:ext cx="3931920" cy="4389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129844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BENGAL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74320" y="1737360"/>
            <a:ext cx="3931920" cy="2926080"/>
          </a:xfrm>
          <a:prstGeom prst="rect">
            <a:avLst/>
          </a:prstGeom>
          <a:solidFill>
            <a:srgbClr val="E8F5E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</a:t>
            </a:r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 and Odisha
</a:t>
            </a:r>
            <a:pPr indent="0" marL="0">
              <a:buNone/>
            </a:pPr>
            <a:r>
              <a:rPr lang="en-US" sz="120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Capital: </a:t>
            </a:r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Calcutta (Kolkata)
</a:t>
            </a:r>
            <a:pPr indent="0" marL="0">
              <a:buNone/>
            </a:pPr>
            <a:r>
              <a:rPr lang="en-US" sz="120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Religion: </a:t>
            </a:r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Hindu
</a:t>
            </a:r>
            <a:pPr indent="0" marL="0">
              <a:buNone/>
            </a:pPr>
            <a:r>
              <a:rPr lang="en-US" sz="120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base for Congress and freedom movement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480560" y="1298448"/>
            <a:ext cx="4370832" cy="438912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80560" y="1298448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BENGAL &amp; ASSAM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80560" y="1737360"/>
            <a:ext cx="4370832" cy="2926080"/>
          </a:xfrm>
          <a:prstGeom prst="rect">
            <a:avLst/>
          </a:prstGeom>
          <a:solidFill>
            <a:srgbClr val="E8F5E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17720" y="1828800"/>
            <a:ext cx="41148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Capital: </a:t>
            </a:r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Dacca (Dhaka)
</a:t>
            </a:r>
            <a:pPr indent="0" marL="0">
              <a:buNone/>
            </a:pPr>
            <a:r>
              <a:rPr lang="en-US" sz="120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Religion: </a:t>
            </a:r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Muslim
</a:t>
            </a:r>
            <a:pPr indent="0" marL="0">
              <a:buNone/>
            </a:pPr>
            <a:r>
              <a:rPr lang="en-US" sz="120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Population: </a:t>
            </a:r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31 million
</a:t>
            </a:r>
            <a:pPr indent="0" marL="0">
              <a:buNone/>
            </a:pPr>
            <a:r>
              <a:rPr lang="en-US" sz="1200" b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became an important new center of power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British Perspective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65760" y="12252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 British Do — and Why?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4320" y="1600200"/>
            <a:ext cx="64008" cy="59436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6002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to Weaken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1874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British drew the dividing line between Hindu and Muslim areas on purpose — to create fights between communities and stop them from uniting against British rule.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350008"/>
            <a:ext cx="64008" cy="59436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350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Administration as an Excuse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26243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said dividing Bengal was needed for better management — but really it was a political trick to control people more easily.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4320" y="3099816"/>
            <a:ext cx="64008" cy="59436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0998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Freedom Movement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337413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 was where most freedom fighters were active. Breaking it apart was meant to silence them and weaken the Congress party.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3849624"/>
            <a:ext cx="64008" cy="59436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8496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Group Against Another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412394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creating a Muslim-majority East Bengal, the British hoped Muslims would support them and work against Hindu leaders.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Muslim Response to the Partition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74320" y="1280160"/>
            <a:ext cx="8595360" cy="68580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133502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Response: Many Muslim Leaders Were in Favor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" y="2084832"/>
            <a:ext cx="457200" cy="62179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08483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2084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Political Chance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235915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Bengal gave Muslims their own province to lead. Dhaka became the capital, which made it more important politically.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4320" y="2907792"/>
            <a:ext cx="457200" cy="621792"/>
          </a:xfrm>
          <a:prstGeom prst="rect">
            <a:avLst/>
          </a:prstGeom>
          <a:solidFill>
            <a:srgbClr val="4A8C5C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90779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960" y="29077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All-India Muslim League Was Formed (1906)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318211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partition led directly to the creation of the All-India Muslim League in Dhaka in 1906 — a major political party for Muslims.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3730752"/>
            <a:ext cx="457200" cy="62179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373075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2960" y="37307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View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2960" y="400507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Hindus saw the partition as harmful, many Muslims saw it as a chance to have their own separate political voice.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Hindu Response to the Partition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65760" y="1225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Anger and Protest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74320" y="1572768"/>
            <a:ext cx="64008" cy="56692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5727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Like an Attack on Their Home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184708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 Bengalis felt the partition was tearing apart their land, culture, and language. People called it 'cutting the motherland into pieces.'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322576"/>
            <a:ext cx="64008" cy="56692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3225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the Swadeshi Movement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259689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leaders started the Swadeshi Movement — they stopped buying British products and only used goods made in India.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4320" y="3072384"/>
            <a:ext cx="64008" cy="56692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0723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Street Protests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334670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came out in large numbers across Bengal. They burned foreign clothes, sang songs about freedom, and marched in the streets.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3822192"/>
            <a:ext cx="64008" cy="56692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8221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Leaders Joined In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40965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like Bal Gangadhar Tilak, Bipin Chandra Pal, and Lala Lajpat Rai joined the movement and turned it into a huge national protest.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Swadeshi Movement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274320" y="1280160"/>
            <a:ext cx="8595360" cy="50292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1316736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After the 1905 Partition — A Movement to Resist British Economic Control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" y="1901952"/>
            <a:ext cx="4206240" cy="1207008"/>
          </a:xfrm>
          <a:prstGeom prst="rect">
            <a:avLst/>
          </a:prstGeom>
          <a:solidFill>
            <a:srgbClr val="E8F5E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1901952"/>
            <a:ext cx="4206240" cy="6400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1993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Buying British Products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" y="23042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refused to buy goods made in Britain, especially clothes and fabric, which hurt British businesses badly.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0" y="1901952"/>
            <a:ext cx="4206240" cy="1207008"/>
          </a:xfrm>
          <a:prstGeom prst="rect">
            <a:avLst/>
          </a:prstGeom>
          <a:solidFill>
            <a:srgbClr val="EEF7F1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1901952"/>
            <a:ext cx="4206240" cy="64008"/>
          </a:xfrm>
          <a:prstGeom prst="rect">
            <a:avLst/>
          </a:prstGeom>
          <a:solidFill>
            <a:srgbClr val="4A8C5C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19933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of Foreign Clothes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00600" y="230428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burned imported clothes in public as a sign of protest — showing they rejected British products completely.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" y="3255264"/>
            <a:ext cx="4206240" cy="1207008"/>
          </a:xfrm>
          <a:prstGeom prst="rect">
            <a:avLst/>
          </a:prstGeom>
          <a:solidFill>
            <a:srgbClr val="EEF7F1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3255264"/>
            <a:ext cx="4206240" cy="6400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346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Indian-Made Goods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11480" y="365760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started buying and making their own products. Local factories and small businesses grew a lot during this time.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63440" y="3255264"/>
            <a:ext cx="4206240" cy="1207008"/>
          </a:xfrm>
          <a:prstGeom prst="rect">
            <a:avLst/>
          </a:prstGeom>
          <a:solidFill>
            <a:srgbClr val="E8F5E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63440" y="3255264"/>
            <a:ext cx="4206240" cy="64008"/>
          </a:xfrm>
          <a:prstGeom prst="rect">
            <a:avLst/>
          </a:prstGeom>
          <a:solidFill>
            <a:srgbClr val="4A8C5C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3346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Joined In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800600" y="365760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students, women, and ordinary people all took part in the protest — not just politicians or leaders.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 Consequences — Muslim League 1906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74320" y="1280160"/>
            <a:ext cx="8595360" cy="566928"/>
          </a:xfrm>
          <a:prstGeom prst="rect">
            <a:avLst/>
          </a:prstGeom>
          <a:solidFill>
            <a:srgbClr val="E8F5E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133502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partition made people angrier at the British — but it also created a divide between Hindus and Muslims that changed South Asia forever.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74320" y="1993392"/>
            <a:ext cx="822960" cy="402336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19933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188720" y="2157984"/>
            <a:ext cx="7498080" cy="36576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80160" y="19385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 Was Divided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22311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 Curzon split Bengal into two parts on 16 October — one mostly Hindu, one mostly Muslim.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74320" y="2670048"/>
            <a:ext cx="822960" cy="402336"/>
          </a:xfrm>
          <a:prstGeom prst="rect">
            <a:avLst/>
          </a:prstGeom>
          <a:solidFill>
            <a:srgbClr val="4A8C5C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26700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1906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88720" y="2834640"/>
            <a:ext cx="7498080" cy="36576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2615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Muslim League Was Created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80160" y="2907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All-India Muslim League was set up in Dhaka to represent Muslim interests politically.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274320" y="3346704"/>
            <a:ext cx="822960" cy="402336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34670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1906–11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188720" y="3511296"/>
            <a:ext cx="7498080" cy="36576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80160" y="3291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Swadeshi Movement Got Stronger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280160" y="3584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across India stopped buying British goods. Normal citizens joined the protest for the first time.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274320" y="4023360"/>
            <a:ext cx="822960" cy="402336"/>
          </a:xfrm>
          <a:prstGeom prst="rect">
            <a:avLst/>
          </a:prstGeom>
          <a:solidFill>
            <a:srgbClr val="4A8C5C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0233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1911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188720" y="4187952"/>
            <a:ext cx="7498080" cy="36576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80160" y="39684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 Was Reunited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280160" y="426110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George V canceled the partition at the Delhi Durbar. The capital was also moved from Calcutta to Delhi.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Annulment of the Partition — 1911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274320" y="1280160"/>
            <a:ext cx="8595360" cy="59436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133502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Win for the People — Proof That United Protest Works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" y="1993392"/>
            <a:ext cx="64008" cy="53035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9933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Built Up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22494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Non-stop protests, boycotts, and unrest across the country forced the British to take the situation seriously.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2670048"/>
            <a:ext cx="64008" cy="530352"/>
          </a:xfrm>
          <a:prstGeom prst="rect">
            <a:avLst/>
          </a:prstGeom>
          <a:solidFill>
            <a:srgbClr val="4A8C5C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6700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Durbar 1911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2926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George V officially canceled the partition during the Delhi Durbar — Bengal was put back together as one province.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" y="3346704"/>
            <a:ext cx="64008" cy="53035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3467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Moved to Delhi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360273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time, the British moved the capital from Calcutta to Delhi — this reduced Calcutta's power even though Bengal was reunited.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4023360"/>
            <a:ext cx="64008" cy="530352"/>
          </a:xfrm>
          <a:prstGeom prst="rect">
            <a:avLst/>
          </a:prstGeom>
          <a:solidFill>
            <a:srgbClr val="4A8C5C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023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Lesson for the Future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2793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showed that peaceful but organized mass protest can force the government to change its decisions — a lesson used again and again in India's freedom struggle.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Significance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274320" y="1280160"/>
            <a:ext cx="457200" cy="50292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1280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12801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Turning Point in the Freedom Struggle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151790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partition was meant to stop the freedom movement — but instead it made people angrier and more united against British rule.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1938528"/>
            <a:ext cx="457200" cy="502920"/>
          </a:xfrm>
          <a:prstGeom prst="rect">
            <a:avLst/>
          </a:prstGeom>
          <a:solidFill>
            <a:srgbClr val="4A8C5C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19385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2960" y="19385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Boycott Became a Powerful Tool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217627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learned that refusing to buy British goods could hurt the British economy. Gandhi later used this same idea.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" y="2596896"/>
            <a:ext cx="457200" cy="50292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259689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2960" y="25968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Supported Their Own Industry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" y="283464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Swadeshi movement pushed people to buy Indian-made goods, which helped local businesses and factories grow.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4320" y="3255264"/>
            <a:ext cx="457200" cy="502920"/>
          </a:xfrm>
          <a:prstGeom prst="rect">
            <a:avLst/>
          </a:prstGeom>
          <a:solidFill>
            <a:srgbClr val="4A8C5C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25526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2960" y="325526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People Entered Politics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22960" y="349300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Women, students, and workers all joined protests for the first time. Politics was no longer just for rich or educated people.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74320" y="3913632"/>
            <a:ext cx="457200" cy="502920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39136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22960" y="39136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Hindu-Muslim Relations Got Worse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22960" y="415137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partition created political competition between Hindus and Muslims, which eventually contributed to the 1947 partition of India.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" y="483260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   |   Syeda Azrum Ali (081)   |   Anoosha Nadeem (077)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040880" y="48326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Sir Faisal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65760" y="7498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&amp; Long-Term Impact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657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1905 Partition shaped the future of South Asia: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1600200"/>
            <a:ext cx="4206240" cy="1298448"/>
          </a:xfrm>
          <a:prstGeom prst="rect">
            <a:avLst/>
          </a:prstGeom>
          <a:solidFill>
            <a:srgbClr val="E8F5E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1600200"/>
            <a:ext cx="4206240" cy="38404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6459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of 1947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84048" y="205740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Hindu-Muslim divide that grew after 1905 was one reason India and Pakistan were split into two separate countries in 1947.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1600200"/>
            <a:ext cx="4206240" cy="1298448"/>
          </a:xfrm>
          <a:prstGeom prst="rect">
            <a:avLst/>
          </a:prstGeom>
          <a:solidFill>
            <a:srgbClr val="E8F5E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1600200"/>
            <a:ext cx="4206240" cy="38404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73168" y="16459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of Bangladesh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73168" y="205740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Bengal — the same area split in 1905 — later became East Pakistan in 1947, and then Bangladesh in 1971.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74320" y="3063240"/>
            <a:ext cx="4206240" cy="1298448"/>
          </a:xfrm>
          <a:prstGeom prst="rect">
            <a:avLst/>
          </a:prstGeom>
          <a:solidFill>
            <a:srgbClr val="E8F5E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" y="3063240"/>
            <a:ext cx="4206240" cy="38404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" y="31089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of Independence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84048" y="352044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boycott and protest tactics used in the Swadeshi Movement became key strategies in India's full independence struggle.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63440" y="3063240"/>
            <a:ext cx="4206240" cy="1298448"/>
          </a:xfrm>
          <a:prstGeom prst="rect">
            <a:avLst/>
          </a:prstGeom>
          <a:solidFill>
            <a:srgbClr val="E8F5E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63440" y="3063240"/>
            <a:ext cx="4206240" cy="38404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73168" y="31089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Calcutta Lost Power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773168" y="3520440"/>
            <a:ext cx="3977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capital moved to Delhi in 1911, Calcutta permanently lost its position as the center of national politics.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" y="36576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28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University of Engineering &amp; Technology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0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8368"/>
            <a:ext cx="3017520" cy="448513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Partition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8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Bengal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8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1905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74320" y="2944368"/>
            <a:ext cx="24688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" y="3090672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Shahjahan (076)
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Syeda Azrum Ali (081)
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Anoosha Nadeem (077)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46120" y="74980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246120" y="1261872"/>
            <a:ext cx="320040" cy="320040"/>
          </a:xfrm>
          <a:prstGeom prst="ellipse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46120" y="1261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75888" y="1243584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1905 Partition of Bengal backfired on the British — instead of weakening resistance, it made people more determined to fight for freedom.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46120" y="2066544"/>
            <a:ext cx="320040" cy="320040"/>
          </a:xfrm>
          <a:prstGeom prst="ellipse">
            <a:avLst/>
          </a:prstGeom>
          <a:solidFill>
            <a:srgbClr val="4A8C5C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46120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75888" y="2048256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Swadeshi Movement showed that ordinary people — not just leaders — can change history by taking action together.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46120" y="2871216"/>
            <a:ext cx="320040" cy="320040"/>
          </a:xfrm>
          <a:prstGeom prst="ellipse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46120" y="2871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75888" y="2852928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Bengal was reunited in 1911, the religious divide created by the partition had lasting consequences, including the 1947 split.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46120" y="3675888"/>
            <a:ext cx="320040" cy="320040"/>
          </a:xfrm>
          <a:prstGeom prst="ellipse">
            <a:avLst/>
          </a:prstGeom>
          <a:solidFill>
            <a:srgbClr val="4A8C5C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4612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75888" y="365760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lesson: when people are united and organized, they can force even the most powerful rulers to back down.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108960" y="4681728"/>
            <a:ext cx="5897880" cy="461772"/>
          </a:xfrm>
          <a:prstGeom prst="rect">
            <a:avLst/>
          </a:prstGeom>
          <a:solidFill>
            <a:srgbClr val="2E6B3E"/>
          </a:solidFill>
          <a:ln w="12700">
            <a:solidFill>
              <a:srgbClr val="2E6B3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108960" y="4681728"/>
            <a:ext cx="58978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16 / 16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2026-03-10T15:27:20Z</dcterms:created>
  <dcterms:modified xsi:type="dcterms:W3CDTF">2026-03-10T15:27:20Z</dcterms:modified>
</cp:coreProperties>
</file>