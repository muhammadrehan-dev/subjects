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C430-D461-8B84-C4E2-9243E66B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1A82-6CFF-9A8A-90E0-45946EA1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53C2-11D8-4DCB-854E-F288CC0738EB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EB272-8891-5DA3-85C0-884C119C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233CB-F2A3-205A-6EAD-A4DFCADD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E570-7CC3-4553-96A3-AFC5F3A2C8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59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AC8BA-14D0-AAAD-C331-DE5E30A1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66DE7-771E-FCB4-B5BF-699EF3FCC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0E4C7-FAF9-C93B-237D-AF0DAF3B1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B53C2-11D8-4DCB-854E-F288CC0738EB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5C09-4B4A-DF53-F9AC-EED0DEFB6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6C0B-1F25-38E7-1BBA-49F57ED61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0E570-7CC3-4553-96A3-AFC5F3A2C8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66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3B817F0-70EA-FC4E-E56A-669A9B60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u="sng">
                <a:solidFill>
                  <a:srgbClr val="196B24"/>
                </a:solidFill>
                <a:latin typeface="Aptos"/>
              </a:rPr>
              <a:t>Location and Physical Features of Pakistan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3921B-B7BA-0462-48FD-5A592E3E52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490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AFF06A-76A1-D8CA-BAEF-54653AA6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sz="4000" b="1">
                <a:latin typeface="Times New Roman" pitchFamily="18"/>
                <a:cs typeface="Times New Roman" pitchFamily="18"/>
              </a:rPr>
              <a:t>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90DD3-E5C5-8538-9AE5-0CDF6F5D64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24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E20F605-875F-6EAB-870B-3F77FE17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19958-8B89-11A2-701C-D7A6738719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59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ABFAE1-7892-6346-EA61-D60A2283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/>
              <a:t>Location of Pakistan</a:t>
            </a:r>
            <a:endParaRPr lang="en-GB" b="1">
              <a:latin typeface="Times New Roman" pitchFamily="18"/>
              <a:cs typeface="Times New Roman" pitchFamily="1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C1460-FE41-E5A4-D472-0559FA518A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626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890C1F1-5B4A-C4B6-D99A-0B1E1E1D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Importance of 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B49298-73CA-76BA-4A9C-0663D084F4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111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0E625C-6455-C6A7-FBA9-93237D8C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Geographical Divisions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750BE-FCF6-41E8-E7B6-ACB0523C66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621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032C6D-F556-DAE2-8C5A-3880C6D6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Physical Features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74CD0-EE91-C478-C514-9F77C89BD2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669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76730F-536C-87FA-E2FA-754C056A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3C210-E230-D8EF-2A58-A704CC389E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28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3041A05-5335-BB02-C14B-01BBA70E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Northern &amp; Western Mountains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AFE13-0BA7-69FD-A7FD-26C9547EC8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58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B30C2A-A4E7-7301-D697-8B988E9D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Indus Plains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CDB14-250E-438F-9366-35F68898B4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717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50B9574-5BA4-01CE-1EE4-EC531711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River System of Pakistan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26382-9D88-2969-2868-6D1E7BFC68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069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6AC86D-0928-E8B8-F5DD-C31A492C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Deserts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53247-8B0D-9A0D-603C-E24BE49FFC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8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F8CDF6-5578-9BAB-D9B7-2AFEBEAFE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Plateaus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5E4AE-C36C-075E-AB64-A220FCF718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31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165E18A-BF1D-7D1C-2643-B1D06309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Coastal Areas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13619-4A6A-68DA-FB48-082DE9020F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748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8370DA9-1117-EB58-E4AA-0A908794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Climate of Pakistan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0050D-5147-98D6-CB7B-81B347507A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604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DE647F5-5A45-B9CD-0D89-5A13BFBF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B0B94-5369-3837-CF6A-2ED7F312BE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187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FD79404-1498-AC9C-29CB-6BFEF81E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>
                <a:latin typeface="Times New Roman" pitchFamily="18"/>
                <a:cs typeface="Times New Roman" pitchFamily="18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A472CC-04D2-8CBA-0FF1-5766359DCB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482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Location and Physical Features of Pakistan</vt:lpstr>
      <vt:lpstr>Contents</vt:lpstr>
      <vt:lpstr>Introduction</vt:lpstr>
      <vt:lpstr>Location of Pakistan</vt:lpstr>
      <vt:lpstr>Importance of Location</vt:lpstr>
      <vt:lpstr>Geographical Divisions</vt:lpstr>
      <vt:lpstr>Physical Features Overview</vt:lpstr>
      <vt:lpstr>PowerPoint Presentation</vt:lpstr>
      <vt:lpstr>Northern &amp; Western Mountains</vt:lpstr>
      <vt:lpstr>Indus Plains</vt:lpstr>
      <vt:lpstr>River System of Pakistan</vt:lpstr>
      <vt:lpstr>Deserts</vt:lpstr>
      <vt:lpstr>Plateaus</vt:lpstr>
      <vt:lpstr>Coastal Areas</vt:lpstr>
      <vt:lpstr>Climate of Pakistan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Mashhood Ali Khan</dc:creator>
  <cp:lastModifiedBy>Mashhood Ali Khan</cp:lastModifiedBy>
  <cp:revision>1</cp:revision>
  <dcterms:created xsi:type="dcterms:W3CDTF">2026-04-14T17:07:09Z</dcterms:created>
  <dcterms:modified xsi:type="dcterms:W3CDTF">2026-04-14T17:07:09Z</dcterms:modified>
</cp:coreProperties>
</file>