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40" r:id="rId1"/>
  </p:sldMasterIdLst>
  <p:notesMasterIdLst>
    <p:notesMasterId r:id="rId23"/>
  </p:notesMasterIdLst>
  <p:sldIdLst>
    <p:sldId id="275" r:id="rId2"/>
    <p:sldId id="276" r:id="rId3"/>
    <p:sldId id="277" r:id="rId4"/>
    <p:sldId id="291" r:id="rId5"/>
    <p:sldId id="278" r:id="rId6"/>
    <p:sldId id="279" r:id="rId7"/>
    <p:sldId id="312" r:id="rId8"/>
    <p:sldId id="310" r:id="rId9"/>
    <p:sldId id="280" r:id="rId10"/>
    <p:sldId id="281" r:id="rId11"/>
    <p:sldId id="311" r:id="rId12"/>
    <p:sldId id="282" r:id="rId13"/>
    <p:sldId id="283" r:id="rId14"/>
    <p:sldId id="313" r:id="rId15"/>
    <p:sldId id="284" r:id="rId16"/>
    <p:sldId id="285" r:id="rId17"/>
    <p:sldId id="286" r:id="rId18"/>
    <p:sldId id="288" r:id="rId19"/>
    <p:sldId id="289" r:id="rId20"/>
    <p:sldId id="292" r:id="rId21"/>
    <p:sldId id="29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68638-8D4C-4224-86C6-C1F65257DA5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47110-DE54-4872-A5AE-CA21AC8F8A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6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AFF4282D-DD47-4BD2-B4E4-03CD91B40D17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BBAC41E-B5DD-4622-B453-5F4DACEC7AF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1" r:id="rId1"/>
    <p:sldLayoutId id="2147484442" r:id="rId2"/>
    <p:sldLayoutId id="2147484443" r:id="rId3"/>
    <p:sldLayoutId id="2147484444" r:id="rId4"/>
    <p:sldLayoutId id="2147484445" r:id="rId5"/>
    <p:sldLayoutId id="2147484446" r:id="rId6"/>
    <p:sldLayoutId id="2147484447" r:id="rId7"/>
    <p:sldLayoutId id="2147484448" r:id="rId8"/>
    <p:sldLayoutId id="2147484449" r:id="rId9"/>
    <p:sldLayoutId id="2147484450" r:id="rId10"/>
    <p:sldLayoutId id="21474844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5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Random Numbers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2111429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</a:t>
            </a:r>
            <a:r>
              <a:rPr lang="en-US" dirty="0"/>
              <a:t>loop </a:t>
            </a: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Today’s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53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Loops </a:t>
            </a:r>
            <a:r>
              <a:rPr lang="en-US" dirty="0"/>
              <a:t>cause a section of your program to be repeated a certain number of times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Repeats until the condition remains true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Terminates when the condition becomes false.</a:t>
            </a:r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Loop?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93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dirty="0"/>
              <a:t>that you need to display a string (e.g., "Welcome to C++!") 100 </a:t>
            </a:r>
            <a:r>
              <a:rPr lang="en-US" dirty="0" smtClean="0"/>
              <a:t>times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So </a:t>
            </a:r>
            <a:r>
              <a:rPr lang="en-US" dirty="0"/>
              <a:t>how to solve this problem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200400"/>
            <a:ext cx="54864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967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4381053"/>
          </a:xfrm>
        </p:spPr>
        <p:txBody>
          <a:bodyPr>
            <a:noAutofit/>
          </a:bodyPr>
          <a:lstStyle/>
          <a:p>
            <a:pPr algn="just"/>
            <a:r>
              <a:rPr lang="en-US" sz="2200" dirty="0" smtClean="0"/>
              <a:t>C</a:t>
            </a:r>
            <a:r>
              <a:rPr lang="en-US" sz="2200" dirty="0"/>
              <a:t>++ provides a powerful construct called a loop that controls how many times an operation or a sequence of operations is performed in succession. </a:t>
            </a:r>
            <a:endParaRPr lang="en-US" sz="2200" dirty="0" smtClean="0"/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The for loop is ideal for performing a known number of iterations. </a:t>
            </a:r>
            <a:endParaRPr lang="en-US" sz="2200" dirty="0" smtClean="0"/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Sometimes you know the exact number of iterations that a loop must perform. A loop that repeats a specific number of times is known as a count-controlled loop</a:t>
            </a:r>
            <a:r>
              <a:rPr lang="en-US" sz="2200" dirty="0" smtClean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6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3600"/>
            <a:ext cx="7745505" cy="4381053"/>
          </a:xfrm>
        </p:spPr>
        <p:txBody>
          <a:bodyPr>
            <a:noAutofit/>
          </a:bodyPr>
          <a:lstStyle/>
          <a:p>
            <a:r>
              <a:rPr lang="en-US" sz="2200" dirty="0"/>
              <a:t>Count-controlled loops are so common that C++ provides a type of loop specifically for them. It is known as the for loop. The for loop is specifically designed to initialize, test, and update a counter variable</a:t>
            </a:r>
            <a:r>
              <a:rPr lang="en-US" sz="2200" dirty="0" smtClean="0"/>
              <a:t>.</a:t>
            </a:r>
          </a:p>
          <a:p>
            <a:endParaRPr lang="en-US" sz="2200" dirty="0" smtClean="0"/>
          </a:p>
          <a:p>
            <a:r>
              <a:rPr lang="en-US" sz="2200" dirty="0" smtClean="0"/>
              <a:t>Using </a:t>
            </a:r>
            <a:r>
              <a:rPr lang="en-US" sz="2200" dirty="0"/>
              <a:t>a loop statement, you simply tell the computer to display a string 100 times without having to code the print statement 100 </a:t>
            </a:r>
            <a:r>
              <a:rPr lang="en-US" sz="2200" dirty="0" smtClean="0"/>
              <a:t>times</a:t>
            </a:r>
            <a:r>
              <a:rPr lang="en-US" sz="22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2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2514600"/>
            <a:ext cx="2590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Note</a:t>
            </a:r>
            <a:r>
              <a:rPr lang="en-US" sz="2400" b="1" dirty="0"/>
              <a:t>: </a:t>
            </a:r>
            <a:r>
              <a:rPr lang="en-US" sz="2400" dirty="0"/>
              <a:t>The braces enclosing the loop body can be omitted only if the loop body contains one statement or none.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3" y="2247607"/>
            <a:ext cx="5229947" cy="415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843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dirty="0"/>
              <a:t>The variable i</a:t>
            </a:r>
            <a:r>
              <a:rPr lang="en-US" sz="2200" dirty="0" smtClean="0"/>
              <a:t> </a:t>
            </a:r>
            <a:r>
              <a:rPr lang="en-US" sz="2200" dirty="0"/>
              <a:t>is initially 0. The loop checks whether </a:t>
            </a:r>
            <a:r>
              <a:rPr lang="en-US" sz="2200" dirty="0" smtClean="0"/>
              <a:t>(</a:t>
            </a:r>
            <a:r>
              <a:rPr lang="en-US" sz="2200" dirty="0"/>
              <a:t>i</a:t>
            </a:r>
            <a:r>
              <a:rPr lang="en-US" sz="2200" dirty="0" smtClean="0"/>
              <a:t> </a:t>
            </a:r>
            <a:r>
              <a:rPr lang="en-US" sz="2200" dirty="0"/>
              <a:t>&lt; 100) is true. If so, it executes the loop body to display the message Welcome to C++! and increments i</a:t>
            </a:r>
            <a:r>
              <a:rPr lang="en-US" sz="2200" dirty="0" smtClean="0"/>
              <a:t> </a:t>
            </a:r>
            <a:r>
              <a:rPr lang="en-US" sz="2200" dirty="0"/>
              <a:t>by 1. It repeatedly executes the loop body until </a:t>
            </a:r>
            <a:r>
              <a:rPr lang="en-US" sz="2200" dirty="0" smtClean="0"/>
              <a:t>(</a:t>
            </a:r>
            <a:r>
              <a:rPr lang="en-US" sz="2200" dirty="0"/>
              <a:t>i</a:t>
            </a:r>
            <a:r>
              <a:rPr lang="en-US" sz="2200" dirty="0" smtClean="0"/>
              <a:t> </a:t>
            </a:r>
            <a:r>
              <a:rPr lang="en-US" sz="2200" dirty="0"/>
              <a:t>&lt; 100) becomes false (i.e., when i</a:t>
            </a:r>
            <a:r>
              <a:rPr lang="en-US" sz="2200" dirty="0" smtClean="0"/>
              <a:t> </a:t>
            </a:r>
            <a:r>
              <a:rPr lang="en-US" sz="2200" dirty="0"/>
              <a:t>reaches 100). At this point, the loop terminates and the next statement after the loop statement is </a:t>
            </a:r>
            <a:r>
              <a:rPr lang="en-US" sz="2200" dirty="0" smtClean="0"/>
              <a:t>executed.</a:t>
            </a:r>
          </a:p>
          <a:p>
            <a:pPr marL="0" indent="0" algn="just">
              <a:buNone/>
            </a:pPr>
            <a:endParaRPr lang="en-US" sz="2200" dirty="0" smtClean="0"/>
          </a:p>
          <a:p>
            <a:pPr algn="just"/>
            <a:r>
              <a:rPr lang="en-US" sz="2200" dirty="0" smtClean="0"/>
              <a:t>Loops </a:t>
            </a:r>
            <a:r>
              <a:rPr lang="en-US" sz="2200" dirty="0"/>
              <a:t>are constructs that control repeated executions of a block of statements. The concept of looping is fundamental to programming. C++ provides three types of loop statements: for </a:t>
            </a:r>
            <a:r>
              <a:rPr lang="en-US" sz="2200" dirty="0" smtClean="0"/>
              <a:t>loops, while </a:t>
            </a:r>
            <a:r>
              <a:rPr lang="en-US" sz="2200" dirty="0"/>
              <a:t>loops</a:t>
            </a:r>
            <a:r>
              <a:rPr lang="en-US" sz="2200" dirty="0" smtClean="0"/>
              <a:t>, and </a:t>
            </a:r>
            <a:r>
              <a:rPr lang="en-US" sz="2200" dirty="0"/>
              <a:t>do-while </a:t>
            </a:r>
            <a:r>
              <a:rPr lang="en-US" sz="2200" dirty="0" smtClean="0"/>
              <a:t>loops.</a:t>
            </a:r>
            <a:endParaRPr lang="en-US" sz="2200" dirty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476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 </a:t>
            </a:r>
            <a:r>
              <a:rPr lang="en-US" b="1" dirty="0"/>
              <a:t>for</a:t>
            </a:r>
            <a:r>
              <a:rPr lang="en-US" dirty="0"/>
              <a:t> loop is a repetition control structure that allows you to efficiently write a loop that needs to execute a specific number of times.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for loop has a concise syntax for writing loops.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Typically</a:t>
            </a:r>
            <a:r>
              <a:rPr lang="en-US" dirty="0"/>
              <a:t>, for statements are used for counter-controlled repetition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7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57253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general form of the for statement </a:t>
            </a:r>
            <a:r>
              <a:rPr lang="en-US" dirty="0" smtClean="0"/>
              <a:t>is</a:t>
            </a:r>
          </a:p>
          <a:p>
            <a:endParaRPr lang="en-US" dirty="0" smtClean="0"/>
          </a:p>
          <a:p>
            <a:endParaRPr lang="en-US" dirty="0"/>
          </a:p>
          <a:p>
            <a:pPr marL="457200" indent="0">
              <a:buNone/>
            </a:pPr>
            <a:endParaRPr lang="en-US" dirty="0" smtClean="0"/>
          </a:p>
          <a:p>
            <a:pPr marL="457200" indent="0">
              <a:buNone/>
            </a:pPr>
            <a:r>
              <a:rPr lang="en-US" dirty="0" smtClean="0"/>
              <a:t>for </a:t>
            </a:r>
            <a:r>
              <a:rPr lang="en-US" dirty="0"/>
              <a:t>(i = </a:t>
            </a:r>
            <a:r>
              <a:rPr lang="en-US" dirty="0" err="1" smtClean="0"/>
              <a:t>initialValue</a:t>
            </a:r>
            <a:r>
              <a:rPr lang="en-US" dirty="0" smtClean="0"/>
              <a:t>;  i </a:t>
            </a:r>
            <a:r>
              <a:rPr lang="en-US" dirty="0"/>
              <a:t>&lt; </a:t>
            </a:r>
            <a:r>
              <a:rPr lang="en-US" dirty="0" err="1"/>
              <a:t>endValue</a:t>
            </a:r>
            <a:r>
              <a:rPr lang="en-US" dirty="0"/>
              <a:t>; </a:t>
            </a:r>
            <a:r>
              <a:rPr lang="en-US" dirty="0" smtClean="0"/>
              <a:t> i</a:t>
            </a:r>
            <a:r>
              <a:rPr lang="en-US" dirty="0"/>
              <a:t>++) </a:t>
            </a:r>
          </a:p>
          <a:p>
            <a:pPr marL="457200" indent="0">
              <a:buNone/>
            </a:pPr>
            <a:r>
              <a:rPr lang="en-US" dirty="0" smtClean="0"/>
              <a:t>{ </a:t>
            </a:r>
            <a:endParaRPr lang="en-US" dirty="0"/>
          </a:p>
          <a:p>
            <a:pPr marL="457200" indent="0">
              <a:buNone/>
            </a:pPr>
            <a:r>
              <a:rPr lang="en-US" dirty="0" smtClean="0"/>
              <a:t>// </a:t>
            </a:r>
            <a:r>
              <a:rPr lang="en-US" dirty="0"/>
              <a:t>Loop body ... </a:t>
            </a:r>
          </a:p>
          <a:p>
            <a:pPr marL="457200" indent="0">
              <a:buNone/>
            </a:pPr>
            <a:r>
              <a:rPr lang="en-US" dirty="0" smtClean="0"/>
              <a:t>}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8182433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0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96" y="2133600"/>
            <a:ext cx="8356704" cy="326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399" y="5673804"/>
            <a:ext cx="72186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/>
              <a:t>If you incorrectly wrote counter &lt; 10 as the loop-continuation condition in Fig. </a:t>
            </a:r>
            <a:r>
              <a:rPr lang="en-US" sz="2200" dirty="0" smtClean="0"/>
              <a:t>5.3, </a:t>
            </a:r>
            <a:r>
              <a:rPr lang="en-US" sz="2200" dirty="0"/>
              <a:t>then the loop would execute only 9 times. This is a common </a:t>
            </a:r>
            <a:r>
              <a:rPr lang="en-US" sz="2200" b="1" dirty="0"/>
              <a:t>off-by-one error</a:t>
            </a:r>
            <a:r>
              <a:rPr lang="en-US" sz="2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0413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362200"/>
            <a:ext cx="41910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02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dirty="0" smtClean="0"/>
              <a:t>or loop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05063"/>
            <a:ext cx="8875637" cy="300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002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688490" y="533400"/>
            <a:ext cx="7756263" cy="1054250"/>
          </a:xfrm>
        </p:spPr>
        <p:txBody>
          <a:bodyPr/>
          <a:lstStyle/>
          <a:p>
            <a:r>
              <a:rPr lang="en-US" sz="4000" dirty="0"/>
              <a:t>Write a </a:t>
            </a:r>
            <a:r>
              <a:rPr lang="en-US" sz="4000" dirty="0" smtClean="0"/>
              <a:t>C++ program to </a:t>
            </a:r>
            <a:r>
              <a:rPr lang="en-US" sz="4000" dirty="0"/>
              <a:t>find the first 10 natural numbers.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38" y="2181225"/>
            <a:ext cx="5813960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541" y="4038600"/>
            <a:ext cx="2848259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172271" y="3500735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4036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Write a </a:t>
            </a:r>
            <a:r>
              <a:rPr lang="en-US" sz="4000" dirty="0" smtClean="0"/>
              <a:t>C++ program </a:t>
            </a:r>
            <a:r>
              <a:rPr lang="en-US" sz="4000" dirty="0"/>
              <a:t>to find the sum of first 10 natural numbers.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49" y="2151876"/>
            <a:ext cx="6580380" cy="4553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906" y="5816031"/>
            <a:ext cx="4327294" cy="584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531835" y="5329535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5719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 rot="16200000">
            <a:off x="-2635250" y="2863850"/>
            <a:ext cx="6629400" cy="1054100"/>
          </a:xfrm>
        </p:spPr>
        <p:txBody>
          <a:bodyPr/>
          <a:lstStyle/>
          <a:p>
            <a:pPr algn="just"/>
            <a:r>
              <a:rPr lang="en-US" sz="3200" b="1" dirty="0"/>
              <a:t>Write a C++ </a:t>
            </a:r>
            <a:r>
              <a:rPr lang="en-US" sz="3200" b="1" dirty="0" smtClean="0"/>
              <a:t>program </a:t>
            </a:r>
            <a:r>
              <a:rPr lang="en-US" sz="3200" b="1" dirty="0"/>
              <a:t>to display n terms of natural number and their sum.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"/>
            <a:ext cx="4690278" cy="6479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374" y="3853664"/>
            <a:ext cx="2608751" cy="260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53784" y="3391998"/>
            <a:ext cx="1285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Output: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7248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Vary the control variable from 1 to 100 in increments of </a:t>
            </a:r>
            <a:r>
              <a:rPr lang="en-US" dirty="0" smtClean="0"/>
              <a:t>1.</a:t>
            </a:r>
          </a:p>
          <a:p>
            <a:endParaRPr lang="en-US" dirty="0"/>
          </a:p>
          <a:p>
            <a:r>
              <a:rPr lang="en-US" dirty="0"/>
              <a:t>Vary the control variable from 100 down to </a:t>
            </a:r>
            <a:r>
              <a:rPr lang="en-US" dirty="0" smtClean="0"/>
              <a:t>1 </a:t>
            </a:r>
            <a:r>
              <a:rPr lang="en-US" dirty="0"/>
              <a:t>in decrements of 1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Vary </a:t>
            </a:r>
            <a:r>
              <a:rPr lang="en-US" dirty="0"/>
              <a:t>the control variable from 7 to 77 in steps of </a:t>
            </a:r>
            <a:r>
              <a:rPr lang="en-US" dirty="0" smtClean="0"/>
              <a:t>7.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asks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43200"/>
            <a:ext cx="57150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419601"/>
            <a:ext cx="535375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55" y="5867400"/>
            <a:ext cx="568304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0285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057400"/>
            <a:ext cx="7745505" cy="3877815"/>
          </a:xfrm>
        </p:spPr>
        <p:txBody>
          <a:bodyPr/>
          <a:lstStyle/>
          <a:p>
            <a:r>
              <a:rPr lang="en-US" dirty="0"/>
              <a:t>Vary the control variable from 20 down to 2 in steps of -2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Vary the control variable over the following sequence of values: 2, 5, 8, 11, 14, 17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Vary </a:t>
            </a:r>
            <a:r>
              <a:rPr lang="en-US" dirty="0"/>
              <a:t>the control variable over the following sequence of values: 99, 88, 77, 66, 55.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asks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962" y="2743200"/>
            <a:ext cx="605203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943600"/>
            <a:ext cx="679268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152" y="4311342"/>
            <a:ext cx="6253848" cy="603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949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Visibility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Errors</a:t>
            </a:r>
            <a:endParaRPr 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59" y="2286000"/>
            <a:ext cx="3888241" cy="435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820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 Visibility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Errors</a:t>
            </a:r>
            <a:endParaRPr lang="en-US"/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24138"/>
            <a:ext cx="4875824" cy="392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902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2094</TotalTime>
  <Words>587</Words>
  <Application>Microsoft Office PowerPoint</Application>
  <PresentationFormat>On-screen Show (4:3)</PresentationFormat>
  <Paragraphs>80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Hardcover</vt:lpstr>
      <vt:lpstr>Programming Fundamentals</vt:lpstr>
      <vt:lpstr>Previous Lecture</vt:lpstr>
      <vt:lpstr>Today’s Lecture</vt:lpstr>
      <vt:lpstr>Why Loop?</vt:lpstr>
      <vt:lpstr>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for loop</vt:lpstr>
      <vt:lpstr>Write a C++ program to find the first 10 natural numbers.</vt:lpstr>
      <vt:lpstr>Write a C++ program to find the sum of first 10 natural numbers.</vt:lpstr>
      <vt:lpstr>Write a C++ program to display n terms of natural number and their sum.</vt:lpstr>
      <vt:lpstr>Tasks</vt:lpstr>
      <vt:lpstr>Tasks</vt:lpstr>
      <vt:lpstr>Errors</vt:lpstr>
      <vt:lpstr>Errors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p06</dc:creator>
  <cp:lastModifiedBy>p06</cp:lastModifiedBy>
  <cp:revision>182</cp:revision>
  <dcterms:created xsi:type="dcterms:W3CDTF">2023-02-13T17:33:34Z</dcterms:created>
  <dcterms:modified xsi:type="dcterms:W3CDTF">2025-10-14T22:08:16Z</dcterms:modified>
</cp:coreProperties>
</file>