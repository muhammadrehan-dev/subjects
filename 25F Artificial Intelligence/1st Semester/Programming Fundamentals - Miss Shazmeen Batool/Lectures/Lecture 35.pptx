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3"/>
  </p:notesMasterIdLst>
  <p:sldIdLst>
    <p:sldId id="275" r:id="rId2"/>
    <p:sldId id="276" r:id="rId3"/>
    <p:sldId id="277" r:id="rId4"/>
    <p:sldId id="332" r:id="rId5"/>
    <p:sldId id="333" r:id="rId6"/>
    <p:sldId id="334" r:id="rId7"/>
    <p:sldId id="335" r:id="rId8"/>
    <p:sldId id="378" r:id="rId9"/>
    <p:sldId id="379" r:id="rId10"/>
    <p:sldId id="380" r:id="rId11"/>
    <p:sldId id="381" r:id="rId12"/>
    <p:sldId id="336" r:id="rId13"/>
    <p:sldId id="337" r:id="rId14"/>
    <p:sldId id="382" r:id="rId15"/>
    <p:sldId id="338" r:id="rId16"/>
    <p:sldId id="339" r:id="rId17"/>
    <p:sldId id="383" r:id="rId18"/>
    <p:sldId id="340" r:id="rId19"/>
    <p:sldId id="384" r:id="rId20"/>
    <p:sldId id="385" r:id="rId21"/>
    <p:sldId id="31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080" y="-1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Accessing Elements of Structures </a:t>
            </a:r>
          </a:p>
          <a:p>
            <a:r>
              <a:rPr lang="en-US" dirty="0"/>
              <a:t>Comparing Structures </a:t>
            </a:r>
            <a:r>
              <a:rPr lang="en-US" dirty="0" smtClean="0"/>
              <a:t>Variables</a:t>
            </a:r>
          </a:p>
          <a:p>
            <a:r>
              <a:rPr lang="en-US" dirty="0"/>
              <a:t>Initializing Structure Variable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Array </a:t>
            </a:r>
            <a:r>
              <a:rPr lang="en-US" dirty="0" smtClean="0"/>
              <a:t>as a Member of Structure</a:t>
            </a:r>
          </a:p>
          <a:p>
            <a:r>
              <a:rPr lang="en-US" dirty="0" smtClean="0"/>
              <a:t>Array of Structures</a:t>
            </a:r>
          </a:p>
          <a:p>
            <a:r>
              <a:rPr lang="en-US" dirty="0" smtClean="0"/>
              <a:t>Nested </a:t>
            </a:r>
            <a:r>
              <a:rPr lang="en-US" dirty="0" smtClean="0"/>
              <a:t>Structures</a:t>
            </a:r>
            <a:endParaRPr lang="en-US" dirty="0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28600" y="2895600"/>
            <a:ext cx="8534400" cy="1054100"/>
          </a:xfrm>
        </p:spPr>
        <p:txBody>
          <a:bodyPr/>
          <a:lstStyle/>
          <a:p>
            <a:r>
              <a:rPr lang="en-US" sz="6600" dirty="0" smtClean="0"/>
              <a:t>Array as a Member of Structure 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45855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"/>
            <a:ext cx="526732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72025"/>
            <a:ext cx="6438900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6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28600" y="2895600"/>
            <a:ext cx="8534400" cy="1054100"/>
          </a:xfrm>
        </p:spPr>
        <p:txBody>
          <a:bodyPr/>
          <a:lstStyle/>
          <a:p>
            <a:r>
              <a:rPr lang="en-US" sz="6600" dirty="0" smtClean="0"/>
              <a:t>Array of Structure 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11617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of structures can simplify some programming </a:t>
            </a:r>
            <a:r>
              <a:rPr lang="en-US" smtClean="0"/>
              <a:t>tasks.</a:t>
            </a:r>
          </a:p>
          <a:p>
            <a:endParaRPr lang="en-US" dirty="0" smtClean="0"/>
          </a:p>
          <a:p>
            <a:r>
              <a:rPr lang="en-US" dirty="0" smtClean="0"/>
              <a:t>An array of structures is defined like any other array.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0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 array of structures is defined like any other array. </a:t>
            </a:r>
            <a:endParaRPr lang="en-US" dirty="0" smtClean="0"/>
          </a:p>
          <a:p>
            <a:pPr algn="just"/>
            <a:r>
              <a:rPr lang="en-US" dirty="0" smtClean="0"/>
              <a:t>Assume </a:t>
            </a:r>
            <a:r>
              <a:rPr lang="en-US" dirty="0"/>
              <a:t>the following structure declaration exists in a program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The following statement defines an array, </a:t>
            </a:r>
            <a:r>
              <a:rPr lang="en-US" dirty="0" err="1"/>
              <a:t>bookList</a:t>
            </a:r>
            <a:r>
              <a:rPr lang="en-US" dirty="0"/>
              <a:t>, that has 20 elements. Each element is a </a:t>
            </a:r>
            <a:r>
              <a:rPr lang="en-US" dirty="0" err="1"/>
              <a:t>BookInfo</a:t>
            </a:r>
            <a:r>
              <a:rPr lang="en-US" dirty="0"/>
              <a:t> structure.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321" y="3386138"/>
            <a:ext cx="2542479" cy="179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03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following statement defines an array, </a:t>
            </a:r>
            <a:r>
              <a:rPr lang="en-US" dirty="0" err="1"/>
              <a:t>bookList</a:t>
            </a:r>
            <a:r>
              <a:rPr lang="en-US" dirty="0"/>
              <a:t>, that has 20 elements. Each element is a </a:t>
            </a:r>
            <a:r>
              <a:rPr lang="en-US" dirty="0" err="1"/>
              <a:t>BookInfo</a:t>
            </a:r>
            <a:r>
              <a:rPr lang="en-US" dirty="0"/>
              <a:t> structure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Each element of the array may be accessed through a subscript.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 err="1"/>
              <a:t>bookList</a:t>
            </a:r>
            <a:r>
              <a:rPr lang="en-US" dirty="0"/>
              <a:t>[0] is the first structure in the array, </a:t>
            </a:r>
            <a:r>
              <a:rPr lang="en-US" dirty="0" err="1"/>
              <a:t>bookList</a:t>
            </a:r>
            <a:r>
              <a:rPr lang="en-US" dirty="0"/>
              <a:t>[1] is the second, and so forth.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376613"/>
            <a:ext cx="4001202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733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access a member of any element, simply place the dot operator and member name after the </a:t>
            </a:r>
            <a:r>
              <a:rPr lang="en-US" dirty="0" smtClean="0"/>
              <a:t>subscript.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the following expression refers to the title member of </a:t>
            </a:r>
            <a:r>
              <a:rPr lang="en-US" dirty="0" err="1"/>
              <a:t>bookList</a:t>
            </a:r>
            <a:r>
              <a:rPr lang="en-US" dirty="0"/>
              <a:t>[5] : 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595813"/>
            <a:ext cx="4339693" cy="66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61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following loop steps through the array, displaying the data stored in each element: 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352800"/>
            <a:ext cx="611187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265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8600"/>
            <a:ext cx="5334000" cy="642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 rot="16200000">
            <a:off x="-2344648" y="2914800"/>
            <a:ext cx="6274249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1/2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30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8093297" cy="3078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524000" y="533400"/>
            <a:ext cx="6274249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2/2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7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1054250"/>
          </a:xfrm>
        </p:spPr>
        <p:txBody>
          <a:bodyPr/>
          <a:lstStyle/>
          <a:p>
            <a:r>
              <a:rPr lang="en-US" dirty="0"/>
              <a:t>Initializing a Structure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initialize a structure array, simply provide an initialization list for one or more of the </a:t>
            </a:r>
            <a:r>
              <a:rPr lang="en-US" dirty="0" smtClean="0"/>
              <a:t>elements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As in all single-dimensional arrays, you can initialize all or part of the elements in an array of structures, as long as you do not skip elements. 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276600"/>
            <a:ext cx="7075901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255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28600" y="2895600"/>
            <a:ext cx="8534400" cy="1054100"/>
          </a:xfrm>
        </p:spPr>
        <p:txBody>
          <a:bodyPr/>
          <a:lstStyle/>
          <a:p>
            <a:r>
              <a:rPr lang="en-US" sz="6600" dirty="0" smtClean="0"/>
              <a:t>Nested Structure 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99179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When a structure contains another structure, it is called nested structure.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200400"/>
            <a:ext cx="3296817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121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For example, we have two structures named </a:t>
            </a:r>
            <a:r>
              <a:rPr lang="en-US" b="1" dirty="0" smtClean="0"/>
              <a:t>Address</a:t>
            </a:r>
            <a:r>
              <a:rPr lang="en-US" dirty="0" smtClean="0"/>
              <a:t> and </a:t>
            </a:r>
            <a:r>
              <a:rPr lang="en-US" b="1" dirty="0" smtClean="0"/>
              <a:t>Employee</a:t>
            </a:r>
            <a:r>
              <a:rPr lang="en-US" dirty="0" smtClean="0"/>
              <a:t>, we have to define </a:t>
            </a:r>
            <a:r>
              <a:rPr lang="en-US" b="1" dirty="0" smtClean="0"/>
              <a:t>Address</a:t>
            </a:r>
            <a:r>
              <a:rPr lang="en-US" dirty="0" smtClean="0"/>
              <a:t> structure before and outside </a:t>
            </a:r>
            <a:r>
              <a:rPr lang="en-US" b="1" dirty="0" smtClean="0"/>
              <a:t>Employee</a:t>
            </a:r>
            <a:r>
              <a:rPr lang="en-US" dirty="0" smtClean="0"/>
              <a:t> structure and create an object of </a:t>
            </a:r>
            <a:r>
              <a:rPr lang="en-US" b="1" dirty="0" smtClean="0"/>
              <a:t>Address</a:t>
            </a:r>
            <a:r>
              <a:rPr lang="en-US" dirty="0" smtClean="0"/>
              <a:t> structure inside </a:t>
            </a:r>
            <a:r>
              <a:rPr lang="en-US" b="1" dirty="0" smtClean="0"/>
              <a:t>Employee</a:t>
            </a:r>
            <a:r>
              <a:rPr lang="en-US" dirty="0" smtClean="0"/>
              <a:t>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51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 rot="16200000">
            <a:off x="-2687003" y="2888146"/>
            <a:ext cx="6580657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(1/3)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2002"/>
            <a:ext cx="3048000" cy="660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497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 rot="16200000">
            <a:off x="-2687003" y="2888146"/>
            <a:ext cx="6580657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(2/3)</a:t>
            </a: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911" y="124942"/>
            <a:ext cx="6267889" cy="6580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818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 rot="16200000">
            <a:off x="-2687003" y="2888146"/>
            <a:ext cx="6580657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(3/3)</a:t>
            </a: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51" y="304800"/>
            <a:ext cx="75311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573340"/>
            <a:ext cx="3800475" cy="3132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74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Structures and Functions</a:t>
            </a:r>
          </a:p>
          <a:p>
            <a:r>
              <a:rPr lang="en-US" dirty="0"/>
              <a:t>Structures and Pointers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7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5215</TotalTime>
  <Words>353</Words>
  <Application>Microsoft Office PowerPoint</Application>
  <PresentationFormat>On-screen Show (4:3)</PresentationFormat>
  <Paragraphs>57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Hardcover</vt:lpstr>
      <vt:lpstr>Programming Fundamentals</vt:lpstr>
      <vt:lpstr>Previous Lecture</vt:lpstr>
      <vt:lpstr>Today’s Lecture</vt:lpstr>
      <vt:lpstr>Array as a Member of Structure </vt:lpstr>
      <vt:lpstr>PowerPoint Presentation</vt:lpstr>
      <vt:lpstr>Array of Structure </vt:lpstr>
      <vt:lpstr>Array of Structure</vt:lpstr>
      <vt:lpstr>Array of Structure</vt:lpstr>
      <vt:lpstr>Array of Structure</vt:lpstr>
      <vt:lpstr>Array of Structure</vt:lpstr>
      <vt:lpstr>Array of Structure</vt:lpstr>
      <vt:lpstr>PowerPoint Presentation</vt:lpstr>
      <vt:lpstr>PowerPoint Presentation</vt:lpstr>
      <vt:lpstr>Initializing a Structure Array</vt:lpstr>
      <vt:lpstr>Nested Structure </vt:lpstr>
      <vt:lpstr>Nested Structure</vt:lpstr>
      <vt:lpstr>Nested Structure</vt:lpstr>
      <vt:lpstr>PowerPoint Presentation</vt:lpstr>
      <vt:lpstr>PowerPoint Presentation</vt:lpstr>
      <vt:lpstr>PowerPoint Presentation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426</cp:revision>
  <dcterms:created xsi:type="dcterms:W3CDTF">2023-02-13T17:33:34Z</dcterms:created>
  <dcterms:modified xsi:type="dcterms:W3CDTF">2025-12-09T20:26:45Z</dcterms:modified>
</cp:coreProperties>
</file>