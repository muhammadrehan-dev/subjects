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notesMasterIdLst>
    <p:notesMasterId r:id="rId24"/>
  </p:notesMasterIdLst>
  <p:sldIdLst>
    <p:sldId id="275" r:id="rId2"/>
    <p:sldId id="276" r:id="rId3"/>
    <p:sldId id="277" r:id="rId4"/>
    <p:sldId id="316" r:id="rId5"/>
    <p:sldId id="317" r:id="rId6"/>
    <p:sldId id="318" r:id="rId7"/>
    <p:sldId id="355" r:id="rId8"/>
    <p:sldId id="319" r:id="rId9"/>
    <p:sldId id="356" r:id="rId10"/>
    <p:sldId id="320" r:id="rId11"/>
    <p:sldId id="357" r:id="rId12"/>
    <p:sldId id="321" r:id="rId13"/>
    <p:sldId id="358" r:id="rId14"/>
    <p:sldId id="322" r:id="rId15"/>
    <p:sldId id="323" r:id="rId16"/>
    <p:sldId id="359" r:id="rId17"/>
    <p:sldId id="360" r:id="rId18"/>
    <p:sldId id="361" r:id="rId19"/>
    <p:sldId id="324" r:id="rId20"/>
    <p:sldId id="362" r:id="rId21"/>
    <p:sldId id="325" r:id="rId22"/>
    <p:sldId id="31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080" y="-1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68638-8D4C-4224-86C6-C1F65257DA5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47110-DE54-4872-A5AE-CA21AC8F8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6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Recursion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211142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Abstract Data Type</a:t>
            </a:r>
          </a:p>
          <a:p>
            <a:r>
              <a:rPr lang="en-US" dirty="0"/>
              <a:t>Structures </a:t>
            </a:r>
            <a:endParaRPr lang="en-US" dirty="0" smtClean="0"/>
          </a:p>
          <a:p>
            <a:r>
              <a:rPr lang="en-US" dirty="0" smtClean="0"/>
              <a:t>Accessing </a:t>
            </a:r>
            <a:r>
              <a:rPr lang="en-US" dirty="0"/>
              <a:t>Elements of Structures 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3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Abstract data types (ADTs) are data types created by the </a:t>
            </a:r>
            <a:r>
              <a:rPr lang="en-US" dirty="0" smtClean="0"/>
              <a:t>programmer.</a:t>
            </a:r>
          </a:p>
          <a:p>
            <a:pPr algn="just"/>
            <a:r>
              <a:rPr lang="en-US" dirty="0" smtClean="0"/>
              <a:t>ADTs </a:t>
            </a:r>
            <a:r>
              <a:rPr lang="en-US" dirty="0"/>
              <a:t>have their own range (or domain) of data and their own sets of operations that may be performed on </a:t>
            </a:r>
            <a:r>
              <a:rPr lang="en-US" dirty="0" smtClean="0"/>
              <a:t>them.</a:t>
            </a:r>
          </a:p>
          <a:p>
            <a:pPr algn="just"/>
            <a:r>
              <a:rPr lang="en-US" dirty="0" smtClean="0"/>
              <a:t>An </a:t>
            </a:r>
            <a:r>
              <a:rPr lang="en-US" dirty="0"/>
              <a:t>abstract data type (ADT) is a data type created by the programmer and is composed of one or more primitive data types.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Types</a:t>
            </a:r>
          </a:p>
        </p:txBody>
      </p:sp>
    </p:spTree>
    <p:extLst>
      <p:ext uri="{BB962C8B-B14F-4D97-AF65-F5344CB8AC3E}">
        <p14:creationId xmlns:p14="http://schemas.microsoft.com/office/powerpoint/2010/main" val="251159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3810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C++ allows you to group several variables together into a single item known as a </a:t>
            </a:r>
            <a:r>
              <a:rPr lang="en-US" dirty="0" smtClean="0"/>
              <a:t>structure.</a:t>
            </a:r>
          </a:p>
          <a:p>
            <a:pPr algn="just"/>
            <a:r>
              <a:rPr lang="en-US" dirty="0" smtClean="0"/>
              <a:t>So </a:t>
            </a:r>
            <a:r>
              <a:rPr lang="en-US" dirty="0"/>
              <a:t>far you’ve written programs that keep data in individual variables. </a:t>
            </a:r>
            <a:endParaRPr lang="en-US" dirty="0" smtClean="0"/>
          </a:p>
          <a:p>
            <a:pPr algn="just"/>
            <a:r>
              <a:rPr lang="en-US" dirty="0" smtClean="0"/>
              <a:t>If </a:t>
            </a:r>
            <a:r>
              <a:rPr lang="en-US" dirty="0"/>
              <a:t>you need to group items together, </a:t>
            </a:r>
            <a:r>
              <a:rPr lang="en-US" dirty="0" smtClean="0"/>
              <a:t>C</a:t>
            </a:r>
            <a:r>
              <a:rPr lang="en-US" dirty="0"/>
              <a:t>++ allows you to create arrays. The limitation of arrays, however, is that all the elements must be of the same data </a:t>
            </a:r>
            <a:r>
              <a:rPr lang="en-US" dirty="0" smtClean="0"/>
              <a:t>type.</a:t>
            </a:r>
          </a:p>
          <a:p>
            <a:pPr algn="just"/>
            <a:r>
              <a:rPr lang="en-US" dirty="0" smtClean="0"/>
              <a:t>Sometimes </a:t>
            </a:r>
            <a:r>
              <a:rPr lang="en-US" dirty="0"/>
              <a:t>a relationship exists between items of different types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400641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For example, a payroll system might keep the variables </a:t>
            </a:r>
            <a:r>
              <a:rPr lang="en-US" dirty="0" smtClean="0"/>
              <a:t>shown below</a:t>
            </a:r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00400"/>
            <a:ext cx="7429949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1061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These variables hold data for a single </a:t>
            </a:r>
            <a:r>
              <a:rPr lang="en-US" dirty="0" smtClean="0"/>
              <a:t>employee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Their </a:t>
            </a:r>
            <a:r>
              <a:rPr lang="en-US" dirty="0"/>
              <a:t>definition statements, though, do not make it clear that they belong together. To create a relationship between variables, C++ gives you the ability to package them together into a </a:t>
            </a:r>
            <a:r>
              <a:rPr lang="en-US" b="1" dirty="0"/>
              <a:t>structure</a:t>
            </a:r>
            <a:r>
              <a:rPr lang="en-US" dirty="0"/>
              <a:t>. </a:t>
            </a:r>
          </a:p>
          <a:p>
            <a:pPr algn="just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92876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609653"/>
          </a:xfrm>
        </p:spPr>
        <p:txBody>
          <a:bodyPr/>
          <a:lstStyle/>
          <a:p>
            <a:pPr algn="just"/>
            <a:r>
              <a:rPr lang="en-US" dirty="0"/>
              <a:t>Before a structure can be used, it must be declared. </a:t>
            </a:r>
            <a:endParaRPr lang="en-US" dirty="0" smtClean="0"/>
          </a:p>
          <a:p>
            <a:pPr algn="just"/>
            <a:r>
              <a:rPr lang="en-US" dirty="0" smtClean="0"/>
              <a:t>Here </a:t>
            </a:r>
            <a:r>
              <a:rPr lang="en-US" dirty="0"/>
              <a:t>is the general format of a structure declaration</a:t>
            </a:r>
            <a:r>
              <a:rPr lang="en-US" dirty="0" smtClean="0"/>
              <a:t>:</a:t>
            </a:r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Structure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314700"/>
            <a:ext cx="5819524" cy="270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639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609653"/>
          </a:xfrm>
        </p:spPr>
        <p:txBody>
          <a:bodyPr/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tag is the name of the </a:t>
            </a:r>
            <a:r>
              <a:rPr lang="en-US" dirty="0" smtClean="0"/>
              <a:t>structure.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used as a data </a:t>
            </a:r>
            <a:r>
              <a:rPr lang="en-US" dirty="0" smtClean="0"/>
              <a:t>type.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variable declarations that appear inside the braces declare </a:t>
            </a:r>
            <a:r>
              <a:rPr lang="en-US" b="1" dirty="0"/>
              <a:t>members</a:t>
            </a:r>
            <a:r>
              <a:rPr lang="en-US" dirty="0"/>
              <a:t> of the </a:t>
            </a:r>
            <a:r>
              <a:rPr lang="en-US" dirty="0" smtClean="0"/>
              <a:t>structure.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Structure</a:t>
            </a:r>
          </a:p>
        </p:txBody>
      </p:sp>
    </p:spTree>
    <p:extLst>
      <p:ext uri="{BB962C8B-B14F-4D97-AF65-F5344CB8AC3E}">
        <p14:creationId xmlns:p14="http://schemas.microsoft.com/office/powerpoint/2010/main" val="606166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381053"/>
          </a:xfrm>
        </p:spPr>
        <p:txBody>
          <a:bodyPr/>
          <a:lstStyle/>
          <a:p>
            <a:pPr algn="just"/>
            <a:r>
              <a:rPr lang="en-US" dirty="0"/>
              <a:t>Here is an example of a structure declaration that holds the payroll </a:t>
            </a:r>
            <a:r>
              <a:rPr lang="en-US" dirty="0" smtClean="0"/>
              <a:t>data</a:t>
            </a:r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324225"/>
            <a:ext cx="5744607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434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133601"/>
            <a:ext cx="7745505" cy="4724400"/>
          </a:xfrm>
        </p:spPr>
        <p:txBody>
          <a:bodyPr>
            <a:normAutofit/>
          </a:bodyPr>
          <a:lstStyle/>
          <a:p>
            <a:pPr algn="just"/>
            <a:r>
              <a:rPr lang="en-US" sz="2100" dirty="0"/>
              <a:t>Notice that a semicolon is required after the closing brace of the structure declaration. </a:t>
            </a:r>
          </a:p>
          <a:p>
            <a:pPr algn="just"/>
            <a:r>
              <a:rPr lang="en-US" sz="2100" dirty="0"/>
              <a:t>The structure declaration shown contains three double members, each declared on a separate line. The three could also have been declared on the same line, </a:t>
            </a:r>
            <a:r>
              <a:rPr lang="en-US" sz="2100" dirty="0" smtClean="0"/>
              <a:t>as</a:t>
            </a:r>
          </a:p>
          <a:p>
            <a:pPr algn="just"/>
            <a:endParaRPr lang="en-US" sz="2100" dirty="0"/>
          </a:p>
          <a:p>
            <a:pPr algn="just"/>
            <a:endParaRPr lang="en-US" sz="2100" dirty="0" smtClean="0"/>
          </a:p>
          <a:p>
            <a:pPr algn="just"/>
            <a:endParaRPr lang="en-US" sz="2100" dirty="0"/>
          </a:p>
          <a:p>
            <a:pPr algn="just"/>
            <a:endParaRPr lang="en-US" sz="2100" dirty="0" smtClean="0"/>
          </a:p>
          <a:p>
            <a:pPr algn="just"/>
            <a:endParaRPr lang="en-US" sz="2100" dirty="0" smtClean="0"/>
          </a:p>
          <a:p>
            <a:pPr algn="just"/>
            <a:r>
              <a:rPr lang="en-US" sz="2100" dirty="0" smtClean="0"/>
              <a:t>Many </a:t>
            </a:r>
            <a:r>
              <a:rPr lang="en-US" sz="2100" dirty="0"/>
              <a:t>programmers prefer to place each member declaration on a separate line, however, for increased readability.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Structure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429" y="3962400"/>
            <a:ext cx="4388371" cy="1612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21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It’s important to note that the structure declaration in our example does not define a </a:t>
            </a:r>
            <a:r>
              <a:rPr lang="en-US" dirty="0" smtClean="0"/>
              <a:t>variable. It </a:t>
            </a:r>
            <a:r>
              <a:rPr lang="en-US" dirty="0"/>
              <a:t>simply tells the compiler what a </a:t>
            </a:r>
            <a:r>
              <a:rPr lang="en-US" dirty="0" err="1"/>
              <a:t>PayRoll</a:t>
            </a:r>
            <a:r>
              <a:rPr lang="en-US" dirty="0"/>
              <a:t> structure is made of.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essence, it creates a new data type named </a:t>
            </a:r>
            <a:r>
              <a:rPr lang="en-US" dirty="0" err="1" smtClean="0"/>
              <a:t>PayRoll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You </a:t>
            </a:r>
            <a:r>
              <a:rPr lang="en-US" dirty="0"/>
              <a:t>can define variables of this type with simple definition statements, just as you would with any other data type.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Structure</a:t>
            </a:r>
          </a:p>
        </p:txBody>
      </p:sp>
    </p:spTree>
    <p:extLst>
      <p:ext uri="{BB962C8B-B14F-4D97-AF65-F5344CB8AC3E}">
        <p14:creationId xmlns:p14="http://schemas.microsoft.com/office/powerpoint/2010/main" val="187082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For </a:t>
            </a:r>
            <a:r>
              <a:rPr lang="en-US" dirty="0"/>
              <a:t>example, the following statement defines a variable named </a:t>
            </a:r>
            <a:r>
              <a:rPr lang="en-US" dirty="0" err="1"/>
              <a:t>deptHead</a:t>
            </a:r>
            <a:r>
              <a:rPr lang="en-US" dirty="0"/>
              <a:t> : </a:t>
            </a:r>
            <a:endParaRPr lang="en-US" dirty="0" smtClean="0"/>
          </a:p>
          <a:p>
            <a:pPr algn="just"/>
            <a:endParaRPr lang="en-US" dirty="0" smtClean="0"/>
          </a:p>
          <a:p>
            <a:pPr marL="0" indent="0" algn="ctr">
              <a:buNone/>
            </a:pPr>
            <a:r>
              <a:rPr lang="en-US" b="1" dirty="0" err="1" smtClean="0"/>
              <a:t>PayRoll</a:t>
            </a:r>
            <a:r>
              <a:rPr lang="en-US" b="1" dirty="0" smtClean="0"/>
              <a:t> </a:t>
            </a:r>
            <a:r>
              <a:rPr lang="en-US" b="1" dirty="0" err="1"/>
              <a:t>deptHead</a:t>
            </a:r>
            <a:r>
              <a:rPr lang="en-US" b="1" dirty="0"/>
              <a:t>; </a:t>
            </a:r>
            <a:endParaRPr lang="en-US" b="1" dirty="0" smtClean="0"/>
          </a:p>
          <a:p>
            <a:pPr marL="0" indent="0" algn="ctr">
              <a:buNone/>
            </a:pPr>
            <a:endParaRPr lang="en-US" b="1" dirty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data type of </a:t>
            </a:r>
            <a:r>
              <a:rPr lang="en-US" dirty="0" err="1"/>
              <a:t>deptHead</a:t>
            </a:r>
            <a:r>
              <a:rPr lang="en-US" dirty="0"/>
              <a:t> is the </a:t>
            </a:r>
            <a:r>
              <a:rPr lang="en-US" dirty="0" err="1"/>
              <a:t>PayRoll</a:t>
            </a:r>
            <a:r>
              <a:rPr lang="en-US" dirty="0"/>
              <a:t> structure. The structure tag, </a:t>
            </a:r>
            <a:r>
              <a:rPr lang="en-US" dirty="0" err="1"/>
              <a:t>PayRoll</a:t>
            </a:r>
            <a:r>
              <a:rPr lang="en-US" dirty="0"/>
              <a:t> , is listed before the variable name just as the word </a:t>
            </a:r>
            <a:r>
              <a:rPr lang="en-US" dirty="0" err="1"/>
              <a:t>int</a:t>
            </a:r>
            <a:r>
              <a:rPr lang="en-US" dirty="0"/>
              <a:t> or double would be listed to define variables of those types.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Structure</a:t>
            </a:r>
          </a:p>
        </p:txBody>
      </p:sp>
    </p:spTree>
    <p:extLst>
      <p:ext uri="{BB962C8B-B14F-4D97-AF65-F5344CB8AC3E}">
        <p14:creationId xmlns:p14="http://schemas.microsoft.com/office/powerpoint/2010/main" val="162633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Payroll Structure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Structure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65" y="2819400"/>
            <a:ext cx="7513735" cy="3533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1436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68767" y="2057400"/>
            <a:ext cx="7745505" cy="387781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Just as it’s possible to define multiple </a:t>
            </a:r>
            <a:r>
              <a:rPr lang="en-US" dirty="0" err="1"/>
              <a:t>int</a:t>
            </a:r>
            <a:r>
              <a:rPr lang="en-US" dirty="0"/>
              <a:t> or double variables, it’s possible to define multiple structure variables in a program.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following statement defines three </a:t>
            </a:r>
            <a:r>
              <a:rPr lang="en-US" dirty="0" err="1"/>
              <a:t>PayRoll</a:t>
            </a:r>
            <a:r>
              <a:rPr lang="en-US" dirty="0"/>
              <a:t> variables: </a:t>
            </a:r>
            <a:endParaRPr lang="en-US" dirty="0" smtClean="0"/>
          </a:p>
          <a:p>
            <a:pPr marL="0" indent="0" algn="ctr">
              <a:buNone/>
            </a:pPr>
            <a:r>
              <a:rPr lang="en-US" b="1" dirty="0" err="1"/>
              <a:t>PayRoll</a:t>
            </a:r>
            <a:r>
              <a:rPr lang="en-US" b="1" dirty="0"/>
              <a:t> </a:t>
            </a:r>
            <a:r>
              <a:rPr lang="en-US" b="1" dirty="0" err="1"/>
              <a:t>deptHead</a:t>
            </a:r>
            <a:r>
              <a:rPr lang="en-US" b="1" dirty="0"/>
              <a:t>, foreman, associate;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Structure</a:t>
            </a:r>
          </a:p>
        </p:txBody>
      </p:sp>
    </p:spTree>
    <p:extLst>
      <p:ext uri="{BB962C8B-B14F-4D97-AF65-F5344CB8AC3E}">
        <p14:creationId xmlns:p14="http://schemas.microsoft.com/office/powerpoint/2010/main" val="91709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Structure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19325"/>
            <a:ext cx="8253176" cy="448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831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68767" y="2057400"/>
            <a:ext cx="7745505" cy="46482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Each of the variables defined in this example is a separate </a:t>
            </a:r>
            <a:r>
              <a:rPr lang="en-US" b="1" dirty="0"/>
              <a:t>instance</a:t>
            </a:r>
            <a:r>
              <a:rPr lang="en-US" dirty="0"/>
              <a:t> of the </a:t>
            </a:r>
            <a:r>
              <a:rPr lang="en-US" dirty="0" err="1"/>
              <a:t>PayRoll</a:t>
            </a:r>
            <a:r>
              <a:rPr lang="en-US" dirty="0"/>
              <a:t> structure and contains its own members. </a:t>
            </a:r>
            <a:endParaRPr lang="en-US" dirty="0" smtClean="0"/>
          </a:p>
          <a:p>
            <a:pPr algn="just"/>
            <a:r>
              <a:rPr lang="en-US" dirty="0" smtClean="0"/>
              <a:t>An </a:t>
            </a:r>
            <a:r>
              <a:rPr lang="en-US" dirty="0"/>
              <a:t>instance of a structure is a variable that exists in memory.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contains within it all the members described in the structure declaration</a:t>
            </a:r>
            <a:r>
              <a:rPr lang="en-US" dirty="0" smtClean="0"/>
              <a:t>.</a:t>
            </a:r>
            <a:endParaRPr lang="en-US" b="1" dirty="0"/>
          </a:p>
          <a:p>
            <a:pPr algn="just"/>
            <a:r>
              <a:rPr lang="en-US" dirty="0" smtClean="0"/>
              <a:t>Although </a:t>
            </a:r>
            <a:r>
              <a:rPr lang="en-US" dirty="0"/>
              <a:t>the structure variables in the example are separate, each contains members with the same name.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Structure</a:t>
            </a:r>
          </a:p>
        </p:txBody>
      </p:sp>
    </p:spTree>
    <p:extLst>
      <p:ext uri="{BB962C8B-B14F-4D97-AF65-F5344CB8AC3E}">
        <p14:creationId xmlns:p14="http://schemas.microsoft.com/office/powerpoint/2010/main" val="109991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3810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review, there are typically two steps to implementing structures in a </a:t>
            </a:r>
            <a:r>
              <a:rPr lang="en-US" dirty="0" smtClean="0"/>
              <a:t>program:</a:t>
            </a:r>
          </a:p>
          <a:p>
            <a:pPr marL="914400" algn="just">
              <a:buFont typeface="Wingdings" pitchFamily="2" charset="2"/>
              <a:buChar char="Ø"/>
            </a:pPr>
            <a:r>
              <a:rPr lang="en-US" dirty="0" smtClean="0"/>
              <a:t>Create </a:t>
            </a:r>
            <a:r>
              <a:rPr lang="en-US" dirty="0"/>
              <a:t>the structure declaration. This establishes the tag (or name) of the structure and a list of items that are </a:t>
            </a:r>
            <a:r>
              <a:rPr lang="en-US" dirty="0" smtClean="0"/>
              <a:t>members.</a:t>
            </a:r>
          </a:p>
          <a:p>
            <a:pPr marL="914400" algn="just">
              <a:buFont typeface="Wingdings" pitchFamily="2" charset="2"/>
              <a:buChar char="Ø"/>
            </a:pPr>
            <a:r>
              <a:rPr lang="en-US" dirty="0" smtClean="0"/>
              <a:t>Define </a:t>
            </a:r>
            <a:r>
              <a:rPr lang="en-US" dirty="0"/>
              <a:t>variables (or instances) of the structure and use them in the program to hold data.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387962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6096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dot operator (.) allows you to access structure members in a program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C</a:t>
            </a:r>
            <a:r>
              <a:rPr lang="en-US" dirty="0"/>
              <a:t>++ provides the dot operator (a period) to access the individual members of a </a:t>
            </a:r>
            <a:r>
              <a:rPr lang="en-US" dirty="0" smtClean="0"/>
              <a:t>structure.</a:t>
            </a:r>
          </a:p>
          <a:p>
            <a:pPr algn="just"/>
            <a:r>
              <a:rPr lang="en-US" dirty="0" smtClean="0"/>
              <a:t>Using </a:t>
            </a:r>
            <a:r>
              <a:rPr lang="en-US" dirty="0"/>
              <a:t>our example of </a:t>
            </a:r>
            <a:r>
              <a:rPr lang="en-US" dirty="0" err="1"/>
              <a:t>deptHead</a:t>
            </a:r>
            <a:r>
              <a:rPr lang="en-US" dirty="0"/>
              <a:t> as a </a:t>
            </a:r>
            <a:r>
              <a:rPr lang="en-US" dirty="0" err="1"/>
              <a:t>PayRoll</a:t>
            </a:r>
            <a:r>
              <a:rPr lang="en-US" dirty="0"/>
              <a:t> structure variable, the following statement demonstrates how to access the </a:t>
            </a:r>
            <a:r>
              <a:rPr lang="en-US" dirty="0" err="1"/>
              <a:t>empNumber</a:t>
            </a:r>
            <a:r>
              <a:rPr lang="en-US" dirty="0"/>
              <a:t> member: </a:t>
            </a:r>
            <a:endParaRPr lang="en-US" dirty="0" smtClean="0"/>
          </a:p>
          <a:p>
            <a:pPr marL="0" indent="0" algn="ctr">
              <a:buNone/>
            </a:pPr>
            <a:r>
              <a:rPr lang="en-US" b="1" dirty="0" err="1" smtClean="0"/>
              <a:t>deptHead.empNumber</a:t>
            </a:r>
            <a:r>
              <a:rPr lang="en-US" b="1" dirty="0" smtClean="0"/>
              <a:t> </a:t>
            </a:r>
            <a:r>
              <a:rPr lang="en-US" b="1" dirty="0"/>
              <a:t>= 475;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Accessing the Elements of Structure</a:t>
            </a:r>
          </a:p>
        </p:txBody>
      </p:sp>
    </p:spTree>
    <p:extLst>
      <p:ext uri="{BB962C8B-B14F-4D97-AF65-F5344CB8AC3E}">
        <p14:creationId xmlns:p14="http://schemas.microsoft.com/office/powerpoint/2010/main" val="417406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60965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b="1" dirty="0" smtClean="0"/>
          </a:p>
          <a:p>
            <a:pPr marL="0" indent="0" algn="ctr">
              <a:buNone/>
            </a:pPr>
            <a:r>
              <a:rPr lang="en-US" b="1" dirty="0" err="1" smtClean="0"/>
              <a:t>deptHead.empNumber</a:t>
            </a:r>
            <a:r>
              <a:rPr lang="en-US" b="1" dirty="0" smtClean="0"/>
              <a:t> </a:t>
            </a:r>
            <a:r>
              <a:rPr lang="en-US" b="1" dirty="0"/>
              <a:t>= 475;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this statement, the number 475 is assigned to the </a:t>
            </a:r>
            <a:r>
              <a:rPr lang="en-US" dirty="0" err="1"/>
              <a:t>empNumber</a:t>
            </a:r>
            <a:r>
              <a:rPr lang="en-US" dirty="0"/>
              <a:t> member of </a:t>
            </a:r>
            <a:r>
              <a:rPr lang="en-US" dirty="0" err="1"/>
              <a:t>deptHead</a:t>
            </a:r>
            <a:r>
              <a:rPr lang="en-US" dirty="0"/>
              <a:t> 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dot operator connects the name of the member variable with the name of the structure variable it belongs </a:t>
            </a:r>
            <a:r>
              <a:rPr lang="en-US" dirty="0" smtClean="0"/>
              <a:t>to.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Accessing the Elements of Structure</a:t>
            </a:r>
          </a:p>
        </p:txBody>
      </p:sp>
    </p:spTree>
    <p:extLst>
      <p:ext uri="{BB962C8B-B14F-4D97-AF65-F5344CB8AC3E}">
        <p14:creationId xmlns:p14="http://schemas.microsoft.com/office/powerpoint/2010/main" val="231467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6096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following statements assign values to the </a:t>
            </a:r>
            <a:r>
              <a:rPr lang="en-US" dirty="0" err="1"/>
              <a:t>empNumber</a:t>
            </a:r>
            <a:r>
              <a:rPr lang="en-US" dirty="0"/>
              <a:t> members of the </a:t>
            </a:r>
            <a:r>
              <a:rPr lang="en-US" dirty="0" err="1"/>
              <a:t>deptHead</a:t>
            </a:r>
            <a:r>
              <a:rPr lang="en-US" dirty="0"/>
              <a:t> , foreman , and associate structure variables: 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1645920" indent="0">
              <a:buNone/>
            </a:pPr>
            <a:r>
              <a:rPr lang="en-US" b="1" dirty="0" err="1"/>
              <a:t>deptHead.empNumber</a:t>
            </a:r>
            <a:r>
              <a:rPr lang="en-US" b="1" dirty="0"/>
              <a:t> = 475; </a:t>
            </a:r>
            <a:endParaRPr lang="en-US" b="1" dirty="0" smtClean="0"/>
          </a:p>
          <a:p>
            <a:pPr marL="1645920" indent="0">
              <a:buNone/>
            </a:pPr>
            <a:r>
              <a:rPr lang="en-US" b="1" dirty="0" err="1" smtClean="0"/>
              <a:t>foreman.empNumber</a:t>
            </a:r>
            <a:r>
              <a:rPr lang="en-US" b="1" dirty="0" smtClean="0"/>
              <a:t> </a:t>
            </a:r>
            <a:r>
              <a:rPr lang="en-US" b="1" dirty="0"/>
              <a:t>= 897; </a:t>
            </a:r>
            <a:endParaRPr lang="en-US" b="1" dirty="0" smtClean="0"/>
          </a:p>
          <a:p>
            <a:pPr marL="1645920" indent="0">
              <a:buNone/>
            </a:pPr>
            <a:r>
              <a:rPr lang="en-US" b="1" dirty="0" err="1" smtClean="0"/>
              <a:t>associate.empNumber</a:t>
            </a:r>
            <a:r>
              <a:rPr lang="en-US" b="1" dirty="0" smtClean="0"/>
              <a:t> </a:t>
            </a:r>
            <a:r>
              <a:rPr lang="en-US" b="1" dirty="0"/>
              <a:t>= 729;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8490" y="457200"/>
            <a:ext cx="7756263" cy="1054250"/>
          </a:xfrm>
        </p:spPr>
        <p:txBody>
          <a:bodyPr/>
          <a:lstStyle/>
          <a:p>
            <a:r>
              <a:rPr lang="en-US" dirty="0"/>
              <a:t>Accessing the Elements of Structure</a:t>
            </a:r>
          </a:p>
        </p:txBody>
      </p:sp>
    </p:spTree>
    <p:extLst>
      <p:ext uri="{BB962C8B-B14F-4D97-AF65-F5344CB8AC3E}">
        <p14:creationId xmlns:p14="http://schemas.microsoft.com/office/powerpoint/2010/main" val="424711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Comparing Structures Variables</a:t>
            </a:r>
          </a:p>
          <a:p>
            <a:r>
              <a:rPr lang="en-US" dirty="0"/>
              <a:t>Array as a Member of Structure</a:t>
            </a:r>
          </a:p>
          <a:p>
            <a:r>
              <a:rPr lang="en-US"/>
              <a:t>Array of Structures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37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5262</TotalTime>
  <Words>814</Words>
  <Application>Microsoft Office PowerPoint</Application>
  <PresentationFormat>On-screen Show (4:3)</PresentationFormat>
  <Paragraphs>105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Hardcover</vt:lpstr>
      <vt:lpstr>Programming Fundamentals</vt:lpstr>
      <vt:lpstr>Previous Lecture</vt:lpstr>
      <vt:lpstr>Today’s Lecture</vt:lpstr>
      <vt:lpstr>Abstract Data Types</vt:lpstr>
      <vt:lpstr>Structure</vt:lpstr>
      <vt:lpstr>Structure</vt:lpstr>
      <vt:lpstr>Structure</vt:lpstr>
      <vt:lpstr>Creating Structure</vt:lpstr>
      <vt:lpstr>Creating Structure</vt:lpstr>
      <vt:lpstr>Example</vt:lpstr>
      <vt:lpstr>Creating Structure</vt:lpstr>
      <vt:lpstr>Defining Structure</vt:lpstr>
      <vt:lpstr>Defining Structure</vt:lpstr>
      <vt:lpstr>Defining Structure</vt:lpstr>
      <vt:lpstr>Defining Structure</vt:lpstr>
      <vt:lpstr>Defining Structure</vt:lpstr>
      <vt:lpstr>Defining Structure</vt:lpstr>
      <vt:lpstr>Structure</vt:lpstr>
      <vt:lpstr>Accessing the Elements of Structure</vt:lpstr>
      <vt:lpstr>Accessing the Elements of Structure</vt:lpstr>
      <vt:lpstr>Accessing the Elements of Structure</vt:lpstr>
      <vt:lpstr>Next Lecture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426</cp:revision>
  <dcterms:created xsi:type="dcterms:W3CDTF">2023-02-13T17:33:34Z</dcterms:created>
  <dcterms:modified xsi:type="dcterms:W3CDTF">2025-12-09T20:17:40Z</dcterms:modified>
</cp:coreProperties>
</file>