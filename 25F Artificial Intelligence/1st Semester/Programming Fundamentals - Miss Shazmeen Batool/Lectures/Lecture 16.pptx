
<file path=[Content_Types].xml><?xml version="1.0" encoding="utf-8"?>
<Types xmlns="http://schemas.openxmlformats.org/package/2006/content-types">
  <Default Extension="png" ContentType="image/png"/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4440" r:id="rId1"/>
  </p:sldMasterIdLst>
  <p:notesMasterIdLst>
    <p:notesMasterId r:id="rId25"/>
  </p:notesMasterIdLst>
  <p:sldIdLst>
    <p:sldId id="275" r:id="rId2"/>
    <p:sldId id="276" r:id="rId3"/>
    <p:sldId id="277" r:id="rId4"/>
    <p:sldId id="278" r:id="rId5"/>
    <p:sldId id="299" r:id="rId6"/>
    <p:sldId id="279" r:id="rId7"/>
    <p:sldId id="304" r:id="rId8"/>
    <p:sldId id="301" r:id="rId9"/>
    <p:sldId id="302" r:id="rId10"/>
    <p:sldId id="303" r:id="rId11"/>
    <p:sldId id="300" r:id="rId12"/>
    <p:sldId id="280" r:id="rId13"/>
    <p:sldId id="295" r:id="rId14"/>
    <p:sldId id="284" r:id="rId15"/>
    <p:sldId id="285" r:id="rId16"/>
    <p:sldId id="287" r:id="rId17"/>
    <p:sldId id="288" r:id="rId18"/>
    <p:sldId id="291" r:id="rId19"/>
    <p:sldId id="292" r:id="rId20"/>
    <p:sldId id="296" r:id="rId21"/>
    <p:sldId id="297" r:id="rId22"/>
    <p:sldId id="298" r:id="rId23"/>
    <p:sldId id="294" r:id="rId24"/>
  </p:sldIdLst>
  <p:sldSz cx="9144000" cy="6858000" type="screen4x3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>
      <p:cViewPr varScale="1">
        <p:scale>
          <a:sx n="54" d="100"/>
          <a:sy n="54" d="100"/>
        </p:scale>
        <p:origin x="-960" y="-62"/>
      </p:cViewPr>
      <p:guideLst>
        <p:guide orient="horz" pos="2160"/>
        <p:guide pos="2880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presProps" Target="presProps.xml"/><Relationship Id="rId3" Type="http://schemas.openxmlformats.org/officeDocument/2006/relationships/slide" Target="slides/slide2.xml"/><Relationship Id="rId21" Type="http://schemas.openxmlformats.org/officeDocument/2006/relationships/slide" Target="slides/slide20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notesMaster" Target="notesMasters/notesMaster1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29" Type="http://schemas.openxmlformats.org/officeDocument/2006/relationships/tableStyles" Target="tableStyle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theme" Target="theme/theme1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viewProps" Target="viewProp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16A68638-8D4C-4224-86C6-C1F65257DA59}" type="datetimeFigureOut">
              <a:rPr lang="en-US" smtClean="0"/>
              <a:t>11/5/2025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8AE47110-DE54-4872-A5AE-CA21AC8F8A6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016569784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Picture 6" descr="CoverOverlay.png"/>
          <p:cNvPicPr>
            <a:picLocks noChangeAspect="1"/>
          </p:cNvPicPr>
          <p:nvPr/>
        </p:nvPicPr>
        <p:blipFill>
          <a:blip r:embed="rId2" cstate="print"/>
          <a:stretch>
            <a:fillRect/>
          </a:stretch>
        </p:blipFill>
        <p:spPr>
          <a:xfrm>
            <a:off x="0" y="0"/>
            <a:ext cx="9144000" cy="6858000"/>
          </a:xfrm>
          <a:prstGeom prst="rect">
            <a:avLst/>
          </a:prstGeom>
        </p:spPr>
      </p:pic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>
                <a:solidFill>
                  <a:schemeClr val="tx2"/>
                </a:solidFill>
              </a:defRPr>
            </a:lvl1pPr>
          </a:lstStyle>
          <a:p>
            <a:fld id="{AFF4282D-DD47-4BD2-B4E4-03CD91B40D17}" type="datetimeFigureOut">
              <a:rPr lang="en-US" smtClean="0"/>
              <a:t>11/5/2025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>
                <a:solidFill>
                  <a:schemeClr val="tx2"/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solidFill>
                  <a:schemeClr val="tx2"/>
                </a:solidFill>
              </a:defRPr>
            </a:lvl1pPr>
          </a:lstStyle>
          <a:p>
            <a:fld id="{BBBAC41E-B5DD-4622-B453-5F4DACEC7AF7}" type="slidenum">
              <a:rPr lang="en-US" smtClean="0"/>
              <a:t>‹#›</a:t>
            </a:fld>
            <a:endParaRPr lang="en-US"/>
          </a:p>
        </p:txBody>
      </p:sp>
      <p:grpSp>
        <p:nvGrpSpPr>
          <p:cNvPr id="8" name="Group 7"/>
          <p:cNvGrpSpPr/>
          <p:nvPr/>
        </p:nvGrpSpPr>
        <p:grpSpPr>
          <a:xfrm>
            <a:off x="1194101" y="2887530"/>
            <a:ext cx="6779110" cy="923330"/>
            <a:chOff x="1172584" y="1381459"/>
            <a:chExt cx="6779110" cy="923330"/>
          </a:xfrm>
          <a:effectLst>
            <a:outerShdw blurRad="38100" dist="12700" dir="16200000" rotWithShape="0">
              <a:prstClr val="black">
                <a:alpha val="30000"/>
              </a:prstClr>
            </a:outerShdw>
          </a:effectLst>
        </p:grpSpPr>
        <p:sp>
          <p:nvSpPr>
            <p:cNvPr id="9" name="TextBox 8"/>
            <p:cNvSpPr txBox="1"/>
            <p:nvPr/>
          </p:nvSpPr>
          <p:spPr>
            <a:xfrm>
              <a:off x="4147073" y="1381459"/>
              <a:ext cx="877163" cy="923330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sz="5400" dirty="0" smtClean="0">
                  <a:ln w="3175">
                    <a:solidFill>
                      <a:schemeClr val="tx2">
                        <a:alpha val="60000"/>
                      </a:schemeClr>
                    </a:solidFill>
                  </a:ln>
                  <a:solidFill>
                    <a:schemeClr val="tx2">
                      <a:lumMod val="90000"/>
                    </a:schemeClr>
                  </a:solidFill>
                  <a:effectLst>
                    <a:outerShdw blurRad="34925" dist="12700" dir="14400000" algn="ctr" rotWithShape="0">
                      <a:srgbClr val="000000">
                        <a:alpha val="21000"/>
                      </a:srgbClr>
                    </a:outerShdw>
                  </a:effectLst>
                  <a:latin typeface="Wingdings" pitchFamily="2" charset="2"/>
                </a:rPr>
                <a:t></a:t>
              </a:r>
              <a:endParaRPr lang="en-US" sz="5400" dirty="0">
                <a:ln w="3175">
                  <a:solidFill>
                    <a:schemeClr val="tx2">
                      <a:alpha val="60000"/>
                    </a:schemeClr>
                  </a:solidFill>
                </a:ln>
                <a:solidFill>
                  <a:schemeClr val="tx2">
                    <a:lumMod val="90000"/>
                  </a:schemeClr>
                </a:solidFill>
                <a:effectLst>
                  <a:outerShdw blurRad="34925" dist="12700" dir="14400000" algn="ctr" rotWithShape="0">
                    <a:srgbClr val="000000">
                      <a:alpha val="21000"/>
                    </a:srgbClr>
                  </a:outerShdw>
                </a:effectLst>
                <a:latin typeface="Wingdings" pitchFamily="2" charset="2"/>
              </a:endParaRPr>
            </a:p>
          </p:txBody>
        </p:sp>
        <p:cxnSp>
          <p:nvCxnSpPr>
            <p:cNvPr id="10" name="Straight Connector 9"/>
            <p:cNvCxnSpPr/>
            <p:nvPr/>
          </p:nvCxnSpPr>
          <p:spPr>
            <a:xfrm rot="10800000">
              <a:off x="1172584" y="1925620"/>
              <a:ext cx="3119718" cy="1588"/>
            </a:xfrm>
            <a:prstGeom prst="line">
              <a:avLst/>
            </a:prstGeom>
            <a:ln>
              <a:solidFill>
                <a:schemeClr val="tx2">
                  <a:lumMod val="90000"/>
                </a:schemeClr>
              </a:solidFill>
            </a:ln>
            <a:effectLst/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1" name="Straight Connector 10"/>
            <p:cNvCxnSpPr/>
            <p:nvPr/>
          </p:nvCxnSpPr>
          <p:spPr>
            <a:xfrm rot="10800000">
              <a:off x="4831976" y="1922930"/>
              <a:ext cx="3119718" cy="1588"/>
            </a:xfrm>
            <a:prstGeom prst="line">
              <a:avLst/>
            </a:prstGeom>
            <a:ln>
              <a:solidFill>
                <a:schemeClr val="tx2">
                  <a:lumMod val="90000"/>
                </a:schemeClr>
              </a:solidFill>
            </a:ln>
            <a:effectLst/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183341" y="1387737"/>
            <a:ext cx="6777318" cy="1731982"/>
          </a:xfrm>
        </p:spPr>
        <p:txBody>
          <a:bodyPr anchor="b"/>
          <a:lstStyle>
            <a:lvl1pPr>
              <a:defRPr>
                <a:ln w="3175">
                  <a:solidFill>
                    <a:schemeClr val="tx1">
                      <a:alpha val="65000"/>
                    </a:schemeClr>
                  </a:solidFill>
                </a:ln>
                <a:solidFill>
                  <a:schemeClr val="tx1"/>
                </a:solidFill>
                <a:effectLst>
                  <a:outerShdw blurRad="25400" dist="12700" dir="14220000" rotWithShape="0">
                    <a:prstClr val="black">
                      <a:alpha val="50000"/>
                    </a:prstClr>
                  </a:outerShdw>
                </a:effectLst>
              </a:defRPr>
            </a:lvl1pPr>
          </a:lstStyle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767862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/>
                </a:solidFill>
                <a:effectLst>
                  <a:outerShdw blurRad="34925" dist="12700" dir="14400000" rotWithShape="0">
                    <a:prstClr val="black">
                      <a:alpha val="21000"/>
                    </a:prstClr>
                  </a:outerShdw>
                </a:effectLst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 dirty="0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FF4282D-DD47-4BD2-B4E4-03CD91B40D17}" type="datetimeFigureOut">
              <a:rPr lang="en-US" smtClean="0"/>
              <a:t>11/5/2025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BBAC41E-B5DD-4622-B453-5F4DACEC7AF7}" type="slidenum">
              <a:rPr lang="en-US" smtClean="0"/>
              <a:t>‹#›</a:t>
            </a:fld>
            <a:endParaRPr lang="en-US"/>
          </a:p>
        </p:txBody>
      </p:sp>
      <p:sp>
        <p:nvSpPr>
          <p:cNvPr id="11" name="Title 10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grpSp>
        <p:nvGrpSpPr>
          <p:cNvPr id="12" name="Group 11"/>
          <p:cNvGrpSpPr/>
          <p:nvPr/>
        </p:nvGrpSpPr>
        <p:grpSpPr>
          <a:xfrm>
            <a:off x="1172584" y="1392217"/>
            <a:ext cx="6779110" cy="923330"/>
            <a:chOff x="1172584" y="1381459"/>
            <a:chExt cx="6779110" cy="923330"/>
          </a:xfrm>
        </p:grpSpPr>
        <p:sp>
          <p:nvSpPr>
            <p:cNvPr id="13" name="TextBox 12"/>
            <p:cNvSpPr txBox="1"/>
            <p:nvPr/>
          </p:nvSpPr>
          <p:spPr>
            <a:xfrm>
              <a:off x="4147073" y="1381459"/>
              <a:ext cx="877163" cy="923330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sz="5400" dirty="0" smtClean="0">
                  <a:solidFill>
                    <a:schemeClr val="tx2">
                      <a:lumMod val="60000"/>
                      <a:lumOff val="40000"/>
                    </a:schemeClr>
                  </a:solidFill>
                  <a:latin typeface="Wingdings" pitchFamily="2" charset="2"/>
                </a:rPr>
                <a:t></a:t>
              </a:r>
              <a:endParaRPr lang="en-US" sz="5400" dirty="0">
                <a:solidFill>
                  <a:schemeClr val="tx2">
                    <a:lumMod val="60000"/>
                    <a:lumOff val="40000"/>
                  </a:schemeClr>
                </a:solidFill>
                <a:latin typeface="Wingdings" pitchFamily="2" charset="2"/>
              </a:endParaRPr>
            </a:p>
          </p:txBody>
        </p:sp>
        <p:cxnSp>
          <p:nvCxnSpPr>
            <p:cNvPr id="14" name="Straight Connector 13"/>
            <p:cNvCxnSpPr/>
            <p:nvPr/>
          </p:nvCxnSpPr>
          <p:spPr>
            <a:xfrm rot="10800000">
              <a:off x="1172584" y="1925620"/>
              <a:ext cx="3119718" cy="1588"/>
            </a:xfrm>
            <a:prstGeom prst="line">
              <a:avLst/>
            </a:prstGeom>
            <a:ln>
              <a:solidFill>
                <a:schemeClr val="tx2">
                  <a:lumMod val="60000"/>
                  <a:lumOff val="40000"/>
                </a:schemeClr>
              </a:solidFill>
            </a:ln>
            <a:effectLst/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5" name="Straight Connector 14"/>
            <p:cNvCxnSpPr/>
            <p:nvPr/>
          </p:nvCxnSpPr>
          <p:spPr>
            <a:xfrm rot="10800000">
              <a:off x="4831976" y="1922650"/>
              <a:ext cx="3119718" cy="1588"/>
            </a:xfrm>
            <a:prstGeom prst="line">
              <a:avLst/>
            </a:prstGeom>
            <a:ln>
              <a:solidFill>
                <a:schemeClr val="tx2">
                  <a:lumMod val="60000"/>
                  <a:lumOff val="40000"/>
                </a:schemeClr>
              </a:solidFill>
            </a:ln>
            <a:effectLst/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2" name="Picture 11" descr="CoverOverlay.png"/>
          <p:cNvPicPr>
            <a:picLocks noChangeAspect="1"/>
          </p:cNvPicPr>
          <p:nvPr/>
        </p:nvPicPr>
        <p:blipFill>
          <a:blip r:embed="rId2" cstate="print">
            <a:lum/>
          </a:blip>
          <a:stretch>
            <a:fillRect/>
          </a:stretch>
        </p:blipFill>
        <p:spPr>
          <a:xfrm>
            <a:off x="0" y="0"/>
            <a:ext cx="9144000" cy="6858000"/>
          </a:xfrm>
          <a:prstGeom prst="rect">
            <a:avLst/>
          </a:prstGeom>
        </p:spPr>
      </p:pic>
      <p:grpSp>
        <p:nvGrpSpPr>
          <p:cNvPr id="7" name="Group 7"/>
          <p:cNvGrpSpPr/>
          <p:nvPr/>
        </p:nvGrpSpPr>
        <p:grpSpPr>
          <a:xfrm>
            <a:off x="1172584" y="2887579"/>
            <a:ext cx="6779110" cy="923330"/>
            <a:chOff x="1172584" y="1381459"/>
            <a:chExt cx="6779110" cy="923330"/>
          </a:xfrm>
        </p:grpSpPr>
        <p:sp>
          <p:nvSpPr>
            <p:cNvPr id="9" name="TextBox 8"/>
            <p:cNvSpPr txBox="1"/>
            <p:nvPr/>
          </p:nvSpPr>
          <p:spPr>
            <a:xfrm>
              <a:off x="4147073" y="1381459"/>
              <a:ext cx="877163" cy="923330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sz="5400" dirty="0" smtClean="0">
                  <a:solidFill>
                    <a:schemeClr val="tx2">
                      <a:lumMod val="60000"/>
                      <a:lumOff val="40000"/>
                    </a:schemeClr>
                  </a:solidFill>
                  <a:latin typeface="Wingdings" pitchFamily="2" charset="2"/>
                </a:rPr>
                <a:t></a:t>
              </a:r>
              <a:endParaRPr lang="en-US" sz="5400" dirty="0">
                <a:solidFill>
                  <a:schemeClr val="tx2">
                    <a:lumMod val="60000"/>
                    <a:lumOff val="40000"/>
                  </a:schemeClr>
                </a:solidFill>
                <a:latin typeface="Wingdings" pitchFamily="2" charset="2"/>
              </a:endParaRPr>
            </a:p>
          </p:txBody>
        </p:sp>
        <p:cxnSp>
          <p:nvCxnSpPr>
            <p:cNvPr id="10" name="Straight Connector 9"/>
            <p:cNvCxnSpPr/>
            <p:nvPr/>
          </p:nvCxnSpPr>
          <p:spPr>
            <a:xfrm rot="10800000">
              <a:off x="1172584" y="1925620"/>
              <a:ext cx="3119718" cy="1588"/>
            </a:xfrm>
            <a:prstGeom prst="line">
              <a:avLst/>
            </a:prstGeom>
            <a:ln>
              <a:solidFill>
                <a:schemeClr val="tx2">
                  <a:lumMod val="60000"/>
                  <a:lumOff val="40000"/>
                </a:schemeClr>
              </a:solidFill>
            </a:ln>
            <a:effectLst/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1" name="Straight Connector 10"/>
            <p:cNvCxnSpPr/>
            <p:nvPr/>
          </p:nvCxnSpPr>
          <p:spPr>
            <a:xfrm rot="10800000">
              <a:off x="4831976" y="1927412"/>
              <a:ext cx="3119718" cy="1588"/>
            </a:xfrm>
            <a:prstGeom prst="line">
              <a:avLst/>
            </a:prstGeom>
            <a:ln>
              <a:solidFill>
                <a:schemeClr val="tx2">
                  <a:lumMod val="60000"/>
                  <a:lumOff val="40000"/>
                </a:schemeClr>
              </a:solidFill>
            </a:ln>
            <a:effectLst/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90040" y="1204857"/>
            <a:ext cx="7754713" cy="1910716"/>
          </a:xfrm>
        </p:spPr>
        <p:txBody>
          <a:bodyPr anchor="b"/>
          <a:lstStyle>
            <a:lvl1pPr algn="ctr">
              <a:defRPr sz="5400" b="0" cap="none" baseline="0">
                <a:solidFill>
                  <a:schemeClr val="tx2"/>
                </a:solidFill>
              </a:defRPr>
            </a:lvl1pPr>
          </a:lstStyle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99248" y="3767316"/>
            <a:ext cx="7734747" cy="1500187"/>
          </a:xfrm>
        </p:spPr>
        <p:txBody>
          <a:bodyPr anchor="t"/>
          <a:lstStyle>
            <a:lvl1pPr marL="0" indent="0" algn="ctr">
              <a:buNone/>
              <a:defRPr sz="2000">
                <a:solidFill>
                  <a:schemeClr val="tx2"/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FF4282D-DD47-4BD2-B4E4-03CD91B40D17}" type="datetimeFigureOut">
              <a:rPr lang="en-US" smtClean="0"/>
              <a:t>11/5/2025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BBAC41E-B5DD-4622-B453-5F4DACEC7AF7}" type="slidenum">
              <a:rPr lang="en-US" smtClean="0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FF4282D-DD47-4BD2-B4E4-03CD91B40D17}" type="datetimeFigureOut">
              <a:rPr lang="en-US" smtClean="0"/>
              <a:t>11/5/2025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BBAC41E-B5DD-4622-B453-5F4DACEC7AF7}" type="slidenum">
              <a:rPr lang="en-US" smtClean="0"/>
              <a:t>‹#›</a:t>
            </a:fld>
            <a:endParaRPr lang="en-US"/>
          </a:p>
        </p:txBody>
      </p:sp>
      <p:sp>
        <p:nvSpPr>
          <p:cNvPr id="12" name="Title 1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>
                <a:solidFill>
                  <a:schemeClr val="tx2"/>
                </a:solidFill>
              </a:defRPr>
            </a:lvl1pPr>
          </a:lstStyle>
          <a:p>
            <a:r>
              <a:rPr lang="en-US" smtClean="0"/>
              <a:t>Click to edit Master title style</a:t>
            </a:r>
            <a:endParaRPr lang="en-US" dirty="0"/>
          </a:p>
        </p:txBody>
      </p:sp>
      <p:grpSp>
        <p:nvGrpSpPr>
          <p:cNvPr id="13" name="Group 12"/>
          <p:cNvGrpSpPr/>
          <p:nvPr/>
        </p:nvGrpSpPr>
        <p:grpSpPr>
          <a:xfrm>
            <a:off x="1172584" y="1392217"/>
            <a:ext cx="6779110" cy="923330"/>
            <a:chOff x="1172584" y="1381459"/>
            <a:chExt cx="6779110" cy="923330"/>
          </a:xfrm>
        </p:grpSpPr>
        <p:sp>
          <p:nvSpPr>
            <p:cNvPr id="14" name="TextBox 13"/>
            <p:cNvSpPr txBox="1"/>
            <p:nvPr/>
          </p:nvSpPr>
          <p:spPr>
            <a:xfrm>
              <a:off x="4147073" y="1381459"/>
              <a:ext cx="877163" cy="923330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sz="5400" dirty="0" smtClean="0">
                  <a:solidFill>
                    <a:schemeClr val="tx2">
                      <a:lumMod val="60000"/>
                      <a:lumOff val="40000"/>
                    </a:schemeClr>
                  </a:solidFill>
                  <a:latin typeface="Wingdings" pitchFamily="2" charset="2"/>
                </a:rPr>
                <a:t></a:t>
              </a:r>
              <a:endParaRPr lang="en-US" sz="5400" dirty="0">
                <a:solidFill>
                  <a:schemeClr val="tx2">
                    <a:lumMod val="60000"/>
                    <a:lumOff val="40000"/>
                  </a:schemeClr>
                </a:solidFill>
                <a:latin typeface="Wingdings" pitchFamily="2" charset="2"/>
              </a:endParaRPr>
            </a:p>
          </p:txBody>
        </p:sp>
        <p:cxnSp>
          <p:nvCxnSpPr>
            <p:cNvPr id="15" name="Straight Connector 14"/>
            <p:cNvCxnSpPr/>
            <p:nvPr/>
          </p:nvCxnSpPr>
          <p:spPr>
            <a:xfrm rot="10800000">
              <a:off x="1172584" y="1925620"/>
              <a:ext cx="3119718" cy="1588"/>
            </a:xfrm>
            <a:prstGeom prst="line">
              <a:avLst/>
            </a:prstGeom>
            <a:ln>
              <a:solidFill>
                <a:schemeClr val="tx2">
                  <a:lumMod val="60000"/>
                  <a:lumOff val="40000"/>
                </a:schemeClr>
              </a:solidFill>
            </a:ln>
            <a:effectLst/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6" name="Straight Connector 15"/>
            <p:cNvCxnSpPr/>
            <p:nvPr/>
          </p:nvCxnSpPr>
          <p:spPr>
            <a:xfrm rot="10800000">
              <a:off x="4831976" y="1922650"/>
              <a:ext cx="3119718" cy="1588"/>
            </a:xfrm>
            <a:prstGeom prst="line">
              <a:avLst/>
            </a:prstGeom>
            <a:ln>
              <a:solidFill>
                <a:schemeClr val="tx2">
                  <a:lumMod val="60000"/>
                  <a:lumOff val="40000"/>
                </a:schemeClr>
              </a:solidFill>
            </a:ln>
            <a:effectLst/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sp>
        <p:nvSpPr>
          <p:cNvPr id="8" name="Content Placeholder 7"/>
          <p:cNvSpPr>
            <a:spLocks noGrp="1"/>
          </p:cNvSpPr>
          <p:nvPr>
            <p:ph sz="quarter" idx="13"/>
          </p:nvPr>
        </p:nvSpPr>
        <p:spPr>
          <a:xfrm>
            <a:off x="685800" y="2240280"/>
            <a:ext cx="3803904" cy="3877056"/>
          </a:xfrm>
        </p:spPr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10" name="Content Placeholder 9"/>
          <p:cNvSpPr>
            <a:spLocks noGrp="1"/>
          </p:cNvSpPr>
          <p:nvPr>
            <p:ph sz="quarter" idx="14"/>
          </p:nvPr>
        </p:nvSpPr>
        <p:spPr>
          <a:xfrm>
            <a:off x="4645151" y="2240280"/>
            <a:ext cx="3803904" cy="3877056"/>
          </a:xfrm>
        </p:spPr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051560" y="2240280"/>
            <a:ext cx="3442446" cy="658368"/>
          </a:xfrm>
        </p:spPr>
        <p:txBody>
          <a:bodyPr anchor="b"/>
          <a:lstStyle>
            <a:lvl1pPr marL="0" indent="0" algn="ctr">
              <a:buNone/>
              <a:defRPr sz="2400" b="0">
                <a:solidFill>
                  <a:schemeClr val="tx2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88488" y="2947595"/>
            <a:ext cx="3803904" cy="317296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5002306" y="2240280"/>
            <a:ext cx="3447288" cy="658368"/>
          </a:xfrm>
        </p:spPr>
        <p:txBody>
          <a:bodyPr anchor="b"/>
          <a:lstStyle>
            <a:lvl1pPr marL="0" indent="0" algn="ctr">
              <a:buNone/>
              <a:defRPr sz="2400" b="0">
                <a:solidFill>
                  <a:schemeClr val="tx2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6" y="2944368"/>
            <a:ext cx="3799728" cy="317296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FF4282D-DD47-4BD2-B4E4-03CD91B40D17}" type="datetimeFigureOut">
              <a:rPr lang="en-US" smtClean="0"/>
              <a:t>11/5/2025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BBAC41E-B5DD-4622-B453-5F4DACEC7AF7}" type="slidenum">
              <a:rPr lang="en-US" smtClean="0"/>
              <a:t>‹#›</a:t>
            </a:fld>
            <a:endParaRPr lang="en-US"/>
          </a:p>
        </p:txBody>
      </p:sp>
      <p:grpSp>
        <p:nvGrpSpPr>
          <p:cNvPr id="14" name="Group 13"/>
          <p:cNvGrpSpPr/>
          <p:nvPr/>
        </p:nvGrpSpPr>
        <p:grpSpPr>
          <a:xfrm>
            <a:off x="1172584" y="1392217"/>
            <a:ext cx="6779110" cy="923330"/>
            <a:chOff x="1172584" y="1381459"/>
            <a:chExt cx="6779110" cy="923330"/>
          </a:xfrm>
        </p:grpSpPr>
        <p:sp>
          <p:nvSpPr>
            <p:cNvPr id="16" name="TextBox 15"/>
            <p:cNvSpPr txBox="1"/>
            <p:nvPr/>
          </p:nvSpPr>
          <p:spPr>
            <a:xfrm>
              <a:off x="4147073" y="1381459"/>
              <a:ext cx="877163" cy="923330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sz="5400" dirty="0" smtClean="0">
                  <a:solidFill>
                    <a:schemeClr val="tx2">
                      <a:lumMod val="60000"/>
                      <a:lumOff val="40000"/>
                    </a:schemeClr>
                  </a:solidFill>
                  <a:latin typeface="Wingdings" pitchFamily="2" charset="2"/>
                </a:rPr>
                <a:t></a:t>
              </a:r>
              <a:endParaRPr lang="en-US" sz="5400" dirty="0">
                <a:solidFill>
                  <a:schemeClr val="tx2">
                    <a:lumMod val="60000"/>
                    <a:lumOff val="40000"/>
                  </a:schemeClr>
                </a:solidFill>
                <a:latin typeface="Wingdings" pitchFamily="2" charset="2"/>
              </a:endParaRPr>
            </a:p>
          </p:txBody>
        </p:sp>
        <p:cxnSp>
          <p:nvCxnSpPr>
            <p:cNvPr id="17" name="Straight Connector 16"/>
            <p:cNvCxnSpPr/>
            <p:nvPr/>
          </p:nvCxnSpPr>
          <p:spPr>
            <a:xfrm rot="10800000">
              <a:off x="1172584" y="1925620"/>
              <a:ext cx="3119718" cy="1588"/>
            </a:xfrm>
            <a:prstGeom prst="line">
              <a:avLst/>
            </a:prstGeom>
            <a:ln>
              <a:solidFill>
                <a:schemeClr val="tx2">
                  <a:lumMod val="60000"/>
                  <a:lumOff val="40000"/>
                </a:schemeClr>
              </a:solidFill>
            </a:ln>
            <a:effectLst/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8" name="Straight Connector 17"/>
            <p:cNvCxnSpPr/>
            <p:nvPr/>
          </p:nvCxnSpPr>
          <p:spPr>
            <a:xfrm rot="10800000">
              <a:off x="4831976" y="1922650"/>
              <a:ext cx="3119718" cy="1588"/>
            </a:xfrm>
            <a:prstGeom prst="line">
              <a:avLst/>
            </a:prstGeom>
            <a:ln>
              <a:solidFill>
                <a:schemeClr val="tx2">
                  <a:lumMod val="60000"/>
                  <a:lumOff val="40000"/>
                </a:schemeClr>
              </a:solidFill>
            </a:ln>
            <a:effectLst/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FF4282D-DD47-4BD2-B4E4-03CD91B40D17}" type="datetimeFigureOut">
              <a:rPr lang="en-US" smtClean="0"/>
              <a:t>11/5/2025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BBAC41E-B5DD-4622-B453-5F4DACEC7AF7}" type="slidenum">
              <a:rPr lang="en-US" smtClean="0"/>
              <a:t>‹#›</a:t>
            </a:fld>
            <a:endParaRPr lang="en-US"/>
          </a:p>
        </p:txBody>
      </p:sp>
      <p:grpSp>
        <p:nvGrpSpPr>
          <p:cNvPr id="10" name="Group 9"/>
          <p:cNvGrpSpPr/>
          <p:nvPr/>
        </p:nvGrpSpPr>
        <p:grpSpPr>
          <a:xfrm>
            <a:off x="1172584" y="1392217"/>
            <a:ext cx="6779110" cy="923330"/>
            <a:chOff x="1172584" y="1381459"/>
            <a:chExt cx="6779110" cy="923330"/>
          </a:xfrm>
        </p:grpSpPr>
        <p:sp>
          <p:nvSpPr>
            <p:cNvPr id="14" name="TextBox 13"/>
            <p:cNvSpPr txBox="1"/>
            <p:nvPr/>
          </p:nvSpPr>
          <p:spPr>
            <a:xfrm>
              <a:off x="4147073" y="1381459"/>
              <a:ext cx="877163" cy="923330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sz="5400" dirty="0" smtClean="0">
                  <a:solidFill>
                    <a:schemeClr val="tx2">
                      <a:lumMod val="60000"/>
                      <a:lumOff val="40000"/>
                    </a:schemeClr>
                  </a:solidFill>
                  <a:latin typeface="Wingdings" pitchFamily="2" charset="2"/>
                </a:rPr>
                <a:t></a:t>
              </a:r>
              <a:endParaRPr lang="en-US" sz="5400" dirty="0">
                <a:solidFill>
                  <a:schemeClr val="tx2">
                    <a:lumMod val="60000"/>
                    <a:lumOff val="40000"/>
                  </a:schemeClr>
                </a:solidFill>
                <a:latin typeface="Wingdings" pitchFamily="2" charset="2"/>
              </a:endParaRPr>
            </a:p>
          </p:txBody>
        </p:sp>
        <p:cxnSp>
          <p:nvCxnSpPr>
            <p:cNvPr id="15" name="Straight Connector 14"/>
            <p:cNvCxnSpPr/>
            <p:nvPr/>
          </p:nvCxnSpPr>
          <p:spPr>
            <a:xfrm rot="10800000">
              <a:off x="1172584" y="1925620"/>
              <a:ext cx="3119718" cy="1588"/>
            </a:xfrm>
            <a:prstGeom prst="line">
              <a:avLst/>
            </a:prstGeom>
            <a:ln>
              <a:solidFill>
                <a:schemeClr val="tx2">
                  <a:lumMod val="60000"/>
                  <a:lumOff val="40000"/>
                </a:schemeClr>
              </a:solidFill>
            </a:ln>
            <a:effectLst/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6" name="Straight Connector 15"/>
            <p:cNvCxnSpPr/>
            <p:nvPr/>
          </p:nvCxnSpPr>
          <p:spPr>
            <a:xfrm rot="10800000">
              <a:off x="4831976" y="1922650"/>
              <a:ext cx="3119718" cy="1588"/>
            </a:xfrm>
            <a:prstGeom prst="line">
              <a:avLst/>
            </a:prstGeom>
            <a:ln>
              <a:solidFill>
                <a:schemeClr val="tx2">
                  <a:lumMod val="60000"/>
                  <a:lumOff val="40000"/>
                </a:schemeClr>
              </a:solidFill>
            </a:ln>
            <a:effectLst/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FF4282D-DD47-4BD2-B4E4-03CD91B40D17}" type="datetimeFigureOut">
              <a:rPr lang="en-US" smtClean="0"/>
              <a:t>11/5/2025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BBAC41E-B5DD-4622-B453-5F4DACEC7AF7}" type="slidenum">
              <a:rPr lang="en-US" smtClean="0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5034579" y="1678195"/>
            <a:ext cx="3422483" cy="1886921"/>
          </a:xfrm>
        </p:spPr>
        <p:txBody>
          <a:bodyPr anchor="b"/>
          <a:lstStyle>
            <a:lvl1pPr algn="l">
              <a:defRPr sz="2800" b="0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692001" y="559398"/>
            <a:ext cx="4116667" cy="5566765"/>
          </a:xfrm>
        </p:spPr>
        <p:txBody>
          <a:bodyPr anchor="ctr"/>
          <a:lstStyle>
            <a:lvl1pPr>
              <a:defRPr sz="2400"/>
            </a:lvl1pPr>
            <a:lvl2pPr>
              <a:defRPr sz="2200"/>
            </a:lvl2pPr>
            <a:lvl3pPr>
              <a:defRPr sz="2000"/>
            </a:lvl3pPr>
            <a:lvl4pPr>
              <a:defRPr sz="1800"/>
            </a:lvl4pPr>
            <a:lvl5pPr>
              <a:defRPr sz="16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5034579" y="3603812"/>
            <a:ext cx="3411725" cy="2517289"/>
          </a:xfrm>
        </p:spPr>
        <p:txBody>
          <a:bodyPr>
            <a:normAutofit/>
          </a:bodyPr>
          <a:lstStyle>
            <a:lvl1pPr marL="0" indent="0">
              <a:buNone/>
              <a:defRPr sz="16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FF4282D-DD47-4BD2-B4E4-03CD91B40D17}" type="datetimeFigureOut">
              <a:rPr lang="en-US" smtClean="0"/>
              <a:t>11/5/2025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BBAC41E-B5DD-4622-B453-5F4DACEC7AF7}" type="slidenum">
              <a:rPr lang="en-US" smtClean="0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77731" y="4668818"/>
            <a:ext cx="7767021" cy="644729"/>
          </a:xfrm>
        </p:spPr>
        <p:txBody>
          <a:bodyPr anchor="b"/>
          <a:lstStyle>
            <a:lvl1pPr algn="ctr">
              <a:defRPr sz="2800" b="0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 rot="240000">
            <a:off x="2183792" y="666965"/>
            <a:ext cx="4772156" cy="3598016"/>
          </a:xfrm>
          <a:solidFill>
            <a:srgbClr val="FFFFFF">
              <a:shade val="85000"/>
            </a:srgbClr>
          </a:solidFill>
          <a:ln w="190500" cap="sq">
            <a:solidFill>
              <a:srgbClr val="FFFFFF"/>
            </a:solidFill>
            <a:miter lim="800000"/>
          </a:ln>
          <a:effectLst>
            <a:outerShdw blurRad="65000" dist="50800" dir="12900000" kx="195000" ky="145000" algn="tl" rotWithShape="0">
              <a:srgbClr val="000000">
                <a:alpha val="24000"/>
              </a:srgbClr>
            </a:outerShdw>
          </a:effectLst>
          <a:scene3d>
            <a:camera prst="orthographicFront">
              <a:rot lat="0" lon="0" rev="360000"/>
            </a:camera>
            <a:lightRig rig="twoPt" dir="t">
              <a:rot lat="0" lon="0" rev="7200000"/>
            </a:lightRig>
          </a:scene3d>
          <a:sp3d contourW="12700">
            <a:bevelT w="25400" h="19050"/>
            <a:contourClr>
              <a:srgbClr val="969696"/>
            </a:contourClr>
          </a:sp3d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en-US" smtClean="0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88489" y="5324306"/>
            <a:ext cx="7756264" cy="804862"/>
          </a:xfrm>
        </p:spPr>
        <p:txBody>
          <a:bodyPr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FF4282D-DD47-4BD2-B4E4-03CD91B40D17}" type="datetimeFigureOut">
              <a:rPr lang="en-US" smtClean="0"/>
              <a:t>11/5/2025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BBAC41E-B5DD-4622-B453-5F4DACEC7AF7}" type="slidenum">
              <a:rPr lang="en-US" smtClean="0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 anchor="ctr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FF4282D-DD47-4BD2-B4E4-03CD91B40D17}" type="datetimeFigureOut">
              <a:rPr lang="en-US" smtClean="0"/>
              <a:t>11/5/2025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BBAC41E-B5DD-4622-B453-5F4DACEC7AF7}" type="slidenum">
              <a:rPr lang="en-US" smtClean="0"/>
              <a:t>‹#›</a:t>
            </a:fld>
            <a:endParaRPr lang="en-US"/>
          </a:p>
        </p:txBody>
      </p:sp>
      <p:grpSp>
        <p:nvGrpSpPr>
          <p:cNvPr id="11" name="Group 10"/>
          <p:cNvGrpSpPr/>
          <p:nvPr/>
        </p:nvGrpSpPr>
        <p:grpSpPr>
          <a:xfrm>
            <a:off x="1172584" y="1392217"/>
            <a:ext cx="6779110" cy="923330"/>
            <a:chOff x="1172584" y="1381459"/>
            <a:chExt cx="6779110" cy="923330"/>
          </a:xfrm>
        </p:grpSpPr>
        <p:sp>
          <p:nvSpPr>
            <p:cNvPr id="15" name="TextBox 14"/>
            <p:cNvSpPr txBox="1"/>
            <p:nvPr/>
          </p:nvSpPr>
          <p:spPr>
            <a:xfrm>
              <a:off x="4147073" y="1381459"/>
              <a:ext cx="877163" cy="923330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sz="5400" dirty="0" smtClean="0">
                  <a:solidFill>
                    <a:schemeClr val="tx2">
                      <a:lumMod val="60000"/>
                      <a:lumOff val="40000"/>
                    </a:schemeClr>
                  </a:solidFill>
                  <a:latin typeface="Wingdings" pitchFamily="2" charset="2"/>
                </a:rPr>
                <a:t></a:t>
              </a:r>
              <a:endParaRPr lang="en-US" sz="5400" dirty="0">
                <a:solidFill>
                  <a:schemeClr val="tx2">
                    <a:lumMod val="60000"/>
                    <a:lumOff val="40000"/>
                  </a:schemeClr>
                </a:solidFill>
                <a:latin typeface="Wingdings" pitchFamily="2" charset="2"/>
              </a:endParaRPr>
            </a:p>
          </p:txBody>
        </p:sp>
        <p:cxnSp>
          <p:nvCxnSpPr>
            <p:cNvPr id="16" name="Straight Connector 15"/>
            <p:cNvCxnSpPr/>
            <p:nvPr/>
          </p:nvCxnSpPr>
          <p:spPr>
            <a:xfrm rot="10800000">
              <a:off x="1172584" y="1925620"/>
              <a:ext cx="3119718" cy="1588"/>
            </a:xfrm>
            <a:prstGeom prst="line">
              <a:avLst/>
            </a:prstGeom>
            <a:ln>
              <a:solidFill>
                <a:schemeClr val="tx2">
                  <a:lumMod val="60000"/>
                  <a:lumOff val="40000"/>
                </a:schemeClr>
              </a:solidFill>
            </a:ln>
            <a:effectLst/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7" name="Straight Connector 16"/>
            <p:cNvCxnSpPr/>
            <p:nvPr/>
          </p:nvCxnSpPr>
          <p:spPr>
            <a:xfrm rot="10800000">
              <a:off x="4831976" y="1922650"/>
              <a:ext cx="3119718" cy="1588"/>
            </a:xfrm>
            <a:prstGeom prst="line">
              <a:avLst/>
            </a:prstGeom>
            <a:ln>
              <a:solidFill>
                <a:schemeClr val="tx2">
                  <a:lumMod val="60000"/>
                  <a:lumOff val="40000"/>
                </a:schemeClr>
              </a:solidFill>
            </a:ln>
            <a:effectLst/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766560" y="559398"/>
            <a:ext cx="1678193" cy="556676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688488" y="849854"/>
            <a:ext cx="5507917" cy="5023821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FF4282D-DD47-4BD2-B4E4-03CD91B40D17}" type="datetimeFigureOut">
              <a:rPr lang="en-US" smtClean="0"/>
              <a:t>11/5/2025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BBAC41E-B5DD-4622-B453-5F4DACEC7AF7}" type="slidenum">
              <a:rPr lang="en-US" smtClean="0"/>
              <a:t>‹#›</a:t>
            </a:fld>
            <a:endParaRPr lang="en-US"/>
          </a:p>
        </p:txBody>
      </p:sp>
      <p:grpSp>
        <p:nvGrpSpPr>
          <p:cNvPr id="11" name="Group 10"/>
          <p:cNvGrpSpPr/>
          <p:nvPr/>
        </p:nvGrpSpPr>
        <p:grpSpPr>
          <a:xfrm rot="5400000">
            <a:off x="3909050" y="2880823"/>
            <a:ext cx="5480154" cy="923330"/>
            <a:chOff x="1815339" y="1381459"/>
            <a:chExt cx="5480154" cy="923330"/>
          </a:xfrm>
        </p:grpSpPr>
        <p:sp>
          <p:nvSpPr>
            <p:cNvPr id="12" name="TextBox 11"/>
            <p:cNvSpPr txBox="1"/>
            <p:nvPr/>
          </p:nvSpPr>
          <p:spPr>
            <a:xfrm>
              <a:off x="4147073" y="1381459"/>
              <a:ext cx="877163" cy="923330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sz="5400" dirty="0" smtClean="0">
                  <a:solidFill>
                    <a:schemeClr val="tx2">
                      <a:lumMod val="60000"/>
                      <a:lumOff val="40000"/>
                    </a:schemeClr>
                  </a:solidFill>
                  <a:latin typeface="Wingdings" pitchFamily="2" charset="2"/>
                </a:rPr>
                <a:t></a:t>
              </a:r>
              <a:endParaRPr lang="en-US" sz="5400" dirty="0">
                <a:solidFill>
                  <a:schemeClr val="tx2">
                    <a:lumMod val="60000"/>
                    <a:lumOff val="40000"/>
                  </a:schemeClr>
                </a:solidFill>
                <a:latin typeface="Wingdings" pitchFamily="2" charset="2"/>
              </a:endParaRPr>
            </a:p>
          </p:txBody>
        </p:sp>
        <p:cxnSp>
          <p:nvCxnSpPr>
            <p:cNvPr id="13" name="Straight Connector 12"/>
            <p:cNvCxnSpPr/>
            <p:nvPr/>
          </p:nvCxnSpPr>
          <p:spPr>
            <a:xfrm flipH="1" flipV="1">
              <a:off x="1815339" y="1924709"/>
              <a:ext cx="2468880" cy="2505"/>
            </a:xfrm>
            <a:prstGeom prst="line">
              <a:avLst/>
            </a:prstGeom>
            <a:ln>
              <a:solidFill>
                <a:schemeClr val="tx2">
                  <a:lumMod val="60000"/>
                  <a:lumOff val="40000"/>
                </a:schemeClr>
              </a:solidFill>
            </a:ln>
            <a:effectLst/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4" name="Straight Connector 13"/>
            <p:cNvCxnSpPr/>
            <p:nvPr/>
          </p:nvCxnSpPr>
          <p:spPr>
            <a:xfrm rot="10800000">
              <a:off x="4826613" y="1927417"/>
              <a:ext cx="2468880" cy="1588"/>
            </a:xfrm>
            <a:prstGeom prst="line">
              <a:avLst/>
            </a:prstGeom>
            <a:ln>
              <a:solidFill>
                <a:schemeClr val="tx2">
                  <a:lumMod val="60000"/>
                  <a:lumOff val="40000"/>
                </a:schemeClr>
              </a:solidFill>
            </a:ln>
            <a:effectLst/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/>
          <p:cNvSpPr/>
          <p:nvPr/>
        </p:nvSpPr>
        <p:spPr>
          <a:xfrm>
            <a:off x="0" y="0"/>
            <a:ext cx="9144000" cy="6858000"/>
          </a:xfrm>
          <a:prstGeom prst="rect">
            <a:avLst/>
          </a:prstGeom>
          <a:gradFill flip="none" rotWithShape="1">
            <a:gsLst>
              <a:gs pos="83000">
                <a:schemeClr val="bg1">
                  <a:alpha val="11000"/>
                </a:schemeClr>
              </a:gs>
              <a:gs pos="100000">
                <a:schemeClr val="bg2">
                  <a:lumMod val="75000"/>
                  <a:alpha val="23000"/>
                </a:schemeClr>
              </a:gs>
            </a:gsLst>
            <a:path path="rect">
              <a:fillToRect l="50000" t="50000" r="50000" b="50000"/>
            </a:path>
            <a:tileRect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688490" y="570156"/>
            <a:ext cx="7756263" cy="1054250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99247" y="2248347"/>
            <a:ext cx="7745505" cy="3877815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360378" y="6161442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2"/>
                </a:solidFill>
              </a:defRPr>
            </a:lvl1pPr>
          </a:lstStyle>
          <a:p>
            <a:fld id="{AFF4282D-DD47-4BD2-B4E4-03CD91B40D17}" type="datetimeFigureOut">
              <a:rPr lang="en-US" smtClean="0"/>
              <a:t>11/5/2025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161442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2"/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639264" y="6161442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2"/>
                </a:solidFill>
              </a:defRPr>
            </a:lvl1pPr>
          </a:lstStyle>
          <a:p>
            <a:fld id="{BBBAC41E-B5DD-4622-B453-5F4DACEC7AF7}" type="slidenum">
              <a:rPr lang="en-US" smtClean="0"/>
              <a:t>‹#›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4441" r:id="rId1"/>
    <p:sldLayoutId id="2147484442" r:id="rId2"/>
    <p:sldLayoutId id="2147484443" r:id="rId3"/>
    <p:sldLayoutId id="2147484444" r:id="rId4"/>
    <p:sldLayoutId id="2147484445" r:id="rId5"/>
    <p:sldLayoutId id="2147484446" r:id="rId6"/>
    <p:sldLayoutId id="2147484447" r:id="rId7"/>
    <p:sldLayoutId id="2147484448" r:id="rId8"/>
    <p:sldLayoutId id="2147484449" r:id="rId9"/>
    <p:sldLayoutId id="2147484450" r:id="rId10"/>
    <p:sldLayoutId id="2147484451" r:id="rId11"/>
  </p:sldLayoutIdLst>
  <p:txStyles>
    <p:titleStyle>
      <a:lvl1pPr algn="ctr" defTabSz="914400" rtl="0" eaLnBrk="1" latinLnBrk="0" hangingPunct="1">
        <a:spcBef>
          <a:spcPct val="0"/>
        </a:spcBef>
        <a:buNone/>
        <a:defRPr sz="5400" kern="1200">
          <a:solidFill>
            <a:schemeClr val="tx2"/>
          </a:solidFill>
          <a:latin typeface="+mj-lt"/>
          <a:ea typeface="+mj-ea"/>
          <a:cs typeface="+mj-cs"/>
        </a:defRPr>
      </a:lvl1pPr>
      <a:lvl2pPr eaLnBrk="1" hangingPunct="1">
        <a:defRPr>
          <a:solidFill>
            <a:schemeClr val="tx2"/>
          </a:solidFill>
        </a:defRPr>
      </a:lvl2pPr>
      <a:lvl3pPr eaLnBrk="1" hangingPunct="1">
        <a:defRPr>
          <a:solidFill>
            <a:schemeClr val="tx2"/>
          </a:solidFill>
        </a:defRPr>
      </a:lvl3pPr>
      <a:lvl4pPr eaLnBrk="1" hangingPunct="1">
        <a:defRPr>
          <a:solidFill>
            <a:schemeClr val="tx2"/>
          </a:solidFill>
        </a:defRPr>
      </a:lvl4pPr>
      <a:lvl5pPr eaLnBrk="1" hangingPunct="1">
        <a:defRPr>
          <a:solidFill>
            <a:schemeClr val="tx2"/>
          </a:solidFill>
        </a:defRPr>
      </a:lvl5pPr>
      <a:lvl6pPr eaLnBrk="1" hangingPunct="1">
        <a:defRPr>
          <a:solidFill>
            <a:schemeClr val="tx2"/>
          </a:solidFill>
        </a:defRPr>
      </a:lvl6pPr>
      <a:lvl7pPr eaLnBrk="1" hangingPunct="1">
        <a:defRPr>
          <a:solidFill>
            <a:schemeClr val="tx2"/>
          </a:solidFill>
        </a:defRPr>
      </a:lvl7pPr>
      <a:lvl8pPr eaLnBrk="1" hangingPunct="1">
        <a:defRPr>
          <a:solidFill>
            <a:schemeClr val="tx2"/>
          </a:solidFill>
        </a:defRPr>
      </a:lvl8pPr>
      <a:lvl9pPr eaLnBrk="1" hangingPunct="1">
        <a:defRPr>
          <a:solidFill>
            <a:schemeClr val="tx2"/>
          </a:solidFill>
        </a:defRPr>
      </a:lvl9pPr>
    </p:titleStyle>
    <p:bodyStyle>
      <a:lvl1pPr marL="365760" indent="-365760" algn="l" defTabSz="914400" rtl="0" eaLnBrk="1" latinLnBrk="0" hangingPunct="1">
        <a:spcBef>
          <a:spcPct val="20000"/>
        </a:spcBef>
        <a:buClr>
          <a:schemeClr val="accent1"/>
        </a:buClr>
        <a:buFont typeface="Wingdings" pitchFamily="2" charset="2"/>
        <a:buChar char=""/>
        <a:defRPr sz="2400" kern="1200">
          <a:solidFill>
            <a:schemeClr val="tx1">
              <a:lumMod val="85000"/>
              <a:lumOff val="15000"/>
            </a:schemeClr>
          </a:solidFill>
          <a:latin typeface="+mn-lt"/>
          <a:ea typeface="+mn-ea"/>
          <a:cs typeface="+mn-cs"/>
        </a:defRPr>
      </a:lvl1pPr>
      <a:lvl2pPr marL="777240" indent="-365760" algn="l" defTabSz="914400" rtl="0" eaLnBrk="1" latinLnBrk="0" hangingPunct="1">
        <a:spcBef>
          <a:spcPct val="20000"/>
        </a:spcBef>
        <a:buClr>
          <a:schemeClr val="accent1"/>
        </a:buClr>
        <a:buFont typeface="Wingdings" pitchFamily="2" charset="2"/>
        <a:buChar char=""/>
        <a:defRPr sz="2200" kern="1200">
          <a:solidFill>
            <a:schemeClr val="tx1">
              <a:lumMod val="85000"/>
              <a:lumOff val="15000"/>
            </a:schemeClr>
          </a:solidFill>
          <a:latin typeface="+mn-lt"/>
          <a:ea typeface="+mn-ea"/>
          <a:cs typeface="+mn-cs"/>
        </a:defRPr>
      </a:lvl2pPr>
      <a:lvl3pPr marL="1143000" indent="-365760" algn="l" defTabSz="914400" rtl="0" eaLnBrk="1" latinLnBrk="0" hangingPunct="1">
        <a:spcBef>
          <a:spcPct val="20000"/>
        </a:spcBef>
        <a:buClr>
          <a:schemeClr val="accent1"/>
        </a:buClr>
        <a:buFont typeface="Wingdings" pitchFamily="2" charset="2"/>
        <a:buChar char=""/>
        <a:defRPr sz="2000" kern="1200">
          <a:solidFill>
            <a:schemeClr val="tx1">
              <a:lumMod val="85000"/>
              <a:lumOff val="15000"/>
            </a:schemeClr>
          </a:solidFill>
          <a:latin typeface="+mn-lt"/>
          <a:ea typeface="+mn-ea"/>
          <a:cs typeface="+mn-cs"/>
        </a:defRPr>
      </a:lvl3pPr>
      <a:lvl4pPr marL="1508760" indent="-320040" algn="l" defTabSz="914400" rtl="0" eaLnBrk="1" latinLnBrk="0" hangingPunct="1">
        <a:spcBef>
          <a:spcPct val="20000"/>
        </a:spcBef>
        <a:buClr>
          <a:schemeClr val="accent1"/>
        </a:buClr>
        <a:buFont typeface="Wingdings" pitchFamily="2" charset="2"/>
        <a:buChar char=""/>
        <a:defRPr sz="1800" kern="1200">
          <a:solidFill>
            <a:schemeClr val="tx1">
              <a:lumMod val="85000"/>
              <a:lumOff val="15000"/>
            </a:schemeClr>
          </a:solidFill>
          <a:latin typeface="+mn-lt"/>
          <a:ea typeface="+mn-ea"/>
          <a:cs typeface="+mn-cs"/>
        </a:defRPr>
      </a:lvl4pPr>
      <a:lvl5pPr marL="1828800" indent="-320040" algn="l" defTabSz="914400" rtl="0" eaLnBrk="1" latinLnBrk="0" hangingPunct="1">
        <a:spcBef>
          <a:spcPct val="20000"/>
        </a:spcBef>
        <a:buClr>
          <a:schemeClr val="accent1"/>
        </a:buClr>
        <a:buFont typeface="Wingdings" pitchFamily="2" charset="2"/>
        <a:buChar char=""/>
        <a:defRPr sz="1600" kern="1200">
          <a:solidFill>
            <a:schemeClr val="tx1">
              <a:lumMod val="85000"/>
              <a:lumOff val="15000"/>
            </a:schemeClr>
          </a:solidFill>
          <a:latin typeface="+mn-lt"/>
          <a:ea typeface="+mn-ea"/>
          <a:cs typeface="+mn-cs"/>
        </a:defRPr>
      </a:lvl5pPr>
      <a:lvl6pPr marL="2148840" indent="-274320" algn="l" defTabSz="914400" rtl="0" eaLnBrk="1" latinLnBrk="0" hangingPunct="1">
        <a:spcBef>
          <a:spcPts val="400"/>
        </a:spcBef>
        <a:buClr>
          <a:schemeClr val="accent1"/>
        </a:buClr>
        <a:buFont typeface="Wingdings" pitchFamily="2" charset="2"/>
        <a:buChar char=""/>
        <a:defRPr sz="1400" kern="1200">
          <a:solidFill>
            <a:schemeClr val="tx1"/>
          </a:solidFill>
          <a:latin typeface="+mn-lt"/>
          <a:ea typeface="+mn-ea"/>
          <a:cs typeface="+mn-cs"/>
        </a:defRPr>
      </a:lvl6pPr>
      <a:lvl7pPr marL="2468880" indent="-274320" algn="l" defTabSz="914400" rtl="0" eaLnBrk="1" latinLnBrk="0" hangingPunct="1">
        <a:spcBef>
          <a:spcPts val="400"/>
        </a:spcBef>
        <a:buClr>
          <a:schemeClr val="accent1"/>
        </a:buClr>
        <a:buFont typeface="Wingdings" pitchFamily="2" charset="2"/>
        <a:buChar char=""/>
        <a:defRPr sz="1400" kern="1200">
          <a:solidFill>
            <a:schemeClr val="tx1"/>
          </a:solidFill>
          <a:latin typeface="+mn-lt"/>
          <a:ea typeface="+mn-ea"/>
          <a:cs typeface="+mn-cs"/>
        </a:defRPr>
      </a:lvl7pPr>
      <a:lvl8pPr marL="2788920" indent="-274320" algn="l" defTabSz="914400" rtl="0" eaLnBrk="1" latinLnBrk="0" hangingPunct="1">
        <a:spcBef>
          <a:spcPts val="400"/>
        </a:spcBef>
        <a:buClr>
          <a:schemeClr val="accent1"/>
        </a:buClr>
        <a:buFont typeface="Wingdings" pitchFamily="2" charset="2"/>
        <a:buChar char=""/>
        <a:defRPr sz="1400" kern="1200">
          <a:solidFill>
            <a:schemeClr val="tx1"/>
          </a:solidFill>
          <a:latin typeface="+mn-lt"/>
          <a:ea typeface="+mn-ea"/>
          <a:cs typeface="+mn-cs"/>
        </a:defRPr>
      </a:lvl8pPr>
      <a:lvl9pPr marL="3108960" indent="-274320" algn="l" defTabSz="914400" rtl="0" eaLnBrk="1" latinLnBrk="0" hangingPunct="1">
        <a:spcBef>
          <a:spcPts val="400"/>
        </a:spcBef>
        <a:buClr>
          <a:schemeClr val="accent1"/>
        </a:buClr>
        <a:buFont typeface="Wingdings" pitchFamily="2" charset="2"/>
        <a:buChar char=""/>
        <a:defRPr sz="14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7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png"/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7.xml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.png"/><Relationship Id="rId2" Type="http://schemas.openxmlformats.org/officeDocument/2006/relationships/image" Target="../media/image10.png"/><Relationship Id="rId1" Type="http://schemas.openxmlformats.org/officeDocument/2006/relationships/slideLayout" Target="../slideLayouts/slideLayout7.xml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3.png"/><Relationship Id="rId2" Type="http://schemas.openxmlformats.org/officeDocument/2006/relationships/image" Target="../media/image12.png"/><Relationship Id="rId1" Type="http://schemas.openxmlformats.org/officeDocument/2006/relationships/slideLayout" Target="../slideLayouts/slideLayout7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4.png"/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6.png"/><Relationship Id="rId2" Type="http://schemas.openxmlformats.org/officeDocument/2006/relationships/image" Target="../media/image15.png"/><Relationship Id="rId1" Type="http://schemas.openxmlformats.org/officeDocument/2006/relationships/slideLayout" Target="../slideLayouts/slideLayout7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8.png"/><Relationship Id="rId2" Type="http://schemas.openxmlformats.org/officeDocument/2006/relationships/image" Target="../media/image17.png"/><Relationship Id="rId1" Type="http://schemas.openxmlformats.org/officeDocument/2006/relationships/slideLayout" Target="../slideLayouts/slideLayout2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9.xml.rels><?xml version="1.0" encoding="UTF-8" standalone="yes"?>
<Relationships xmlns="http://schemas.openxmlformats.org/package/2006/relationships"><Relationship Id="rId3" Type="http://schemas.openxmlformats.org/officeDocument/2006/relationships/image" Target="../media/image20.png"/><Relationship Id="rId2" Type="http://schemas.openxmlformats.org/officeDocument/2006/relationships/image" Target="../media/image19.png"/><Relationship Id="rId1" Type="http://schemas.openxmlformats.org/officeDocument/2006/relationships/slideLayout" Target="../slideLayouts/slideLayout2.xml"/></Relationships>
</file>

<file path=ppt/slides/_rels/slide20.xml.rels><?xml version="1.0" encoding="UTF-8" standalone="yes"?>
<Relationships xmlns="http://schemas.openxmlformats.org/package/2006/relationships"><Relationship Id="rId3" Type="http://schemas.openxmlformats.org/officeDocument/2006/relationships/image" Target="../media/image22.png"/><Relationship Id="rId2" Type="http://schemas.openxmlformats.org/officeDocument/2006/relationships/image" Target="../media/image21.png"/><Relationship Id="rId1" Type="http://schemas.openxmlformats.org/officeDocument/2006/relationships/slideLayout" Target="../slideLayouts/slideLayout7.xml"/></Relationships>
</file>

<file path=ppt/slides/_rels/slide2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4.png"/><Relationship Id="rId2" Type="http://schemas.openxmlformats.org/officeDocument/2006/relationships/image" Target="../media/image23.png"/><Relationship Id="rId1" Type="http://schemas.openxmlformats.org/officeDocument/2006/relationships/slideLayout" Target="../slideLayouts/slideLayout7.xml"/></Relationships>
</file>

<file path=ppt/slides/_rels/slide2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6.png"/><Relationship Id="rId2" Type="http://schemas.openxmlformats.org/officeDocument/2006/relationships/image" Target="../media/image25.png"/><Relationship Id="rId1" Type="http://schemas.openxmlformats.org/officeDocument/2006/relationships/slideLayout" Target="../slideLayouts/slideLayout7.xml"/></Relationships>
</file>

<file path=ppt/slides/_rels/slide2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>
            <a:normAutofit fontScale="90000"/>
          </a:bodyPr>
          <a:lstStyle/>
          <a:p>
            <a:r>
              <a:rPr lang="en-US" dirty="0" smtClean="0"/>
              <a:t>Programming Fundamentals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>
            <a:normAutofit/>
          </a:bodyPr>
          <a:lstStyle/>
          <a:p>
            <a:r>
              <a:rPr lang="en-US" dirty="0" smtClean="0"/>
              <a:t>By</a:t>
            </a:r>
          </a:p>
          <a:p>
            <a:r>
              <a:rPr lang="en-US" dirty="0" smtClean="0"/>
              <a:t>Shazmeen Batool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842358896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ontent Placeholder 1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 smtClean="0"/>
              <a:t>do-while loop</a:t>
            </a:r>
            <a:endParaRPr lang="en-US" dirty="0"/>
          </a:p>
        </p:txBody>
      </p:sp>
      <p:sp>
        <p:nvSpPr>
          <p:cNvPr id="3" name="Title 2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Previous Lecture</a:t>
            </a:r>
          </a:p>
        </p:txBody>
      </p:sp>
    </p:spTree>
    <p:extLst>
      <p:ext uri="{BB962C8B-B14F-4D97-AF65-F5344CB8AC3E}">
        <p14:creationId xmlns:p14="http://schemas.microsoft.com/office/powerpoint/2010/main" val="2111429561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ontent Placeholder 1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Nested loop </a:t>
            </a:r>
            <a:endParaRPr lang="en-US" dirty="0" smtClean="0"/>
          </a:p>
          <a:p>
            <a:r>
              <a:rPr lang="en-US" dirty="0" smtClean="0"/>
              <a:t>Break </a:t>
            </a:r>
          </a:p>
          <a:p>
            <a:r>
              <a:rPr lang="en-US" dirty="0" smtClean="0"/>
              <a:t>Continue</a:t>
            </a:r>
            <a:endParaRPr lang="en-US" dirty="0"/>
          </a:p>
        </p:txBody>
      </p:sp>
      <p:sp>
        <p:nvSpPr>
          <p:cNvPr id="4" name="Title 2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Today’s Lecture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593534450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ontent Placeholder 1"/>
          <p:cNvSpPr>
            <a:spLocks noGrp="1"/>
          </p:cNvSpPr>
          <p:nvPr>
            <p:ph idx="1"/>
          </p:nvPr>
        </p:nvSpPr>
        <p:spPr>
          <a:xfrm>
            <a:off x="699247" y="2248347"/>
            <a:ext cx="7745505" cy="4457253"/>
          </a:xfrm>
        </p:spPr>
        <p:txBody>
          <a:bodyPr>
            <a:normAutofit/>
          </a:bodyPr>
          <a:lstStyle/>
          <a:p>
            <a:pPr algn="just"/>
            <a:r>
              <a:rPr lang="en-US" dirty="0"/>
              <a:t>A loop that is inside another loop is called a </a:t>
            </a:r>
            <a:r>
              <a:rPr lang="en-US" b="1" dirty="0"/>
              <a:t>nested </a:t>
            </a:r>
            <a:r>
              <a:rPr lang="en-US" b="1" dirty="0" smtClean="0"/>
              <a:t>loop</a:t>
            </a:r>
            <a:r>
              <a:rPr lang="en-US" dirty="0" smtClean="0"/>
              <a:t>.</a:t>
            </a:r>
          </a:p>
          <a:p>
            <a:pPr algn="just"/>
            <a:endParaRPr lang="en-US" dirty="0"/>
          </a:p>
          <a:p>
            <a:pPr algn="just"/>
            <a:r>
              <a:rPr lang="en-US" dirty="0" smtClean="0"/>
              <a:t>A </a:t>
            </a:r>
            <a:r>
              <a:rPr lang="en-US" dirty="0"/>
              <a:t>loop can be nested inside another </a:t>
            </a:r>
            <a:r>
              <a:rPr lang="en-US" dirty="0" smtClean="0"/>
              <a:t>loop.</a:t>
            </a:r>
          </a:p>
          <a:p>
            <a:pPr algn="just"/>
            <a:endParaRPr lang="en-US" dirty="0" smtClean="0"/>
          </a:p>
          <a:p>
            <a:pPr algn="just"/>
            <a:r>
              <a:rPr lang="en-US" dirty="0" smtClean="0"/>
              <a:t>Nested </a:t>
            </a:r>
            <a:r>
              <a:rPr lang="en-US" dirty="0"/>
              <a:t>loops consist of an outer loop and one or more inner </a:t>
            </a:r>
            <a:r>
              <a:rPr lang="en-US" dirty="0" smtClean="0"/>
              <a:t>loops.</a:t>
            </a:r>
          </a:p>
          <a:p>
            <a:pPr algn="just"/>
            <a:endParaRPr lang="en-US" dirty="0" smtClean="0"/>
          </a:p>
          <a:p>
            <a:pPr algn="just"/>
            <a:r>
              <a:rPr lang="en-US" dirty="0" smtClean="0"/>
              <a:t>Each </a:t>
            </a:r>
            <a:r>
              <a:rPr lang="en-US" dirty="0"/>
              <a:t>time the outer loop is repeated, the inner loops are reentered, and started anew</a:t>
            </a:r>
          </a:p>
        </p:txBody>
      </p:sp>
      <p:sp>
        <p:nvSpPr>
          <p:cNvPr id="3" name="Title 2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Nested Loop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4022606561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ontent Placeholder 1"/>
          <p:cNvSpPr>
            <a:spLocks noGrp="1"/>
          </p:cNvSpPr>
          <p:nvPr>
            <p:ph idx="1"/>
          </p:nvPr>
        </p:nvSpPr>
        <p:spPr>
          <a:xfrm>
            <a:off x="699247" y="2248347"/>
            <a:ext cx="7745505" cy="4457253"/>
          </a:xfrm>
        </p:spPr>
        <p:txBody>
          <a:bodyPr>
            <a:normAutofit/>
          </a:bodyPr>
          <a:lstStyle/>
          <a:p>
            <a:pPr algn="just"/>
            <a:r>
              <a:rPr lang="en-US" dirty="0"/>
              <a:t>A clock is a good example of something that works like a nested loop. The second hand, minute hand, and hour hand all spin around the face of the clock. </a:t>
            </a:r>
            <a:endParaRPr lang="en-US" dirty="0" smtClean="0"/>
          </a:p>
          <a:p>
            <a:pPr algn="just"/>
            <a:endParaRPr lang="en-US" dirty="0" smtClean="0"/>
          </a:p>
          <a:p>
            <a:pPr algn="just"/>
            <a:r>
              <a:rPr lang="en-US" dirty="0" smtClean="0"/>
              <a:t>Each </a:t>
            </a:r>
            <a:r>
              <a:rPr lang="en-US" dirty="0"/>
              <a:t>time the hour hand increments, the minute hand increments 60 times. </a:t>
            </a:r>
            <a:r>
              <a:rPr lang="en-US" dirty="0" smtClean="0"/>
              <a:t>Each </a:t>
            </a:r>
            <a:r>
              <a:rPr lang="en-US" dirty="0"/>
              <a:t>time the minute hand increments, the second hand increments 60 times. </a:t>
            </a:r>
            <a:endParaRPr lang="en-US" dirty="0" smtClean="0"/>
          </a:p>
          <a:p>
            <a:pPr algn="just"/>
            <a:endParaRPr lang="en-US" dirty="0" smtClean="0"/>
          </a:p>
          <a:p>
            <a:pPr algn="just"/>
            <a:r>
              <a:rPr lang="en-US" dirty="0"/>
              <a:t>The program </a:t>
            </a:r>
            <a:r>
              <a:rPr lang="en-US" dirty="0" smtClean="0"/>
              <a:t>in the next slide will </a:t>
            </a:r>
            <a:r>
              <a:rPr lang="en-US" dirty="0"/>
              <a:t>count through each second of 24 hours.</a:t>
            </a:r>
          </a:p>
        </p:txBody>
      </p:sp>
      <p:sp>
        <p:nvSpPr>
          <p:cNvPr id="3" name="Title 2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Nested Loop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75457515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le 2"/>
          <p:cNvSpPr>
            <a:spLocks noGrp="1"/>
          </p:cNvSpPr>
          <p:nvPr>
            <p:ph type="title" idx="4294967295"/>
          </p:nvPr>
        </p:nvSpPr>
        <p:spPr>
          <a:xfrm rot="16200000">
            <a:off x="-2639353" y="2825751"/>
            <a:ext cx="6400801" cy="1054100"/>
          </a:xfrm>
        </p:spPr>
        <p:txBody>
          <a:bodyPr/>
          <a:lstStyle/>
          <a:p>
            <a:r>
              <a:rPr lang="en-US" dirty="0" smtClean="0"/>
              <a:t>Example</a:t>
            </a:r>
            <a:endParaRPr lang="en-US" dirty="0"/>
          </a:p>
        </p:txBody>
      </p:sp>
      <p:pic>
        <p:nvPicPr>
          <p:cNvPr id="5" name="Picture 3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143000" y="228600"/>
            <a:ext cx="7883687" cy="63246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sp>
        <p:nvSpPr>
          <p:cNvPr id="4" name="Title 2"/>
          <p:cNvSpPr txBox="1">
            <a:spLocks/>
          </p:cNvSpPr>
          <p:nvPr/>
        </p:nvSpPr>
        <p:spPr>
          <a:xfrm>
            <a:off x="4876800" y="228600"/>
            <a:ext cx="4149887" cy="1054100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 algn="ctr" defTabSz="914400" rtl="0" eaLnBrk="1" latinLnBrk="0" hangingPunct="1">
              <a:spcBef>
                <a:spcPct val="0"/>
              </a:spcBef>
              <a:buNone/>
              <a:defRPr sz="5400" kern="1200">
                <a:solidFill>
                  <a:schemeClr val="tx2"/>
                </a:solidFill>
                <a:latin typeface="+mj-lt"/>
                <a:ea typeface="+mj-ea"/>
                <a:cs typeface="+mj-cs"/>
              </a:defRPr>
            </a:lvl1pPr>
            <a:lvl2pPr eaLnBrk="1" hangingPunct="1">
              <a:defRPr>
                <a:solidFill>
                  <a:schemeClr val="tx2"/>
                </a:solidFill>
              </a:defRPr>
            </a:lvl2pPr>
            <a:lvl3pPr eaLnBrk="1" hangingPunct="1">
              <a:defRPr>
                <a:solidFill>
                  <a:schemeClr val="tx2"/>
                </a:solidFill>
              </a:defRPr>
            </a:lvl3pPr>
            <a:lvl4pPr eaLnBrk="1" hangingPunct="1">
              <a:defRPr>
                <a:solidFill>
                  <a:schemeClr val="tx2"/>
                </a:solidFill>
              </a:defRPr>
            </a:lvl4pPr>
            <a:lvl5pPr eaLnBrk="1" hangingPunct="1">
              <a:defRPr>
                <a:solidFill>
                  <a:schemeClr val="tx2"/>
                </a:solidFill>
              </a:defRPr>
            </a:lvl5pPr>
            <a:lvl6pPr eaLnBrk="1" hangingPunct="1">
              <a:defRPr>
                <a:solidFill>
                  <a:schemeClr val="tx2"/>
                </a:solidFill>
              </a:defRPr>
            </a:lvl6pPr>
            <a:lvl7pPr eaLnBrk="1" hangingPunct="1">
              <a:defRPr>
                <a:solidFill>
                  <a:schemeClr val="tx2"/>
                </a:solidFill>
              </a:defRPr>
            </a:lvl7pPr>
            <a:lvl8pPr eaLnBrk="1" hangingPunct="1">
              <a:defRPr>
                <a:solidFill>
                  <a:schemeClr val="tx2"/>
                </a:solidFill>
              </a:defRPr>
            </a:lvl8pPr>
            <a:lvl9pPr eaLnBrk="1" hangingPunct="1">
              <a:defRPr>
                <a:solidFill>
                  <a:schemeClr val="tx2"/>
                </a:solidFill>
              </a:defRPr>
            </a:lvl9pPr>
          </a:lstStyle>
          <a:p>
            <a:r>
              <a:rPr lang="en-US" sz="2400" dirty="0"/>
              <a:t>The program will count through each second of 24 hours.</a:t>
            </a:r>
          </a:p>
        </p:txBody>
      </p:sp>
    </p:spTree>
    <p:extLst>
      <p:ext uri="{BB962C8B-B14F-4D97-AF65-F5344CB8AC3E}">
        <p14:creationId xmlns:p14="http://schemas.microsoft.com/office/powerpoint/2010/main" val="466977607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le 2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Nested Loop</a:t>
            </a:r>
            <a:endParaRPr lang="en-US" dirty="0"/>
          </a:p>
        </p:txBody>
      </p:sp>
      <p:pic>
        <p:nvPicPr>
          <p:cNvPr id="1026" name="Picture 2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05451" y="2362200"/>
            <a:ext cx="8733099" cy="2743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</p:spTree>
    <p:extLst>
      <p:ext uri="{BB962C8B-B14F-4D97-AF65-F5344CB8AC3E}">
        <p14:creationId xmlns:p14="http://schemas.microsoft.com/office/powerpoint/2010/main" val="860230731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ontent Placeholder 1"/>
          <p:cNvSpPr>
            <a:spLocks noGrp="1"/>
          </p:cNvSpPr>
          <p:nvPr>
            <p:ph idx="1"/>
          </p:nvPr>
        </p:nvSpPr>
        <p:spPr>
          <a:xfrm>
            <a:off x="699247" y="2248347"/>
            <a:ext cx="7745505" cy="4457253"/>
          </a:xfrm>
        </p:spPr>
        <p:txBody>
          <a:bodyPr>
            <a:normAutofit/>
          </a:bodyPr>
          <a:lstStyle/>
          <a:p>
            <a:pPr algn="just"/>
            <a:r>
              <a:rPr lang="en-US" dirty="0"/>
              <a:t>The fill member function of </a:t>
            </a:r>
            <a:r>
              <a:rPr lang="en-US" dirty="0" err="1"/>
              <a:t>cout</a:t>
            </a:r>
            <a:r>
              <a:rPr lang="en-US" dirty="0"/>
              <a:t> changes the fill character, which is a space by default. In the program segment above, the fill function causes a zero to be printed in front of all single digit numbers</a:t>
            </a:r>
            <a:r>
              <a:rPr lang="en-US" dirty="0" smtClean="0"/>
              <a:t>.</a:t>
            </a:r>
          </a:p>
          <a:p>
            <a:pPr algn="just"/>
            <a:endParaRPr lang="en-US" dirty="0"/>
          </a:p>
          <a:p>
            <a:pPr algn="just"/>
            <a:r>
              <a:rPr lang="en-US" dirty="0"/>
              <a:t>Sets the "filler" character to '0'. So, if a number is short, it adds zeros in front (e.g., 1 becomes 01).</a:t>
            </a:r>
          </a:p>
        </p:txBody>
      </p:sp>
      <p:sp>
        <p:nvSpPr>
          <p:cNvPr id="3" name="Title 2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err="1"/>
              <a:t>cout.fill</a:t>
            </a:r>
            <a:r>
              <a:rPr lang="en-US" dirty="0"/>
              <a:t>('0');</a:t>
            </a:r>
          </a:p>
        </p:txBody>
      </p:sp>
    </p:spTree>
    <p:extLst>
      <p:ext uri="{BB962C8B-B14F-4D97-AF65-F5344CB8AC3E}">
        <p14:creationId xmlns:p14="http://schemas.microsoft.com/office/powerpoint/2010/main" val="863251591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ontent Placeholder 1"/>
          <p:cNvSpPr>
            <a:spLocks noGrp="1"/>
          </p:cNvSpPr>
          <p:nvPr>
            <p:ph idx="1"/>
          </p:nvPr>
        </p:nvSpPr>
        <p:spPr>
          <a:xfrm>
            <a:off x="699247" y="2248347"/>
            <a:ext cx="7745505" cy="4457253"/>
          </a:xfrm>
        </p:spPr>
        <p:txBody>
          <a:bodyPr>
            <a:normAutofit lnSpcReduction="10000"/>
          </a:bodyPr>
          <a:lstStyle/>
          <a:p>
            <a:pPr algn="just"/>
            <a:r>
              <a:rPr lang="en-US" sz="2000" dirty="0" err="1"/>
              <a:t>cout</a:t>
            </a:r>
            <a:r>
              <a:rPr lang="en-US" sz="2000" dirty="0"/>
              <a:t> offers a way of specifying the minimum number of spaces to use for each number. A stream manipulator, </a:t>
            </a:r>
            <a:r>
              <a:rPr lang="en-US" sz="2000" dirty="0" err="1"/>
              <a:t>setw</a:t>
            </a:r>
            <a:r>
              <a:rPr lang="en-US" sz="2000" dirty="0"/>
              <a:t>, can be used to establish print fields of a specified width</a:t>
            </a:r>
            <a:r>
              <a:rPr lang="en-US" sz="2000" dirty="0" smtClean="0"/>
              <a:t>.</a:t>
            </a:r>
          </a:p>
          <a:p>
            <a:pPr marL="0" indent="0" algn="just">
              <a:buNone/>
            </a:pPr>
            <a:endParaRPr lang="en-US" sz="2000" dirty="0"/>
          </a:p>
          <a:p>
            <a:pPr algn="just"/>
            <a:endParaRPr lang="en-US" sz="2000" dirty="0" smtClean="0"/>
          </a:p>
          <a:p>
            <a:pPr algn="just"/>
            <a:endParaRPr lang="en-US" sz="2000" dirty="0"/>
          </a:p>
          <a:p>
            <a:pPr algn="just"/>
            <a:endParaRPr lang="en-US" sz="2000" dirty="0" smtClean="0"/>
          </a:p>
          <a:p>
            <a:pPr algn="just"/>
            <a:endParaRPr lang="en-US" sz="2000" dirty="0"/>
          </a:p>
          <a:p>
            <a:pPr algn="just"/>
            <a:endParaRPr lang="en-US" sz="2000" dirty="0" smtClean="0"/>
          </a:p>
          <a:p>
            <a:pPr algn="just"/>
            <a:endParaRPr lang="en-US" sz="2000" dirty="0"/>
          </a:p>
          <a:p>
            <a:pPr algn="just"/>
            <a:endParaRPr lang="en-US" sz="2000" dirty="0" smtClean="0"/>
          </a:p>
          <a:p>
            <a:pPr algn="just"/>
            <a:r>
              <a:rPr lang="en-US" sz="2000" dirty="0" smtClean="0"/>
              <a:t>A </a:t>
            </a:r>
            <a:r>
              <a:rPr lang="en-US" sz="2000" dirty="0"/>
              <a:t>new header file, </a:t>
            </a:r>
            <a:r>
              <a:rPr lang="en-US" sz="2000" dirty="0" err="1"/>
              <a:t>iomanip</a:t>
            </a:r>
            <a:r>
              <a:rPr lang="en-US" sz="2000" dirty="0"/>
              <a:t>, is </a:t>
            </a:r>
            <a:r>
              <a:rPr lang="en-US" sz="2000" dirty="0" smtClean="0"/>
              <a:t>included. </a:t>
            </a:r>
            <a:r>
              <a:rPr lang="en-US" sz="2000" dirty="0"/>
              <a:t>It must be used in any program that uses </a:t>
            </a:r>
            <a:r>
              <a:rPr lang="en-US" sz="2000" dirty="0" err="1"/>
              <a:t>setw</a:t>
            </a:r>
            <a:r>
              <a:rPr lang="en-US" sz="2000" dirty="0"/>
              <a:t>. </a:t>
            </a:r>
            <a:endParaRPr lang="en-US" sz="2000" dirty="0" smtClean="0"/>
          </a:p>
          <a:p>
            <a:pPr algn="just"/>
            <a:endParaRPr lang="en-US" sz="2000" dirty="0"/>
          </a:p>
          <a:p>
            <a:pPr algn="just"/>
            <a:endParaRPr lang="en-US" sz="2000" dirty="0" smtClean="0"/>
          </a:p>
          <a:p>
            <a:pPr algn="just"/>
            <a:endParaRPr lang="en-US" sz="2000" dirty="0"/>
          </a:p>
        </p:txBody>
      </p:sp>
      <p:sp>
        <p:nvSpPr>
          <p:cNvPr id="3" name="Title 2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err="1"/>
              <a:t>s</a:t>
            </a:r>
            <a:r>
              <a:rPr lang="en-US" dirty="0" err="1" smtClean="0"/>
              <a:t>etw</a:t>
            </a:r>
            <a:r>
              <a:rPr lang="en-US" dirty="0" smtClean="0"/>
              <a:t>()</a:t>
            </a:r>
            <a:endParaRPr lang="en-US" dirty="0"/>
          </a:p>
        </p:txBody>
      </p:sp>
      <p:pic>
        <p:nvPicPr>
          <p:cNvPr id="2051" name="Picture 3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266562" y="4343400"/>
            <a:ext cx="1248383" cy="7620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pic>
        <p:nvPicPr>
          <p:cNvPr id="2052" name="Picture 4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209800" y="3218794"/>
            <a:ext cx="3810000" cy="2496206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</p:spTree>
    <p:extLst>
      <p:ext uri="{BB962C8B-B14F-4D97-AF65-F5344CB8AC3E}">
        <p14:creationId xmlns:p14="http://schemas.microsoft.com/office/powerpoint/2010/main" val="615946971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5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ontent Placeholder 1"/>
          <p:cNvSpPr>
            <a:spLocks noGrp="1"/>
          </p:cNvSpPr>
          <p:nvPr>
            <p:ph idx="1"/>
          </p:nvPr>
        </p:nvSpPr>
        <p:spPr>
          <a:xfrm>
            <a:off x="699247" y="2248347"/>
            <a:ext cx="7745505" cy="4457253"/>
          </a:xfrm>
        </p:spPr>
        <p:txBody>
          <a:bodyPr>
            <a:normAutofit/>
          </a:bodyPr>
          <a:lstStyle/>
          <a:p>
            <a:pPr algn="just"/>
            <a:r>
              <a:rPr lang="en-US" dirty="0"/>
              <a:t>Notice that the number occupies the last two positions in the field. Since the number did not use the entire field, </a:t>
            </a:r>
            <a:r>
              <a:rPr lang="en-US" dirty="0" err="1"/>
              <a:t>cout</a:t>
            </a:r>
            <a:r>
              <a:rPr lang="en-US" dirty="0"/>
              <a:t> filled the extra 3 positions with blank spaces. Because the number appears on the right side of the field with blank spaces “padding” it in front, it is said to be right-justified.</a:t>
            </a:r>
          </a:p>
          <a:p>
            <a:pPr algn="just"/>
            <a:endParaRPr lang="en-US" dirty="0" smtClean="0"/>
          </a:p>
          <a:p>
            <a:pPr algn="just"/>
            <a:endParaRPr lang="en-US" dirty="0"/>
          </a:p>
        </p:txBody>
      </p:sp>
      <p:sp>
        <p:nvSpPr>
          <p:cNvPr id="3" name="Title 2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err="1"/>
              <a:t>s</a:t>
            </a:r>
            <a:r>
              <a:rPr lang="en-US" dirty="0" err="1" smtClean="0"/>
              <a:t>etw</a:t>
            </a:r>
            <a:r>
              <a:rPr lang="en-US" dirty="0" smtClean="0"/>
              <a:t>()</a:t>
            </a:r>
            <a:endParaRPr lang="en-US" dirty="0"/>
          </a:p>
        </p:txBody>
      </p:sp>
      <p:pic>
        <p:nvPicPr>
          <p:cNvPr id="6" name="Picture 3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657600" y="4764258"/>
            <a:ext cx="1248383" cy="7620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</p:spTree>
    <p:extLst>
      <p:ext uri="{BB962C8B-B14F-4D97-AF65-F5344CB8AC3E}">
        <p14:creationId xmlns:p14="http://schemas.microsoft.com/office/powerpoint/2010/main" val="1938941791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le 2"/>
          <p:cNvSpPr>
            <a:spLocks noGrp="1"/>
          </p:cNvSpPr>
          <p:nvPr>
            <p:ph type="title" idx="4294967295"/>
          </p:nvPr>
        </p:nvSpPr>
        <p:spPr>
          <a:xfrm rot="16200000">
            <a:off x="-2639353" y="2825751"/>
            <a:ext cx="6400801" cy="1054100"/>
          </a:xfrm>
        </p:spPr>
        <p:txBody>
          <a:bodyPr/>
          <a:lstStyle/>
          <a:p>
            <a:r>
              <a:rPr lang="en-US" sz="4800" dirty="0" smtClean="0"/>
              <a:t>Nested Loop Example</a:t>
            </a:r>
            <a:endParaRPr lang="en-US" sz="4800" dirty="0"/>
          </a:p>
        </p:txBody>
      </p:sp>
      <p:pic>
        <p:nvPicPr>
          <p:cNvPr id="1026" name="Picture 2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524000" y="109538"/>
            <a:ext cx="6096000" cy="5898776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pic>
        <p:nvPicPr>
          <p:cNvPr id="1027" name="Picture 3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400800" y="4544637"/>
            <a:ext cx="1687896" cy="1779963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sp>
        <p:nvSpPr>
          <p:cNvPr id="4" name="TextBox 3"/>
          <p:cNvSpPr txBox="1"/>
          <p:nvPr/>
        </p:nvSpPr>
        <p:spPr>
          <a:xfrm>
            <a:off x="6400800" y="4114800"/>
            <a:ext cx="1103187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000" b="1" dirty="0" smtClean="0"/>
              <a:t>Output:</a:t>
            </a:r>
            <a:endParaRPr lang="en-US" sz="2000" b="1" dirty="0"/>
          </a:p>
        </p:txBody>
      </p:sp>
    </p:spTree>
    <p:extLst>
      <p:ext uri="{BB962C8B-B14F-4D97-AF65-F5344CB8AC3E}">
        <p14:creationId xmlns:p14="http://schemas.microsoft.com/office/powerpoint/2010/main" val="2228284776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3" dur="500" fill="hold"/>
                                        <p:tgtEl>
                                          <p:spTgt spid="102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4" dur="500" fill="hold"/>
                                        <p:tgtEl>
                                          <p:spTgt spid="102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" grpId="0"/>
    </p:bldLst>
  </p:timing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le 2"/>
          <p:cNvSpPr>
            <a:spLocks noGrp="1"/>
          </p:cNvSpPr>
          <p:nvPr>
            <p:ph type="title" idx="4294967295"/>
          </p:nvPr>
        </p:nvSpPr>
        <p:spPr>
          <a:xfrm rot="16200000">
            <a:off x="-2597150" y="2901950"/>
            <a:ext cx="6553200" cy="1054100"/>
          </a:xfrm>
        </p:spPr>
        <p:txBody>
          <a:bodyPr/>
          <a:lstStyle/>
          <a:p>
            <a:r>
              <a:rPr lang="en-US" sz="3200" dirty="0"/>
              <a:t>Show the output of the following program.</a:t>
            </a:r>
          </a:p>
        </p:txBody>
      </p:sp>
      <p:pic>
        <p:nvPicPr>
          <p:cNvPr id="2051" name="Picture 3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676400" y="246155"/>
            <a:ext cx="4953000" cy="6375149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pic>
        <p:nvPicPr>
          <p:cNvPr id="2052" name="Picture 4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477000" y="4719201"/>
            <a:ext cx="1738312" cy="1833999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sp>
        <p:nvSpPr>
          <p:cNvPr id="7" name="TextBox 6"/>
          <p:cNvSpPr txBox="1"/>
          <p:nvPr/>
        </p:nvSpPr>
        <p:spPr>
          <a:xfrm>
            <a:off x="6477000" y="4248090"/>
            <a:ext cx="1103187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000" b="1" dirty="0" smtClean="0"/>
              <a:t>Output:</a:t>
            </a:r>
            <a:endParaRPr lang="en-US" sz="2000" b="1" dirty="0"/>
          </a:p>
        </p:txBody>
      </p:sp>
    </p:spTree>
    <p:extLst>
      <p:ext uri="{BB962C8B-B14F-4D97-AF65-F5344CB8AC3E}">
        <p14:creationId xmlns:p14="http://schemas.microsoft.com/office/powerpoint/2010/main" val="1582814784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5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3" dur="500" fill="hold"/>
                                        <p:tgtEl>
                                          <p:spTgt spid="205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4" dur="500" fill="hold"/>
                                        <p:tgtEl>
                                          <p:spTgt spid="205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7" grpId="0"/>
    </p:bldLst>
  </p:timing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" name="Picture 2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600200" y="127152"/>
            <a:ext cx="5257800" cy="6654648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sp>
        <p:nvSpPr>
          <p:cNvPr id="3" name="Title 2"/>
          <p:cNvSpPr>
            <a:spLocks noGrp="1"/>
          </p:cNvSpPr>
          <p:nvPr>
            <p:ph type="title" idx="4294967295"/>
          </p:nvPr>
        </p:nvSpPr>
        <p:spPr>
          <a:xfrm rot="16200000">
            <a:off x="-2597150" y="2901950"/>
            <a:ext cx="6553200" cy="1054100"/>
          </a:xfrm>
        </p:spPr>
        <p:txBody>
          <a:bodyPr/>
          <a:lstStyle/>
          <a:p>
            <a:r>
              <a:rPr lang="en-US" sz="3200" dirty="0"/>
              <a:t>Show the output of the following program.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477000" y="4248090"/>
            <a:ext cx="1103187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000" b="1" dirty="0" smtClean="0"/>
              <a:t>Output:</a:t>
            </a:r>
            <a:endParaRPr lang="en-US" sz="2000" b="1" dirty="0"/>
          </a:p>
        </p:txBody>
      </p:sp>
      <p:pic>
        <p:nvPicPr>
          <p:cNvPr id="8" name="Picture 3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567488" y="4712612"/>
            <a:ext cx="976312" cy="1840588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</p:spTree>
    <p:extLst>
      <p:ext uri="{BB962C8B-B14F-4D97-AF65-F5344CB8AC3E}">
        <p14:creationId xmlns:p14="http://schemas.microsoft.com/office/powerpoint/2010/main" val="269350110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3" dur="5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4" dur="5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7" grpId="0"/>
    </p:bldLst>
  </p:timing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le 2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Task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en-US" dirty="0" smtClean="0"/>
          </a:p>
          <a:p>
            <a:r>
              <a:rPr lang="en-US" dirty="0" smtClean="0"/>
              <a:t>Write </a:t>
            </a:r>
            <a:r>
              <a:rPr lang="en-US" dirty="0"/>
              <a:t>a </a:t>
            </a:r>
            <a:r>
              <a:rPr lang="en-US" dirty="0" smtClean="0"/>
              <a:t>program </a:t>
            </a:r>
            <a:r>
              <a:rPr lang="en-US" dirty="0"/>
              <a:t>to print pyramid star pattern series</a:t>
            </a:r>
          </a:p>
        </p:txBody>
      </p:sp>
      <p:sp>
        <p:nvSpPr>
          <p:cNvPr id="6" name="AutoShape 5" descr="https://www.math.net/img/a/algebra/polynomial/pascals-triangle/pascal3.svg"/>
          <p:cNvSpPr>
            <a:spLocks noChangeAspect="1" noChangeArrowheads="1"/>
          </p:cNvSpPr>
          <p:nvPr/>
        </p:nvSpPr>
        <p:spPr bwMode="auto">
          <a:xfrm>
            <a:off x="0" y="0"/>
            <a:ext cx="304800" cy="3048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rot="0" vert="horz" wrap="square" lIns="91440" tIns="45720" rIns="91440" bIns="45720" anchor="t" anchorCtr="0" upright="1">
            <a:noAutofit/>
          </a:bodyPr>
          <a:lstStyle/>
          <a:p>
            <a:endParaRPr lang="en-US"/>
          </a:p>
        </p:txBody>
      </p:sp>
      <p:sp>
        <p:nvSpPr>
          <p:cNvPr id="7" name="Rectangle 6" descr="https://www.math.net/img/a/algebra/polynomial/pascals-triangle/pascal2.svg"/>
          <p:cNvSpPr>
            <a:spLocks noChangeAspect="1" noChangeArrowheads="1"/>
          </p:cNvSpPr>
          <p:nvPr/>
        </p:nvSpPr>
        <p:spPr bwMode="auto">
          <a:xfrm>
            <a:off x="0" y="0"/>
            <a:ext cx="304800" cy="3048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rot="0" vert="horz" wrap="square" lIns="91440" tIns="45720" rIns="91440" bIns="45720" anchor="t" anchorCtr="0" upright="1">
            <a:noAutofit/>
          </a:bodyPr>
          <a:lstStyle/>
          <a:p>
            <a:endParaRPr lang="en-US"/>
          </a:p>
        </p:txBody>
      </p:sp>
      <p:sp>
        <p:nvSpPr>
          <p:cNvPr id="8" name="Rectangle 7"/>
          <p:cNvSpPr>
            <a:spLocks noChangeArrowheads="1"/>
          </p:cNvSpPr>
          <p:nvPr/>
        </p:nvSpPr>
        <p:spPr bwMode="auto">
          <a:xfrm>
            <a:off x="0" y="762000"/>
            <a:ext cx="9144000" cy="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just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US" sz="1100" b="0" i="0" u="none" strike="noStrike" cap="none" normalizeH="0" baseline="0" smtClean="0">
                <a:ln>
                  <a:noFill/>
                </a:ln>
                <a:solidFill>
                  <a:schemeClr val="tx1"/>
                </a:solidFill>
                <a:effectLst/>
                <a:latin typeface="Cambria" pitchFamily="18" charset="0"/>
                <a:ea typeface="Calibri" pitchFamily="34" charset="0"/>
                <a:cs typeface="Times New Roman" pitchFamily="18" charset="0"/>
              </a:rPr>
              <a:t> </a:t>
            </a:r>
            <a:endParaRPr kumimoji="0" lang="en-US" sz="1800" b="0" i="0" u="none" strike="noStrike" cap="none" normalizeH="0" baseline="0" smtClean="0">
              <a:ln>
                <a:noFill/>
              </a:ln>
              <a:solidFill>
                <a:schemeClr val="tx1"/>
              </a:solidFill>
              <a:effectLst/>
              <a:latin typeface="Arial" pitchFamily="34" charset="0"/>
              <a:cs typeface="Arial" pitchFamily="34" charset="0"/>
            </a:endParaRPr>
          </a:p>
        </p:txBody>
      </p:sp>
      <p:sp>
        <p:nvSpPr>
          <p:cNvPr id="9" name="Rectangle 8"/>
          <p:cNvSpPr>
            <a:spLocks noChangeArrowheads="1"/>
          </p:cNvSpPr>
          <p:nvPr/>
        </p:nvSpPr>
        <p:spPr bwMode="auto">
          <a:xfrm>
            <a:off x="0" y="1066800"/>
            <a:ext cx="9144000" cy="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just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US" b="0" i="0" u="none" strike="noStrike" cap="none" normalizeH="0" baseline="0" smtClean="0">
                <a:ln>
                  <a:noFill/>
                </a:ln>
                <a:solidFill>
                  <a:srgbClr val="000000"/>
                </a:solidFill>
                <a:effectLst/>
                <a:latin typeface="Cambria" pitchFamily="18" charset="0"/>
                <a:ea typeface="Times New Roman" pitchFamily="18" charset="0"/>
                <a:cs typeface="Times New Roman" pitchFamily="18" charset="0"/>
              </a:rPr>
              <a:t> </a:t>
            </a:r>
            <a:endParaRPr kumimoji="0" lang="en-US" sz="1800" b="0" i="0" u="none" strike="noStrike" cap="none" normalizeH="0" baseline="0" smtClean="0">
              <a:ln>
                <a:noFill/>
              </a:ln>
              <a:solidFill>
                <a:schemeClr val="tx1"/>
              </a:solidFill>
              <a:effectLst/>
              <a:latin typeface="Arial" pitchFamily="34" charset="0"/>
              <a:cs typeface="Arial" pitchFamily="34" charset="0"/>
            </a:endParaRPr>
          </a:p>
        </p:txBody>
      </p:sp>
      <p:sp>
        <p:nvSpPr>
          <p:cNvPr id="10" name="Rectangle 9"/>
          <p:cNvSpPr>
            <a:spLocks noChangeArrowheads="1"/>
          </p:cNvSpPr>
          <p:nvPr/>
        </p:nvSpPr>
        <p:spPr bwMode="auto">
          <a:xfrm>
            <a:off x="0" y="2689225"/>
            <a:ext cx="9144000" cy="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US" sz="1800" b="0" i="0" u="none" strike="noStrike" cap="none" normalizeH="0" baseline="0" smtClean="0">
              <a:ln>
                <a:noFill/>
              </a:ln>
              <a:solidFill>
                <a:schemeClr val="tx1"/>
              </a:solidFill>
              <a:effectLst/>
              <a:latin typeface="Arial" pitchFamily="34" charset="0"/>
              <a:cs typeface="Arial" pitchFamily="34" charset="0"/>
            </a:endParaRPr>
          </a:p>
        </p:txBody>
      </p:sp>
      <p:pic>
        <p:nvPicPr>
          <p:cNvPr id="6155" name="Picture 11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284570" y="3343275"/>
            <a:ext cx="2201830" cy="229552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</p:spTree>
    <p:extLst>
      <p:ext uri="{BB962C8B-B14F-4D97-AF65-F5344CB8AC3E}">
        <p14:creationId xmlns:p14="http://schemas.microsoft.com/office/powerpoint/2010/main" val="2048501190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15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615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615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170" name="Picture 2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52400" y="80863"/>
            <a:ext cx="5410200" cy="6721378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pic>
        <p:nvPicPr>
          <p:cNvPr id="7171" name="Picture 3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928250" y="4495800"/>
            <a:ext cx="2682350" cy="1600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sp>
        <p:nvSpPr>
          <p:cNvPr id="6" name="TextBox 5"/>
          <p:cNvSpPr txBox="1"/>
          <p:nvPr/>
        </p:nvSpPr>
        <p:spPr>
          <a:xfrm>
            <a:off x="5943600" y="4019490"/>
            <a:ext cx="1103187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000" b="1" dirty="0" smtClean="0"/>
              <a:t>Output:</a:t>
            </a:r>
            <a:endParaRPr lang="en-US" sz="2000" b="1" dirty="0"/>
          </a:p>
        </p:txBody>
      </p:sp>
    </p:spTree>
    <p:extLst>
      <p:ext uri="{BB962C8B-B14F-4D97-AF65-F5344CB8AC3E}">
        <p14:creationId xmlns:p14="http://schemas.microsoft.com/office/powerpoint/2010/main" val="2946354958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17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3" dur="500" fill="hold"/>
                                        <p:tgtEl>
                                          <p:spTgt spid="717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4" dur="500" fill="hold"/>
                                        <p:tgtEl>
                                          <p:spTgt spid="717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6" grpId="0"/>
    </p:bldLst>
  </p:timing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ontent Placeholder 1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algn="just"/>
            <a:r>
              <a:rPr lang="en-US" dirty="0"/>
              <a:t>The break statement can be used to jump out of a loop</a:t>
            </a:r>
            <a:r>
              <a:rPr lang="en-US" dirty="0" smtClean="0"/>
              <a:t>.</a:t>
            </a:r>
          </a:p>
          <a:p>
            <a:pPr marL="0" indent="0" algn="just">
              <a:buNone/>
            </a:pPr>
            <a:endParaRPr lang="en-US" dirty="0" smtClean="0"/>
          </a:p>
          <a:p>
            <a:pPr algn="just"/>
            <a:r>
              <a:rPr lang="en-US" dirty="0"/>
              <a:t>You have used the keyword break in a switch </a:t>
            </a:r>
            <a:r>
              <a:rPr lang="en-US" dirty="0" smtClean="0"/>
              <a:t>statement.</a:t>
            </a:r>
          </a:p>
          <a:p>
            <a:pPr marL="0" indent="0" algn="just">
              <a:buNone/>
            </a:pPr>
            <a:endParaRPr lang="en-US" dirty="0" smtClean="0"/>
          </a:p>
          <a:p>
            <a:pPr algn="just"/>
            <a:r>
              <a:rPr lang="en-US" dirty="0" smtClean="0"/>
              <a:t>You </a:t>
            </a:r>
            <a:r>
              <a:rPr lang="en-US" dirty="0"/>
              <a:t>can also use break in a loop to immediately terminate the loop.</a:t>
            </a:r>
          </a:p>
          <a:p>
            <a:pPr algn="just"/>
            <a:endParaRPr lang="en-US" dirty="0"/>
          </a:p>
        </p:txBody>
      </p:sp>
      <p:sp>
        <p:nvSpPr>
          <p:cNvPr id="3" name="Title 2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b</a:t>
            </a:r>
            <a:r>
              <a:rPr lang="en-US" dirty="0" smtClean="0"/>
              <a:t>reak </a:t>
            </a:r>
            <a:r>
              <a:rPr lang="en-US" dirty="0"/>
              <a:t>S</a:t>
            </a:r>
            <a:r>
              <a:rPr lang="en-US" dirty="0" smtClean="0"/>
              <a:t>tatement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82224688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le 2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Example</a:t>
            </a:r>
            <a:endParaRPr lang="en-US" dirty="0"/>
          </a:p>
        </p:txBody>
      </p:sp>
      <p:pic>
        <p:nvPicPr>
          <p:cNvPr id="10242" name="Picture 2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914400" y="2164079"/>
            <a:ext cx="4876800" cy="4693921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pic>
        <p:nvPicPr>
          <p:cNvPr id="10243" name="Picture 3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010400" y="4991100"/>
            <a:ext cx="1341664" cy="11049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sp>
        <p:nvSpPr>
          <p:cNvPr id="6" name="TextBox 5"/>
          <p:cNvSpPr txBox="1"/>
          <p:nvPr/>
        </p:nvSpPr>
        <p:spPr>
          <a:xfrm>
            <a:off x="7010400" y="4552890"/>
            <a:ext cx="1103187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000" b="1" dirty="0" smtClean="0"/>
              <a:t>Output:</a:t>
            </a:r>
            <a:endParaRPr lang="en-US" sz="2000" b="1" dirty="0"/>
          </a:p>
        </p:txBody>
      </p:sp>
    </p:spTree>
    <p:extLst>
      <p:ext uri="{BB962C8B-B14F-4D97-AF65-F5344CB8AC3E}">
        <p14:creationId xmlns:p14="http://schemas.microsoft.com/office/powerpoint/2010/main" val="2452679900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24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3" dur="500" fill="hold"/>
                                        <p:tgtEl>
                                          <p:spTgt spid="1024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4" dur="500" fill="hold"/>
                                        <p:tgtEl>
                                          <p:spTgt spid="1024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6" grpId="0"/>
    </p:bldLst>
  </p:timing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ontent Placeholder 1"/>
          <p:cNvSpPr>
            <a:spLocks noGrp="1"/>
          </p:cNvSpPr>
          <p:nvPr>
            <p:ph idx="1"/>
          </p:nvPr>
        </p:nvSpPr>
        <p:spPr>
          <a:xfrm>
            <a:off x="699247" y="2218185"/>
            <a:ext cx="7745505" cy="3877815"/>
          </a:xfrm>
        </p:spPr>
        <p:txBody>
          <a:bodyPr/>
          <a:lstStyle/>
          <a:p>
            <a:pPr algn="just"/>
            <a:endParaRPr lang="en-US" dirty="0" smtClean="0"/>
          </a:p>
          <a:p>
            <a:pPr algn="just"/>
            <a:endParaRPr lang="en-US" dirty="0" smtClean="0"/>
          </a:p>
          <a:p>
            <a:pPr algn="just"/>
            <a:r>
              <a:rPr lang="en-US" dirty="0" smtClean="0"/>
              <a:t>The</a:t>
            </a:r>
            <a:r>
              <a:rPr lang="en-US" dirty="0"/>
              <a:t> continue statement breaks one iteration (in the loop), if a specified condition occurs, and continues with the next iteration in the loop.</a:t>
            </a:r>
          </a:p>
          <a:p>
            <a:pPr algn="just"/>
            <a:endParaRPr lang="en-US" dirty="0"/>
          </a:p>
        </p:txBody>
      </p:sp>
      <p:sp>
        <p:nvSpPr>
          <p:cNvPr id="3" name="Title 2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c</a:t>
            </a:r>
            <a:r>
              <a:rPr lang="en-US" dirty="0" smtClean="0"/>
              <a:t>ontinue Statement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869092205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le 2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Example</a:t>
            </a:r>
            <a:endParaRPr lang="en-US" dirty="0"/>
          </a:p>
        </p:txBody>
      </p:sp>
      <p:sp>
        <p:nvSpPr>
          <p:cNvPr id="6" name="TextBox 5"/>
          <p:cNvSpPr txBox="1"/>
          <p:nvPr/>
        </p:nvSpPr>
        <p:spPr>
          <a:xfrm>
            <a:off x="7010400" y="4552890"/>
            <a:ext cx="1103187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000" b="1" dirty="0" smtClean="0"/>
              <a:t>Output:</a:t>
            </a:r>
            <a:endParaRPr lang="en-US" sz="2000" b="1" dirty="0"/>
          </a:p>
        </p:txBody>
      </p:sp>
      <p:pic>
        <p:nvPicPr>
          <p:cNvPr id="11266" name="Picture 2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066800" y="2209800"/>
            <a:ext cx="4724400" cy="4575834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pic>
        <p:nvPicPr>
          <p:cNvPr id="11267" name="Picture 3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086600" y="5010085"/>
            <a:ext cx="1101745" cy="116211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</p:spTree>
    <p:extLst>
      <p:ext uri="{BB962C8B-B14F-4D97-AF65-F5344CB8AC3E}">
        <p14:creationId xmlns:p14="http://schemas.microsoft.com/office/powerpoint/2010/main" val="1919743333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26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3" dur="500" fill="hold"/>
                                        <p:tgtEl>
                                          <p:spTgt spid="1126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4" dur="500" fill="hold"/>
                                        <p:tgtEl>
                                          <p:spTgt spid="1126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6" grpId="0"/>
    </p:bldLst>
  </p:timing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9" name="Picture 4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447800" y="225318"/>
            <a:ext cx="6851116" cy="6327881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sp>
        <p:nvSpPr>
          <p:cNvPr id="3" name="Title 2"/>
          <p:cNvSpPr>
            <a:spLocks noGrp="1"/>
          </p:cNvSpPr>
          <p:nvPr>
            <p:ph type="title" idx="4294967295"/>
          </p:nvPr>
        </p:nvSpPr>
        <p:spPr>
          <a:xfrm rot="16200000">
            <a:off x="-2597150" y="2901950"/>
            <a:ext cx="6553200" cy="1054100"/>
          </a:xfrm>
        </p:spPr>
        <p:txBody>
          <a:bodyPr/>
          <a:lstStyle/>
          <a:p>
            <a:r>
              <a:rPr lang="en-US" sz="3200" dirty="0"/>
              <a:t>Show the output of the following program.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050867" y="533400"/>
            <a:ext cx="1103187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000" b="1" dirty="0" smtClean="0"/>
              <a:t>Output:</a:t>
            </a:r>
            <a:endParaRPr lang="en-US" sz="2000" b="1" dirty="0"/>
          </a:p>
        </p:txBody>
      </p:sp>
      <p:pic>
        <p:nvPicPr>
          <p:cNvPr id="10" name="Picture 3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484188" y="967420"/>
            <a:ext cx="2236543" cy="70485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</p:spTree>
    <p:extLst>
      <p:ext uri="{BB962C8B-B14F-4D97-AF65-F5344CB8AC3E}">
        <p14:creationId xmlns:p14="http://schemas.microsoft.com/office/powerpoint/2010/main" val="2878630576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3" dur="5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4" dur="5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7" grpId="0"/>
    </p:bldLst>
  </p:timing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" name="Picture 2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447799" y="152400"/>
            <a:ext cx="6936721" cy="6553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sp>
        <p:nvSpPr>
          <p:cNvPr id="3" name="Title 2"/>
          <p:cNvSpPr>
            <a:spLocks noGrp="1"/>
          </p:cNvSpPr>
          <p:nvPr>
            <p:ph type="title" idx="4294967295"/>
          </p:nvPr>
        </p:nvSpPr>
        <p:spPr>
          <a:xfrm rot="16200000">
            <a:off x="-2597150" y="2901950"/>
            <a:ext cx="6553200" cy="1054100"/>
          </a:xfrm>
        </p:spPr>
        <p:txBody>
          <a:bodyPr/>
          <a:lstStyle/>
          <a:p>
            <a:r>
              <a:rPr lang="en-US" sz="3200" dirty="0"/>
              <a:t>Show the output of the following program.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050867" y="533400"/>
            <a:ext cx="1103187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000" b="1" dirty="0" smtClean="0"/>
              <a:t>Output:</a:t>
            </a:r>
            <a:endParaRPr lang="en-US" sz="2000" b="1" dirty="0"/>
          </a:p>
        </p:txBody>
      </p:sp>
      <p:pic>
        <p:nvPicPr>
          <p:cNvPr id="8" name="Picture 3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378314" y="933510"/>
            <a:ext cx="2448291" cy="78105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</p:spTree>
    <p:extLst>
      <p:ext uri="{BB962C8B-B14F-4D97-AF65-F5344CB8AC3E}">
        <p14:creationId xmlns:p14="http://schemas.microsoft.com/office/powerpoint/2010/main" val="3891245845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3" dur="5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4" dur="5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7" grpId="0"/>
    </p:bldLst>
  </p:timing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9" name="Picture 2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371600" y="201593"/>
            <a:ext cx="6450112" cy="5970607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sp>
        <p:nvSpPr>
          <p:cNvPr id="3" name="Title 2"/>
          <p:cNvSpPr>
            <a:spLocks noGrp="1"/>
          </p:cNvSpPr>
          <p:nvPr>
            <p:ph type="title" idx="4294967295"/>
          </p:nvPr>
        </p:nvSpPr>
        <p:spPr>
          <a:xfrm rot="16200000">
            <a:off x="-2597150" y="2901950"/>
            <a:ext cx="6553200" cy="1054100"/>
          </a:xfrm>
        </p:spPr>
        <p:txBody>
          <a:bodyPr/>
          <a:lstStyle/>
          <a:p>
            <a:r>
              <a:rPr lang="en-US" sz="4000" dirty="0"/>
              <a:t>Using break in Nested Loop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485205" y="4267200"/>
            <a:ext cx="1103187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000" b="1" dirty="0" smtClean="0"/>
              <a:t>Output:</a:t>
            </a:r>
            <a:endParaRPr lang="en-US" sz="2000" b="1" dirty="0"/>
          </a:p>
        </p:txBody>
      </p:sp>
      <p:pic>
        <p:nvPicPr>
          <p:cNvPr id="10" name="Picture 3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541498" y="4667310"/>
            <a:ext cx="990600" cy="1749028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</p:spTree>
    <p:extLst>
      <p:ext uri="{BB962C8B-B14F-4D97-AF65-F5344CB8AC3E}">
        <p14:creationId xmlns:p14="http://schemas.microsoft.com/office/powerpoint/2010/main" val="653039885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3" dur="5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4" dur="5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7" grpId="0"/>
    </p:bldLst>
  </p:timing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ontent Placeholder 1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 smtClean="0"/>
              <a:t>Array</a:t>
            </a:r>
            <a:endParaRPr lang="en-US" dirty="0"/>
          </a:p>
        </p:txBody>
      </p:sp>
      <p:sp>
        <p:nvSpPr>
          <p:cNvPr id="3" name="Title 2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Next Lecture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4033963661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theme/_rels/them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jpeg"/><Relationship Id="rId1" Type="http://schemas.openxmlformats.org/officeDocument/2006/relationships/image" Target="../media/image1.jpeg"/></Relationships>
</file>

<file path=ppt/theme/theme1.xml><?xml version="1.0" encoding="utf-8"?>
<a:theme xmlns:a="http://schemas.openxmlformats.org/drawingml/2006/main" name="Hardcover">
  <a:themeElements>
    <a:clrScheme name="Hardcover">
      <a:dk1>
        <a:sysClr val="windowText" lastClr="000000"/>
      </a:dk1>
      <a:lt1>
        <a:sysClr val="window" lastClr="FFFFFF"/>
      </a:lt1>
      <a:dk2>
        <a:srgbClr val="895D1D"/>
      </a:dk2>
      <a:lt2>
        <a:srgbClr val="ECE9C6"/>
      </a:lt2>
      <a:accent1>
        <a:srgbClr val="873624"/>
      </a:accent1>
      <a:accent2>
        <a:srgbClr val="D6862D"/>
      </a:accent2>
      <a:accent3>
        <a:srgbClr val="D0BE40"/>
      </a:accent3>
      <a:accent4>
        <a:srgbClr val="877F6C"/>
      </a:accent4>
      <a:accent5>
        <a:srgbClr val="972109"/>
      </a:accent5>
      <a:accent6>
        <a:srgbClr val="AEB795"/>
      </a:accent6>
      <a:hlink>
        <a:srgbClr val="CC9900"/>
      </a:hlink>
      <a:folHlink>
        <a:srgbClr val="B2B2B2"/>
      </a:folHlink>
    </a:clrScheme>
    <a:fontScheme name="Hardcover">
      <a:majorFont>
        <a:latin typeface="Book Antiqua"/>
        <a:ea typeface=""/>
        <a:cs typeface=""/>
        <a:font script="Grek" typeface="Times New Roman"/>
        <a:font script="Cyrl" typeface="Times New Roman"/>
        <a:font script="Jpan" typeface="HGS明朝E"/>
        <a:font script="Hang" typeface="궁서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Book Antiqua"/>
        <a:ea typeface=""/>
        <a:cs typeface=""/>
        <a:font script="Grek" typeface="Times New Roman"/>
        <a:font script="Cyrl" typeface="Times New Roman"/>
        <a:font script="Jpan" typeface="HGS明朝E"/>
        <a:font script="Hang" typeface="돋움"/>
        <a:font script="Hans" typeface="宋体"/>
        <a:font script="Hant" typeface="新細明體"/>
        <a:font script="Arab" typeface="Times New Roman"/>
        <a:font script="Hebr" typeface="David"/>
        <a:font script="Thai" typeface="EucrosiaUPC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inorFont>
    </a:fontScheme>
    <a:fmtScheme name="Hardcover">
      <a:fillStyleLst>
        <a:solidFill>
          <a:schemeClr val="phClr"/>
        </a:solidFill>
        <a:solidFill>
          <a:schemeClr val="phClr">
            <a:tint val="68000"/>
            <a:shade val="94000"/>
            <a:satMod val="300000"/>
            <a:lumMod val="110000"/>
          </a:schemeClr>
        </a:solidFill>
        <a:gradFill rotWithShape="1">
          <a:gsLst>
            <a:gs pos="0">
              <a:schemeClr val="phClr">
                <a:tint val="94000"/>
                <a:satMod val="180000"/>
                <a:lumMod val="98000"/>
              </a:schemeClr>
            </a:gs>
            <a:gs pos="100000">
              <a:schemeClr val="phClr">
                <a:satMod val="130000"/>
              </a:schemeClr>
            </a:gs>
          </a:gsLst>
          <a:lin ang="5160000" scaled="0"/>
        </a:gradFill>
      </a:fillStyleLst>
      <a:lnStyleLst>
        <a:ln w="12700" cap="flat" cmpd="sng" algn="ctr">
          <a:solidFill>
            <a:schemeClr val="phClr">
              <a:shade val="90000"/>
              <a:lumMod val="90000"/>
            </a:schemeClr>
          </a:solidFill>
          <a:prstDash val="solid"/>
        </a:ln>
        <a:ln w="19050" cap="flat" cmpd="sng" algn="ctr">
          <a:solidFill>
            <a:schemeClr val="phClr">
              <a:shade val="75000"/>
              <a:lumMod val="90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38100" dist="12700" dir="5400000" rotWithShape="0">
              <a:srgbClr val="000000">
                <a:alpha val="15000"/>
              </a:srgbClr>
            </a:outerShdw>
          </a:effectLst>
        </a:effectStyle>
        <a:effectStyle>
          <a:effectLst>
            <a:outerShdw blurRad="50800" dist="25400" dir="5400000" rotWithShape="0">
              <a:srgbClr val="000000">
                <a:alpha val="46000"/>
              </a:srgbClr>
            </a:outerShdw>
          </a:effectLst>
        </a:effectStyle>
        <a:effectStyle>
          <a:effectLst>
            <a:outerShdw blurRad="50800" dist="25400" dir="5400000" rotWithShape="0">
              <a:srgbClr val="000000">
                <a:alpha val="48000"/>
              </a:srgbClr>
            </a:outerShdw>
          </a:effectLst>
          <a:scene3d>
            <a:camera prst="orthographicFront">
              <a:rot lat="0" lon="0" rev="0"/>
            </a:camera>
            <a:lightRig rig="threePt" dir="tl">
              <a:rot lat="0" lon="0" rev="2400000"/>
            </a:lightRig>
          </a:scene3d>
          <a:sp3d>
            <a:bevelT w="25400" h="25400"/>
          </a:sp3d>
        </a:effectStyle>
      </a:effectStyleLst>
      <a:bgFillStyleLst>
        <a:solidFill>
          <a:schemeClr val="phClr">
            <a:tint val="96000"/>
            <a:lumMod val="110000"/>
          </a:schemeClr>
        </a:solidFill>
        <a:blipFill rotWithShape="1">
          <a:blip xmlns:r="http://schemas.openxmlformats.org/officeDocument/2006/relationships" r:embed="rId1">
            <a:duotone>
              <a:schemeClr val="phClr">
                <a:tint val="93000"/>
                <a:shade val="20000"/>
              </a:schemeClr>
              <a:schemeClr val="phClr">
                <a:tint val="90000"/>
                <a:shade val="85000"/>
                <a:satMod val="115000"/>
              </a:schemeClr>
            </a:duotone>
          </a:blip>
          <a:tile tx="0" ty="0" sx="60000" sy="60000" flip="none" algn="tl"/>
        </a:blipFill>
        <a:blipFill rotWithShape="1">
          <a:blip xmlns:r="http://schemas.openxmlformats.org/officeDocument/2006/relationships" r:embed="rId2">
            <a:duotone>
              <a:schemeClr val="phClr">
                <a:shade val="50000"/>
                <a:satMod val="340000"/>
                <a:lumMod val="40000"/>
              </a:schemeClr>
              <a:schemeClr val="phClr">
                <a:tint val="92000"/>
                <a:shade val="94000"/>
                <a:hueMod val="110000"/>
                <a:satMod val="236000"/>
                <a:lumMod val="120000"/>
              </a:schemeClr>
            </a:duotone>
          </a:blip>
          <a:stretch/>
        </a:blip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emplate>Hardcover</Template>
  <TotalTime>2331</TotalTime>
  <Words>439</Words>
  <Application>Microsoft Office PowerPoint</Application>
  <PresentationFormat>On-screen Show (4:3)</PresentationFormat>
  <Paragraphs>78</Paragraphs>
  <Slides>23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23</vt:i4>
      </vt:variant>
    </vt:vector>
  </HeadingPairs>
  <TitlesOfParts>
    <vt:vector size="24" baseType="lpstr">
      <vt:lpstr>Hardcover</vt:lpstr>
      <vt:lpstr>Programming Fundamentals</vt:lpstr>
      <vt:lpstr>Previous Lecture</vt:lpstr>
      <vt:lpstr>Today’s Lecture</vt:lpstr>
      <vt:lpstr>Nested Loop</vt:lpstr>
      <vt:lpstr>Nested Loop</vt:lpstr>
      <vt:lpstr>Example</vt:lpstr>
      <vt:lpstr>Nested Loop</vt:lpstr>
      <vt:lpstr>cout.fill('0');</vt:lpstr>
      <vt:lpstr>setw()</vt:lpstr>
      <vt:lpstr>setw()</vt:lpstr>
      <vt:lpstr>Nested Loop Example</vt:lpstr>
      <vt:lpstr>Show the output of the following program.</vt:lpstr>
      <vt:lpstr>Show the output of the following program.</vt:lpstr>
      <vt:lpstr>Task</vt:lpstr>
      <vt:lpstr>PowerPoint Presentation</vt:lpstr>
      <vt:lpstr>break Statement</vt:lpstr>
      <vt:lpstr>Example</vt:lpstr>
      <vt:lpstr>continue Statement</vt:lpstr>
      <vt:lpstr>Example</vt:lpstr>
      <vt:lpstr>Show the output of the following program.</vt:lpstr>
      <vt:lpstr>Show the output of the following program.</vt:lpstr>
      <vt:lpstr>Using break in Nested Loop</vt:lpstr>
      <vt:lpstr>Next Lecture</vt:lpstr>
    </vt:vector>
  </TitlesOfParts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Programming Fundamentals</dc:title>
  <dc:creator>p06</dc:creator>
  <cp:lastModifiedBy>p06</cp:lastModifiedBy>
  <cp:revision>195</cp:revision>
  <dcterms:created xsi:type="dcterms:W3CDTF">2023-02-13T17:33:34Z</dcterms:created>
  <dcterms:modified xsi:type="dcterms:W3CDTF">2025-11-04T20:28:55Z</dcterms:modified>
</cp:coreProperties>
</file>