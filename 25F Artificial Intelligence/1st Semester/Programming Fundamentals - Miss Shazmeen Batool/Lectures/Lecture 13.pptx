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40" r:id="rId1"/>
  </p:sldMasterIdLst>
  <p:notesMasterIdLst>
    <p:notesMasterId r:id="rId20"/>
  </p:notesMasterIdLst>
  <p:sldIdLst>
    <p:sldId id="275" r:id="rId2"/>
    <p:sldId id="276" r:id="rId3"/>
    <p:sldId id="277" r:id="rId4"/>
    <p:sldId id="309" r:id="rId5"/>
    <p:sldId id="310" r:id="rId6"/>
    <p:sldId id="311" r:id="rId7"/>
    <p:sldId id="312" r:id="rId8"/>
    <p:sldId id="290" r:id="rId9"/>
    <p:sldId id="333" r:id="rId10"/>
    <p:sldId id="334" r:id="rId11"/>
    <p:sldId id="335" r:id="rId12"/>
    <p:sldId id="336" r:id="rId13"/>
    <p:sldId id="337" r:id="rId14"/>
    <p:sldId id="338" r:id="rId15"/>
    <p:sldId id="339" r:id="rId16"/>
    <p:sldId id="340" r:id="rId17"/>
    <p:sldId id="341" r:id="rId18"/>
    <p:sldId id="342"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4" d="100"/>
          <a:sy n="54" d="100"/>
        </p:scale>
        <p:origin x="-96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A68638-8D4C-4224-86C6-C1F65257DA59}" type="datetimeFigureOut">
              <a:rPr lang="en-US" smtClean="0"/>
              <a:t>10/24/2025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E47110-DE54-4872-A5AE-CA21AC8F8A64}" type="slidenum">
              <a:rPr lang="en-US" smtClean="0"/>
              <a:t>‹#›</a:t>
            </a:fld>
            <a:endParaRPr lang="en-US"/>
          </a:p>
        </p:txBody>
      </p:sp>
    </p:spTree>
    <p:extLst>
      <p:ext uri="{BB962C8B-B14F-4D97-AF65-F5344CB8AC3E}">
        <p14:creationId xmlns:p14="http://schemas.microsoft.com/office/powerpoint/2010/main" val="3016569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BAC41E-B5DD-4622-B453-5F4DACEC7AF7}"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FF4282D-DD47-4BD2-B4E4-03CD91B40D17}"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F4282D-DD47-4BD2-B4E4-03CD91B40D17}" type="datetimeFigureOut">
              <a:rPr lang="en-US" smtClean="0"/>
              <a:t>10/24/2025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AC41E-B5DD-4622-B453-5F4DACEC7AF7}"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F4282D-DD47-4BD2-B4E4-03CD91B40D17}" type="datetimeFigureOut">
              <a:rPr lang="en-US" smtClean="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AC41E-B5DD-4622-B453-5F4DACEC7AF7}"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F4282D-DD47-4BD2-B4E4-03CD91B40D17}" type="datetimeFigureOut">
              <a:rPr lang="en-US" smtClean="0"/>
              <a:t>10/24/2025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AFF4282D-DD47-4BD2-B4E4-03CD91B40D17}" type="datetimeFigureOut">
              <a:rPr lang="en-US" smtClean="0"/>
              <a:t>10/24/2025</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BBAC41E-B5DD-4622-B453-5F4DACEC7AF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Programming Fundamentals</a:t>
            </a:r>
            <a:endParaRPr lang="en-US" dirty="0"/>
          </a:p>
        </p:txBody>
      </p:sp>
      <p:sp>
        <p:nvSpPr>
          <p:cNvPr id="3" name="Subtitle 2"/>
          <p:cNvSpPr>
            <a:spLocks noGrp="1"/>
          </p:cNvSpPr>
          <p:nvPr>
            <p:ph type="subTitle" idx="1"/>
          </p:nvPr>
        </p:nvSpPr>
        <p:spPr/>
        <p:txBody>
          <a:bodyPr>
            <a:normAutofit/>
          </a:bodyPr>
          <a:lstStyle/>
          <a:p>
            <a:r>
              <a:rPr lang="en-US" dirty="0" smtClean="0"/>
              <a:t>By</a:t>
            </a:r>
          </a:p>
          <a:p>
            <a:r>
              <a:rPr lang="en-US" dirty="0" smtClean="0"/>
              <a:t>Shazmeen Batool</a:t>
            </a:r>
            <a:endParaRPr lang="en-US" dirty="0"/>
          </a:p>
        </p:txBody>
      </p:sp>
    </p:spTree>
    <p:extLst>
      <p:ext uri="{BB962C8B-B14F-4D97-AF65-F5344CB8AC3E}">
        <p14:creationId xmlns:p14="http://schemas.microsoft.com/office/powerpoint/2010/main" val="2842358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a:t>
            </a:r>
            <a:r>
              <a:rPr lang="en-US" dirty="0" smtClean="0"/>
              <a:t>or loop</a:t>
            </a:r>
            <a:endParaRPr lang="en-US" dirty="0"/>
          </a:p>
        </p:txBody>
      </p:sp>
      <p:sp>
        <p:nvSpPr>
          <p:cNvPr id="3" name="Title 2"/>
          <p:cNvSpPr>
            <a:spLocks noGrp="1"/>
          </p:cNvSpPr>
          <p:nvPr>
            <p:ph type="title"/>
          </p:nvPr>
        </p:nvSpPr>
        <p:spPr/>
        <p:txBody>
          <a:bodyPr/>
          <a:lstStyle/>
          <a:p>
            <a:r>
              <a:rPr lang="en-US" dirty="0"/>
              <a:t>Previous Lecture</a:t>
            </a:r>
          </a:p>
        </p:txBody>
      </p:sp>
    </p:spTree>
    <p:extLst>
      <p:ext uri="{BB962C8B-B14F-4D97-AF65-F5344CB8AC3E}">
        <p14:creationId xmlns:p14="http://schemas.microsoft.com/office/powerpoint/2010/main" val="21114295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a:t>
            </a:r>
            <a:r>
              <a:rPr lang="en-US" dirty="0" smtClean="0"/>
              <a:t>or loop </a:t>
            </a:r>
            <a:r>
              <a:rPr lang="en-US" dirty="0" smtClean="0"/>
              <a:t>continued</a:t>
            </a:r>
            <a:endParaRPr lang="en-US" dirty="0" smtClean="0"/>
          </a:p>
        </p:txBody>
      </p:sp>
      <p:sp>
        <p:nvSpPr>
          <p:cNvPr id="4" name="Title 2"/>
          <p:cNvSpPr>
            <a:spLocks noGrp="1"/>
          </p:cNvSpPr>
          <p:nvPr>
            <p:ph type="title"/>
          </p:nvPr>
        </p:nvSpPr>
        <p:spPr/>
        <p:txBody>
          <a:bodyPr/>
          <a:lstStyle/>
          <a:p>
            <a:r>
              <a:rPr lang="en-US" dirty="0" smtClean="0"/>
              <a:t>Today’s Lecture</a:t>
            </a:r>
            <a:endParaRPr lang="en-US" dirty="0"/>
          </a:p>
        </p:txBody>
      </p:sp>
    </p:spTree>
    <p:extLst>
      <p:ext uri="{BB962C8B-B14F-4D97-AF65-F5344CB8AC3E}">
        <p14:creationId xmlns:p14="http://schemas.microsoft.com/office/powerpoint/2010/main" val="5935344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Vary the control variable from 1 to 100 in increments of </a:t>
            </a:r>
            <a:r>
              <a:rPr lang="en-US" dirty="0" smtClean="0"/>
              <a:t>1.</a:t>
            </a:r>
          </a:p>
          <a:p>
            <a:endParaRPr lang="en-US" dirty="0"/>
          </a:p>
          <a:p>
            <a:r>
              <a:rPr lang="en-US" dirty="0"/>
              <a:t>Vary the control variable from 100 down to </a:t>
            </a:r>
            <a:r>
              <a:rPr lang="en-US" dirty="0" smtClean="0"/>
              <a:t>1 </a:t>
            </a:r>
            <a:r>
              <a:rPr lang="en-US" dirty="0"/>
              <a:t>in decrements of 1</a:t>
            </a:r>
            <a:r>
              <a:rPr lang="en-US" dirty="0" smtClean="0"/>
              <a:t>.</a:t>
            </a:r>
          </a:p>
          <a:p>
            <a:endParaRPr lang="en-US" dirty="0"/>
          </a:p>
          <a:p>
            <a:endParaRPr lang="en-US" dirty="0" smtClean="0"/>
          </a:p>
          <a:p>
            <a:r>
              <a:rPr lang="en-US" dirty="0" smtClean="0"/>
              <a:t>Vary </a:t>
            </a:r>
            <a:r>
              <a:rPr lang="en-US" dirty="0"/>
              <a:t>the control variable from 7 to 77 in steps of </a:t>
            </a:r>
            <a:r>
              <a:rPr lang="en-US" dirty="0" smtClean="0"/>
              <a:t>7.</a:t>
            </a:r>
          </a:p>
          <a:p>
            <a:endParaRPr lang="en-US" dirty="0"/>
          </a:p>
          <a:p>
            <a:endParaRPr lang="en-US" dirty="0"/>
          </a:p>
        </p:txBody>
      </p:sp>
      <p:sp>
        <p:nvSpPr>
          <p:cNvPr id="3" name="Title 2"/>
          <p:cNvSpPr>
            <a:spLocks noGrp="1"/>
          </p:cNvSpPr>
          <p:nvPr>
            <p:ph type="title"/>
          </p:nvPr>
        </p:nvSpPr>
        <p:spPr/>
        <p:txBody>
          <a:bodyPr/>
          <a:lstStyle/>
          <a:p>
            <a:r>
              <a:rPr lang="en-US" dirty="0" smtClean="0"/>
              <a:t>Class Activity</a:t>
            </a:r>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743200"/>
            <a:ext cx="5715000"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419601"/>
            <a:ext cx="535375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4555" y="5867400"/>
            <a:ext cx="568304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6357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fade">
                                      <p:cBhvr>
                                        <p:cTn id="7" dur="5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19"/>
                                        </p:tgtEl>
                                        <p:attrNameLst>
                                          <p:attrName>style.visibility</p:attrName>
                                        </p:attrNameLst>
                                      </p:cBhvr>
                                      <p:to>
                                        <p:strVal val="visible"/>
                                      </p:to>
                                    </p:set>
                                    <p:animEffect transition="in" filter="fade">
                                      <p:cBhvr>
                                        <p:cTn id="12" dur="500"/>
                                        <p:tgtEl>
                                          <p:spTgt spid="92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20"/>
                                        </p:tgtEl>
                                        <p:attrNameLst>
                                          <p:attrName>style.visibility</p:attrName>
                                        </p:attrNameLst>
                                      </p:cBhvr>
                                      <p:to>
                                        <p:strVal val="visible"/>
                                      </p:to>
                                    </p:set>
                                    <p:animEffect transition="in" filter="fade">
                                      <p:cBhvr>
                                        <p:cTn id="17" dur="500"/>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057400"/>
            <a:ext cx="7745505" cy="3877815"/>
          </a:xfrm>
        </p:spPr>
        <p:txBody>
          <a:bodyPr/>
          <a:lstStyle/>
          <a:p>
            <a:r>
              <a:rPr lang="en-US" dirty="0"/>
              <a:t>Vary the control variable from 20 down to 2 in steps of -2</a:t>
            </a:r>
            <a:r>
              <a:rPr lang="en-US" dirty="0" smtClean="0"/>
              <a:t>.</a:t>
            </a:r>
          </a:p>
          <a:p>
            <a:endParaRPr lang="en-US" dirty="0"/>
          </a:p>
          <a:p>
            <a:r>
              <a:rPr lang="en-US" dirty="0"/>
              <a:t>Vary the control variable over the following sequence of values: 2, 5, 8, 11, 14, 17</a:t>
            </a:r>
            <a:r>
              <a:rPr lang="en-US" dirty="0" smtClean="0"/>
              <a:t>.</a:t>
            </a:r>
          </a:p>
          <a:p>
            <a:endParaRPr lang="en-US" dirty="0"/>
          </a:p>
          <a:p>
            <a:endParaRPr lang="en-US" dirty="0" smtClean="0"/>
          </a:p>
          <a:p>
            <a:r>
              <a:rPr lang="en-US" dirty="0" smtClean="0"/>
              <a:t>Vary </a:t>
            </a:r>
            <a:r>
              <a:rPr lang="en-US" dirty="0"/>
              <a:t>the control variable over the following sequence of values: 99, 88, 77, 66, 55.</a:t>
            </a:r>
          </a:p>
        </p:txBody>
      </p:sp>
      <p:sp>
        <p:nvSpPr>
          <p:cNvPr id="4" name="Title 2"/>
          <p:cNvSpPr>
            <a:spLocks noGrp="1"/>
          </p:cNvSpPr>
          <p:nvPr>
            <p:ph type="title"/>
          </p:nvPr>
        </p:nvSpPr>
        <p:spPr/>
        <p:txBody>
          <a:bodyPr/>
          <a:lstStyle/>
          <a:p>
            <a:r>
              <a:rPr lang="en-US" dirty="0"/>
              <a:t>Class Activity</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8962" y="2743200"/>
            <a:ext cx="60520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5943600"/>
            <a:ext cx="6792686"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7152" y="4311342"/>
            <a:ext cx="6253848" cy="603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5301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fade">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44"/>
                                        </p:tgtEl>
                                        <p:attrNameLst>
                                          <p:attrName>style.visibility</p:attrName>
                                        </p:attrNameLst>
                                      </p:cBhvr>
                                      <p:to>
                                        <p:strVal val="visible"/>
                                      </p:to>
                                    </p:set>
                                    <p:animEffect transition="in" filter="fade">
                                      <p:cBhvr>
                                        <p:cTn id="12" dur="500"/>
                                        <p:tgtEl>
                                          <p:spTgt spid="1024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smtClean="0"/>
              <a:t>Variable Visibility</a:t>
            </a:r>
            <a:endParaRPr lang="en-US" dirty="0"/>
          </a:p>
        </p:txBody>
      </p:sp>
      <p:sp>
        <p:nvSpPr>
          <p:cNvPr id="3" name="Title 2"/>
          <p:cNvSpPr>
            <a:spLocks noGrp="1"/>
          </p:cNvSpPr>
          <p:nvPr>
            <p:ph type="title"/>
          </p:nvPr>
        </p:nvSpPr>
        <p:spPr/>
        <p:txBody>
          <a:bodyPr/>
          <a:lstStyle/>
          <a:p>
            <a:r>
              <a:rPr lang="en-US" smtClean="0"/>
              <a:t>Errors</a:t>
            </a:r>
            <a:endParaRPr lang="en-US"/>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0359" y="2286000"/>
            <a:ext cx="3888241" cy="435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81754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smtClean="0"/>
              <a:t>Variable Visibility</a:t>
            </a:r>
            <a:endParaRPr lang="en-US" dirty="0"/>
          </a:p>
        </p:txBody>
      </p:sp>
      <p:sp>
        <p:nvSpPr>
          <p:cNvPr id="3" name="Title 2"/>
          <p:cNvSpPr>
            <a:spLocks noGrp="1"/>
          </p:cNvSpPr>
          <p:nvPr>
            <p:ph type="title"/>
          </p:nvPr>
        </p:nvSpPr>
        <p:spPr/>
        <p:txBody>
          <a:bodyPr/>
          <a:lstStyle/>
          <a:p>
            <a:r>
              <a:rPr lang="en-US" smtClean="0"/>
              <a:t>Errors</a:t>
            </a:r>
            <a:endParaRPr lang="en-US"/>
          </a:p>
        </p:txBody>
      </p:sp>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624138"/>
            <a:ext cx="4875824" cy="3929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6200" y="3200400"/>
            <a:ext cx="3429000" cy="2554545"/>
          </a:xfrm>
          <a:prstGeom prst="rect">
            <a:avLst/>
          </a:prstGeom>
        </p:spPr>
        <p:txBody>
          <a:bodyPr wrap="square">
            <a:spAutoFit/>
          </a:bodyPr>
          <a:lstStyle/>
          <a:p>
            <a:pPr algn="just"/>
            <a:r>
              <a:rPr lang="en-US" sz="2000" dirty="0"/>
              <a:t>When a variable is defined in the initialization expression of a for loop, the scope of the variable is limited to the loop. This means you cannot access the variable in statements outside the loop.</a:t>
            </a:r>
          </a:p>
        </p:txBody>
      </p:sp>
    </p:spTree>
    <p:extLst>
      <p:ext uri="{BB962C8B-B14F-4D97-AF65-F5344CB8AC3E}">
        <p14:creationId xmlns:p14="http://schemas.microsoft.com/office/powerpoint/2010/main" val="3012231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609653"/>
          </a:xfrm>
        </p:spPr>
        <p:txBody>
          <a:bodyPr>
            <a:normAutofit/>
          </a:bodyPr>
          <a:lstStyle/>
          <a:p>
            <a:pPr algn="just"/>
            <a:r>
              <a:rPr lang="en-US" dirty="0"/>
              <a:t>Be careful not to place a statement that modifies the counter variable in the body of the for loop</a:t>
            </a:r>
            <a:r>
              <a:rPr lang="en-US" dirty="0" smtClean="0"/>
              <a:t>.</a:t>
            </a:r>
          </a:p>
          <a:p>
            <a:pPr marL="0" indent="0" algn="just">
              <a:buNone/>
            </a:pPr>
            <a:r>
              <a:rPr lang="en-US" dirty="0" smtClean="0"/>
              <a:t> </a:t>
            </a:r>
          </a:p>
          <a:p>
            <a:pPr algn="just"/>
            <a:r>
              <a:rPr lang="en-US" dirty="0" smtClean="0"/>
              <a:t>All </a:t>
            </a:r>
            <a:r>
              <a:rPr lang="en-US" dirty="0"/>
              <a:t>modifications of the counter variable should take place in the update expression, which is automatically executed at the end of each iteration. </a:t>
            </a:r>
            <a:endParaRPr lang="en-US" dirty="0" smtClean="0"/>
          </a:p>
          <a:p>
            <a:pPr marL="0" indent="0" algn="just">
              <a:buNone/>
            </a:pPr>
            <a:endParaRPr lang="en-US" dirty="0" smtClean="0"/>
          </a:p>
          <a:p>
            <a:pPr algn="just"/>
            <a:r>
              <a:rPr lang="en-US" dirty="0" smtClean="0"/>
              <a:t>If </a:t>
            </a:r>
            <a:r>
              <a:rPr lang="en-US" dirty="0"/>
              <a:t>a statement in the body of the loop also modifies the counter variable, the loop will probably not terminate when you expect it to.</a:t>
            </a:r>
          </a:p>
        </p:txBody>
      </p:sp>
      <p:sp>
        <p:nvSpPr>
          <p:cNvPr id="3" name="Title 2"/>
          <p:cNvSpPr>
            <a:spLocks noGrp="1"/>
          </p:cNvSpPr>
          <p:nvPr>
            <p:ph type="title"/>
          </p:nvPr>
        </p:nvSpPr>
        <p:spPr>
          <a:xfrm>
            <a:off x="76200" y="457200"/>
            <a:ext cx="9067800" cy="1054250"/>
          </a:xfrm>
        </p:spPr>
        <p:txBody>
          <a:bodyPr/>
          <a:lstStyle/>
          <a:p>
            <a:r>
              <a:rPr lang="en-US" sz="4000" dirty="0"/>
              <a:t>Avoid Modifying the Counter Variable in the Body of the for Loop</a:t>
            </a:r>
          </a:p>
        </p:txBody>
      </p:sp>
    </p:spTree>
    <p:extLst>
      <p:ext uri="{BB962C8B-B14F-4D97-AF65-F5344CB8AC3E}">
        <p14:creationId xmlns:p14="http://schemas.microsoft.com/office/powerpoint/2010/main" val="41171543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609653"/>
          </a:xfrm>
        </p:spPr>
        <p:txBody>
          <a:bodyPr>
            <a:normAutofit/>
          </a:bodyPr>
          <a:lstStyle/>
          <a:p>
            <a:pPr algn="just"/>
            <a:r>
              <a:rPr lang="en-US" dirty="0"/>
              <a:t>The following loop, for example, increments x twice for each iteration: </a:t>
            </a:r>
          </a:p>
        </p:txBody>
      </p:sp>
      <p:sp>
        <p:nvSpPr>
          <p:cNvPr id="3" name="Title 2"/>
          <p:cNvSpPr>
            <a:spLocks noGrp="1"/>
          </p:cNvSpPr>
          <p:nvPr>
            <p:ph type="title"/>
          </p:nvPr>
        </p:nvSpPr>
        <p:spPr>
          <a:xfrm>
            <a:off x="76200" y="457200"/>
            <a:ext cx="9067800" cy="1054250"/>
          </a:xfrm>
        </p:spPr>
        <p:txBody>
          <a:bodyPr/>
          <a:lstStyle/>
          <a:p>
            <a:r>
              <a:rPr lang="en-US" sz="4000" dirty="0"/>
              <a:t>Avoid Modifying the Counter Variable in the Body of the for Loop</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2958" y="3276600"/>
            <a:ext cx="3441642"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02898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609653"/>
          </a:xfrm>
        </p:spPr>
        <p:txBody>
          <a:bodyPr>
            <a:normAutofit/>
          </a:bodyPr>
          <a:lstStyle/>
          <a:p>
            <a:pPr algn="just"/>
            <a:r>
              <a:rPr lang="en-US" dirty="0"/>
              <a:t>It is possible to execute more than one statement in the initialization expression and the update expression. </a:t>
            </a:r>
            <a:endParaRPr lang="en-US" dirty="0" smtClean="0"/>
          </a:p>
          <a:p>
            <a:pPr algn="just"/>
            <a:endParaRPr lang="en-US" dirty="0" smtClean="0"/>
          </a:p>
          <a:p>
            <a:pPr algn="just"/>
            <a:r>
              <a:rPr lang="en-US" dirty="0" smtClean="0"/>
              <a:t>When </a:t>
            </a:r>
            <a:r>
              <a:rPr lang="en-US" dirty="0"/>
              <a:t>using multiple statements in either of these expressions, simply separate the statements with commas.</a:t>
            </a:r>
          </a:p>
        </p:txBody>
      </p:sp>
      <p:sp>
        <p:nvSpPr>
          <p:cNvPr id="3" name="Title 2"/>
          <p:cNvSpPr>
            <a:spLocks noGrp="1"/>
          </p:cNvSpPr>
          <p:nvPr>
            <p:ph type="title"/>
          </p:nvPr>
        </p:nvSpPr>
        <p:spPr>
          <a:xfrm>
            <a:off x="76200" y="457200"/>
            <a:ext cx="9067800" cy="1054250"/>
          </a:xfrm>
        </p:spPr>
        <p:txBody>
          <a:bodyPr/>
          <a:lstStyle/>
          <a:p>
            <a:r>
              <a:rPr lang="en-US" sz="4000" dirty="0"/>
              <a:t>Using Multiple Statements in the Initialization and Update Expressions </a:t>
            </a:r>
          </a:p>
        </p:txBody>
      </p:sp>
    </p:spTree>
    <p:extLst>
      <p:ext uri="{BB962C8B-B14F-4D97-AF65-F5344CB8AC3E}">
        <p14:creationId xmlns:p14="http://schemas.microsoft.com/office/powerpoint/2010/main" val="19707471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 y="457200"/>
            <a:ext cx="9067800" cy="1054250"/>
          </a:xfrm>
        </p:spPr>
        <p:txBody>
          <a:bodyPr/>
          <a:lstStyle/>
          <a:p>
            <a:r>
              <a:rPr lang="en-US" sz="4000" dirty="0"/>
              <a:t>Using Multiple Statements in the Initialization and Update Expressions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6576" y="4250788"/>
            <a:ext cx="2207172"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209800"/>
            <a:ext cx="8021836"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9929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 y="457200"/>
            <a:ext cx="9067800" cy="1054250"/>
          </a:xfrm>
        </p:spPr>
        <p:txBody>
          <a:bodyPr/>
          <a:lstStyle/>
          <a:p>
            <a:r>
              <a:rPr lang="en-US" sz="4000" dirty="0"/>
              <a:t>Using Multiple Statements in the Initialization and Update Expressions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062" y="2172077"/>
            <a:ext cx="8413530" cy="213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4474745"/>
            <a:ext cx="2354792" cy="2230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4704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 y="457200"/>
            <a:ext cx="9067800" cy="1054250"/>
          </a:xfrm>
        </p:spPr>
        <p:txBody>
          <a:bodyPr/>
          <a:lstStyle/>
          <a:p>
            <a:r>
              <a:rPr lang="en-US" sz="4000" dirty="0"/>
              <a:t>Using Multiple Statements in the Initialization and Update Expressions </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998" y="2209800"/>
            <a:ext cx="8257618" cy="203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4277796"/>
            <a:ext cx="2547938"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093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 y="457200"/>
            <a:ext cx="9067800" cy="1054250"/>
          </a:xfrm>
        </p:spPr>
        <p:txBody>
          <a:bodyPr/>
          <a:lstStyle/>
          <a:p>
            <a:r>
              <a:rPr lang="en-US" sz="4000" dirty="0"/>
              <a:t>Using Multiple Statements in the Initialization and Update Expressions </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958" y="2209800"/>
            <a:ext cx="8245642"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7685" y="4343400"/>
            <a:ext cx="2245437"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0270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 y="457200"/>
            <a:ext cx="9067800" cy="1054250"/>
          </a:xfrm>
        </p:spPr>
        <p:txBody>
          <a:bodyPr/>
          <a:lstStyle/>
          <a:p>
            <a:r>
              <a:rPr lang="en-US" sz="4000" dirty="0"/>
              <a:t>Using Multiple Statements in the Initialization and Update Expressions </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4" y="2209801"/>
            <a:ext cx="8229596" cy="2057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4572000"/>
            <a:ext cx="2053880"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0594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609653"/>
          </a:xfrm>
        </p:spPr>
        <p:txBody>
          <a:bodyPr>
            <a:normAutofit/>
          </a:bodyPr>
          <a:lstStyle/>
          <a:p>
            <a:pPr algn="just"/>
            <a:r>
              <a:rPr lang="en-US" dirty="0"/>
              <a:t>The initialization expression may be omitted from inside the for loop’s parentheses if it has already been performed or no initialization is needed.</a:t>
            </a:r>
          </a:p>
        </p:txBody>
      </p:sp>
      <p:sp>
        <p:nvSpPr>
          <p:cNvPr id="3" name="Title 2"/>
          <p:cNvSpPr>
            <a:spLocks noGrp="1"/>
          </p:cNvSpPr>
          <p:nvPr>
            <p:ph type="title"/>
          </p:nvPr>
        </p:nvSpPr>
        <p:spPr>
          <a:xfrm>
            <a:off x="76200" y="457200"/>
            <a:ext cx="9067800" cy="1054250"/>
          </a:xfrm>
        </p:spPr>
        <p:txBody>
          <a:bodyPr/>
          <a:lstStyle/>
          <a:p>
            <a:r>
              <a:rPr lang="en-US" sz="4800" dirty="0"/>
              <a:t>Omitting the for Loop’s Expressions</a:t>
            </a:r>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 y="3505200"/>
            <a:ext cx="6284687"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8037" y="4648200"/>
            <a:ext cx="2169763"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5937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609653"/>
          </a:xfrm>
        </p:spPr>
        <p:txBody>
          <a:bodyPr>
            <a:normAutofit/>
          </a:bodyPr>
          <a:lstStyle/>
          <a:p>
            <a:pPr algn="just"/>
            <a:r>
              <a:rPr lang="en-US" dirty="0"/>
              <a:t>You may also omit the update expression if it is being performed elsewhere in the loop or if none is needed. </a:t>
            </a:r>
            <a:endParaRPr lang="en-US" dirty="0" smtClean="0"/>
          </a:p>
          <a:p>
            <a:pPr algn="just"/>
            <a:r>
              <a:rPr lang="en-US" dirty="0" smtClean="0"/>
              <a:t>Although </a:t>
            </a:r>
            <a:r>
              <a:rPr lang="en-US" dirty="0"/>
              <a:t>this type of code is not recommended, the following for loop works just like a while loop:</a:t>
            </a:r>
          </a:p>
        </p:txBody>
      </p:sp>
      <p:sp>
        <p:nvSpPr>
          <p:cNvPr id="3" name="Title 2"/>
          <p:cNvSpPr>
            <a:spLocks noGrp="1"/>
          </p:cNvSpPr>
          <p:nvPr>
            <p:ph type="title"/>
          </p:nvPr>
        </p:nvSpPr>
        <p:spPr>
          <a:xfrm>
            <a:off x="76200" y="457200"/>
            <a:ext cx="9067800" cy="1054250"/>
          </a:xfrm>
        </p:spPr>
        <p:txBody>
          <a:bodyPr/>
          <a:lstStyle/>
          <a:p>
            <a:r>
              <a:rPr lang="en-US" sz="4800" dirty="0"/>
              <a:t>Omitting the for Loop’s Expressions</a:t>
            </a:r>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4352684"/>
            <a:ext cx="7010400" cy="2352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230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609653"/>
          </a:xfrm>
        </p:spPr>
        <p:txBody>
          <a:bodyPr>
            <a:normAutofit/>
          </a:bodyPr>
          <a:lstStyle/>
          <a:p>
            <a:pPr algn="just"/>
            <a:r>
              <a:rPr lang="en-US" dirty="0"/>
              <a:t>You can even go so far as to omit all three expressions from the for loop’s parentheses. Be warned, however, that if you leave out the test expression, the loop has no built-in way of terminating. </a:t>
            </a:r>
          </a:p>
        </p:txBody>
      </p:sp>
      <p:sp>
        <p:nvSpPr>
          <p:cNvPr id="3" name="Title 2"/>
          <p:cNvSpPr>
            <a:spLocks noGrp="1"/>
          </p:cNvSpPr>
          <p:nvPr>
            <p:ph type="title"/>
          </p:nvPr>
        </p:nvSpPr>
        <p:spPr>
          <a:xfrm>
            <a:off x="76200" y="457200"/>
            <a:ext cx="9067800" cy="1054250"/>
          </a:xfrm>
        </p:spPr>
        <p:txBody>
          <a:bodyPr/>
          <a:lstStyle/>
          <a:p>
            <a:r>
              <a:rPr lang="en-US" sz="4800" dirty="0"/>
              <a:t>Omitting the for Loop’s Expressions</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4343400"/>
            <a:ext cx="46228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7335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2445</TotalTime>
  <Words>483</Words>
  <Application>Microsoft Office PowerPoint</Application>
  <PresentationFormat>On-screen Show (4:3)</PresentationFormat>
  <Paragraphs>50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Hardcover</vt:lpstr>
      <vt:lpstr>Programming Fundamentals</vt:lpstr>
      <vt:lpstr>Previous Lecture</vt:lpstr>
      <vt:lpstr>Today’s Lecture</vt:lpstr>
      <vt:lpstr>Class Activity</vt:lpstr>
      <vt:lpstr>Class Activity</vt:lpstr>
      <vt:lpstr>Errors</vt:lpstr>
      <vt:lpstr>Errors</vt:lpstr>
      <vt:lpstr>Avoid Modifying the Counter Variable in the Body of the for Loop</vt:lpstr>
      <vt:lpstr>Avoid Modifying the Counter Variable in the Body of the for Loop</vt:lpstr>
      <vt:lpstr>Using Multiple Statements in the Initialization and Update Expressions </vt:lpstr>
      <vt:lpstr>Using Multiple Statements in the Initialization and Update Expressions </vt:lpstr>
      <vt:lpstr>Using Multiple Statements in the Initialization and Update Expressions </vt:lpstr>
      <vt:lpstr>Using Multiple Statements in the Initialization and Update Expressions </vt:lpstr>
      <vt:lpstr>Using Multiple Statements in the Initialization and Update Expressions </vt:lpstr>
      <vt:lpstr>Using Multiple Statements in the Initialization and Update Expressions </vt:lpstr>
      <vt:lpstr>Omitting the for Loop’s Expressions</vt:lpstr>
      <vt:lpstr>Omitting the for Loop’s Expressions</vt:lpstr>
      <vt:lpstr>Omitting the for Loop’s Expressions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Fundamentals</dc:title>
  <dc:creator>p06</dc:creator>
  <cp:lastModifiedBy>p06</cp:lastModifiedBy>
  <cp:revision>238</cp:revision>
  <dcterms:created xsi:type="dcterms:W3CDTF">2023-02-13T17:33:34Z</dcterms:created>
  <dcterms:modified xsi:type="dcterms:W3CDTF">2025-10-23T20:02:48Z</dcterms:modified>
</cp:coreProperties>
</file>