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notesMasterIdLst>
    <p:notesMasterId r:id="rId12"/>
  </p:notesMasterIdLst>
  <p:sldIdLst>
    <p:sldId id="275" r:id="rId2"/>
    <p:sldId id="276" r:id="rId3"/>
    <p:sldId id="277" r:id="rId4"/>
    <p:sldId id="335" r:id="rId5"/>
    <p:sldId id="410" r:id="rId6"/>
    <p:sldId id="411" r:id="rId7"/>
    <p:sldId id="412" r:id="rId8"/>
    <p:sldId id="413" r:id="rId9"/>
    <p:sldId id="336" r:id="rId10"/>
    <p:sldId id="33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080" y="-1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68638-8D4C-4224-86C6-C1F65257DA5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47110-DE54-4872-A5AE-CA21AC8F8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Data from a File</a:t>
            </a:r>
          </a:p>
          <a:p>
            <a:r>
              <a:rPr lang="en-US" dirty="0"/>
              <a:t>The Read Position</a:t>
            </a:r>
          </a:p>
          <a:p>
            <a:r>
              <a:rPr lang="en-US" dirty="0"/>
              <a:t>Reading Numeric Data From a Text File </a:t>
            </a:r>
          </a:p>
          <a:p>
            <a:r>
              <a:rPr lang="en-US" dirty="0"/>
              <a:t>Using Loops to Process Files </a:t>
            </a:r>
          </a:p>
          <a:p>
            <a:r>
              <a:rPr lang="en-US" dirty="0"/>
              <a:t>Detecting the End of the File</a:t>
            </a:r>
          </a:p>
          <a:p>
            <a:r>
              <a:rPr lang="en-US" dirty="0"/>
              <a:t>Testing for File Open </a:t>
            </a:r>
            <a:r>
              <a:rPr lang="en-US" dirty="0" smtClean="0"/>
              <a:t>Errors</a:t>
            </a:r>
          </a:p>
          <a:p>
            <a:r>
              <a:rPr lang="en-US" dirty="0"/>
              <a:t>Letting the User Specify a Filename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Using </a:t>
            </a:r>
            <a:r>
              <a:rPr lang="en-US" dirty="0"/>
              <a:t>the </a:t>
            </a:r>
            <a:r>
              <a:rPr lang="en-US" dirty="0" err="1"/>
              <a:t>fstream</a:t>
            </a:r>
            <a:r>
              <a:rPr lang="en-US" dirty="0"/>
              <a:t> Data Type 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You can use </a:t>
            </a:r>
            <a:r>
              <a:rPr lang="en-US" dirty="0" err="1" smtClean="0"/>
              <a:t>fstream</a:t>
            </a:r>
            <a:r>
              <a:rPr lang="en-US" dirty="0" smtClean="0"/>
              <a:t> to create a file object for both input and output.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 define an </a:t>
            </a:r>
            <a:r>
              <a:rPr lang="en-US" dirty="0" err="1"/>
              <a:t>fstream</a:t>
            </a:r>
            <a:r>
              <a:rPr lang="en-US" dirty="0"/>
              <a:t> object just as you define objects of other data types. The following statement defines an </a:t>
            </a:r>
            <a:r>
              <a:rPr lang="en-US" dirty="0" err="1"/>
              <a:t>fstream</a:t>
            </a:r>
            <a:r>
              <a:rPr lang="en-US" dirty="0"/>
              <a:t> object named </a:t>
            </a:r>
            <a:r>
              <a:rPr lang="en-US" dirty="0" err="1"/>
              <a:t>dataFile</a:t>
            </a:r>
            <a:r>
              <a:rPr lang="en-US" dirty="0"/>
              <a:t> 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393550"/>
            <a:ext cx="8915400" cy="1054250"/>
          </a:xfrm>
        </p:spPr>
        <p:txBody>
          <a:bodyPr/>
          <a:lstStyle/>
          <a:p>
            <a:r>
              <a:rPr lang="en-US" dirty="0"/>
              <a:t>Using the </a:t>
            </a:r>
            <a:r>
              <a:rPr lang="en-US" dirty="0" err="1"/>
              <a:t>fstream</a:t>
            </a:r>
            <a:r>
              <a:rPr lang="en-US" dirty="0"/>
              <a:t> Data Type 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953000"/>
            <a:ext cx="311467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672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</a:t>
            </a:r>
            <a:r>
              <a:rPr lang="en-US" dirty="0" err="1"/>
              <a:t>fstream</a:t>
            </a:r>
            <a:r>
              <a:rPr lang="en-US" dirty="0"/>
              <a:t> object’s open function requires two arguments, however.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first argument is a string containing the </a:t>
            </a:r>
            <a:r>
              <a:rPr lang="en-US" b="1" dirty="0"/>
              <a:t>name of the file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second argument is a </a:t>
            </a:r>
            <a:r>
              <a:rPr lang="en-US" b="1" dirty="0"/>
              <a:t>file access flag </a:t>
            </a:r>
            <a:r>
              <a:rPr lang="en-US" dirty="0"/>
              <a:t>that indicates the mode in which you wish to open the file.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393550"/>
            <a:ext cx="8991600" cy="1054250"/>
          </a:xfrm>
        </p:spPr>
        <p:txBody>
          <a:bodyPr/>
          <a:lstStyle/>
          <a:p>
            <a:r>
              <a:rPr lang="en-US" dirty="0"/>
              <a:t>Using the </a:t>
            </a:r>
            <a:r>
              <a:rPr lang="en-US" dirty="0" err="1"/>
              <a:t>fstream</a:t>
            </a:r>
            <a:r>
              <a:rPr lang="en-US" dirty="0"/>
              <a:t> Data Type 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203482"/>
            <a:ext cx="7031627" cy="587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506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first argument in this function call is the name of the file, info.txt. The second argument is the file access flag </a:t>
            </a:r>
            <a:r>
              <a:rPr lang="en-US" dirty="0" err="1"/>
              <a:t>ios</a:t>
            </a:r>
            <a:r>
              <a:rPr lang="en-US" dirty="0"/>
              <a:t>::out. This tells C++ to open the file in output mode. Output mode allows data to be written to a file.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393550"/>
            <a:ext cx="8991600" cy="1054250"/>
          </a:xfrm>
        </p:spPr>
        <p:txBody>
          <a:bodyPr/>
          <a:lstStyle/>
          <a:p>
            <a:r>
              <a:rPr lang="en-US" dirty="0"/>
              <a:t>Using the </a:t>
            </a:r>
            <a:r>
              <a:rPr lang="en-US" dirty="0" err="1"/>
              <a:t>fstream</a:t>
            </a:r>
            <a:r>
              <a:rPr lang="en-US" dirty="0"/>
              <a:t> Data Type 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84082"/>
            <a:ext cx="7031627" cy="587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971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following statement uses the </a:t>
            </a:r>
            <a:r>
              <a:rPr lang="en-US" dirty="0" err="1"/>
              <a:t>ios</a:t>
            </a:r>
            <a:r>
              <a:rPr lang="en-US" dirty="0"/>
              <a:t>::in access flag to open a file in input mode, which allows data to be read from the file.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393550"/>
            <a:ext cx="8991600" cy="1054250"/>
          </a:xfrm>
        </p:spPr>
        <p:txBody>
          <a:bodyPr/>
          <a:lstStyle/>
          <a:p>
            <a:r>
              <a:rPr lang="en-US" dirty="0"/>
              <a:t>Using the </a:t>
            </a:r>
            <a:r>
              <a:rPr lang="en-US" dirty="0" err="1"/>
              <a:t>fstream</a:t>
            </a:r>
            <a:r>
              <a:rPr lang="en-US" dirty="0"/>
              <a:t> Data Type 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345" y="3586161"/>
            <a:ext cx="684085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709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393550"/>
            <a:ext cx="8991600" cy="1054250"/>
          </a:xfrm>
        </p:spPr>
        <p:txBody>
          <a:bodyPr/>
          <a:lstStyle/>
          <a:p>
            <a:r>
              <a:rPr lang="en-US" dirty="0"/>
              <a:t>Using the </a:t>
            </a:r>
            <a:r>
              <a:rPr lang="en-US" dirty="0" err="1"/>
              <a:t>fstream</a:t>
            </a:r>
            <a:r>
              <a:rPr lang="en-US" dirty="0"/>
              <a:t> Data Type 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09800"/>
            <a:ext cx="8763000" cy="4146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564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"/>
            <a:ext cx="8153400" cy="6615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506790"/>
            <a:ext cx="1866900" cy="2046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638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2969"/>
            <a:ext cx="8229600" cy="6692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143500"/>
            <a:ext cx="1975757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83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4183</TotalTime>
  <Words>240</Words>
  <Application>Microsoft Office PowerPoint</Application>
  <PresentationFormat>On-screen Show (4:3)</PresentationFormat>
  <Paragraphs>28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Hardcover</vt:lpstr>
      <vt:lpstr>Programming Fundamentals</vt:lpstr>
      <vt:lpstr>Previous Lecture</vt:lpstr>
      <vt:lpstr>Today’s Lecture</vt:lpstr>
      <vt:lpstr>Using the fstream Data Type </vt:lpstr>
      <vt:lpstr>Using the fstream Data Type </vt:lpstr>
      <vt:lpstr>Using the fstream Data Type </vt:lpstr>
      <vt:lpstr>Using the fstream Data Type </vt:lpstr>
      <vt:lpstr>Using the fstream Data Type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496</cp:revision>
  <dcterms:created xsi:type="dcterms:W3CDTF">2023-02-13T17:33:34Z</dcterms:created>
  <dcterms:modified xsi:type="dcterms:W3CDTF">2025-12-22T17:11:34Z</dcterms:modified>
</cp:coreProperties>
</file>