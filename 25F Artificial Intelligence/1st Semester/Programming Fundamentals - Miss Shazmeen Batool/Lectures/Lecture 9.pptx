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20"/>
  </p:notesMasterIdLst>
  <p:sldIdLst>
    <p:sldId id="275" r:id="rId2"/>
    <p:sldId id="276" r:id="rId3"/>
    <p:sldId id="277" r:id="rId4"/>
    <p:sldId id="279" r:id="rId5"/>
    <p:sldId id="278" r:id="rId6"/>
    <p:sldId id="311" r:id="rId7"/>
    <p:sldId id="312" r:id="rId8"/>
    <p:sldId id="281" r:id="rId9"/>
    <p:sldId id="282" r:id="rId10"/>
    <p:sldId id="283" r:id="rId11"/>
    <p:sldId id="286" r:id="rId12"/>
    <p:sldId id="284" r:id="rId13"/>
    <p:sldId id="285" r:id="rId14"/>
    <p:sldId id="288" r:id="rId15"/>
    <p:sldId id="289" r:id="rId16"/>
    <p:sldId id="290" r:id="rId17"/>
    <p:sldId id="291" r:id="rId18"/>
    <p:sldId id="29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CF3F4-0DD4-4829-B90F-37434986F336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CB7F0-DE21-4EFF-895C-2F01B68F3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Multi-way </a:t>
            </a:r>
            <a:r>
              <a:rPr lang="en-US" dirty="0"/>
              <a:t>if else</a:t>
            </a:r>
          </a:p>
          <a:p>
            <a:r>
              <a:rPr lang="en-US" dirty="0"/>
              <a:t>Nested if else </a:t>
            </a:r>
          </a:p>
          <a:p>
            <a:r>
              <a:rPr lang="en-US" dirty="0"/>
              <a:t>Logical </a:t>
            </a:r>
            <a:r>
              <a:rPr lang="en-US" dirty="0" smtClean="0"/>
              <a:t>Operators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Ternary Operator</a:t>
            </a:r>
          </a:p>
          <a:p>
            <a:r>
              <a:rPr lang="en-US" dirty="0"/>
              <a:t>Switch in C</a:t>
            </a:r>
            <a:r>
              <a:rPr lang="en-US" dirty="0" smtClean="0"/>
              <a:t>++</a:t>
            </a:r>
            <a:endParaRPr lang="en-US" dirty="0" smtClean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048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ternary operator evaluates the test condition and executes a block of code based on the result of the condition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Syntax:</a:t>
            </a:r>
          </a:p>
          <a:p>
            <a:pPr marL="914400"/>
            <a:r>
              <a:rPr lang="en-US" dirty="0"/>
              <a:t>condition ? expression1 : expression2</a:t>
            </a:r>
            <a:r>
              <a:rPr lang="en-US" dirty="0" smtClean="0"/>
              <a:t>;</a:t>
            </a:r>
          </a:p>
          <a:p>
            <a:pPr marL="548640" indent="0">
              <a:buNone/>
            </a:pPr>
            <a:endParaRPr lang="en-US" dirty="0" smtClean="0"/>
          </a:p>
          <a:p>
            <a:r>
              <a:rPr lang="en-US" dirty="0"/>
              <a:t>Here, condition is evaluated </a:t>
            </a:r>
            <a:r>
              <a:rPr lang="en-US" dirty="0" smtClean="0"/>
              <a:t>and if</a:t>
            </a:r>
            <a:r>
              <a:rPr lang="en-US" dirty="0"/>
              <a:t> condition is true, expression1 is </a:t>
            </a:r>
            <a:r>
              <a:rPr lang="en-US" dirty="0" smtClean="0"/>
              <a:t>executed.</a:t>
            </a:r>
            <a:br>
              <a:rPr lang="en-US" dirty="0" smtClean="0"/>
            </a:br>
            <a:r>
              <a:rPr lang="en-US" dirty="0" smtClean="0"/>
              <a:t>And</a:t>
            </a:r>
            <a:r>
              <a:rPr lang="en-US" dirty="0"/>
              <a:t>, if condition is false, expression2 is executed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ternary operator takes </a:t>
            </a:r>
            <a:r>
              <a:rPr lang="en-US" b="1" dirty="0"/>
              <a:t>3 operands</a:t>
            </a:r>
            <a:r>
              <a:rPr lang="en-US" dirty="0"/>
              <a:t> (condition, expression1 and expression2</a:t>
            </a:r>
            <a:r>
              <a:rPr lang="en-US" dirty="0" smtClean="0"/>
              <a:t>). Hence</a:t>
            </a:r>
            <a:r>
              <a:rPr lang="en-US" dirty="0"/>
              <a:t>, the name </a:t>
            </a:r>
            <a:r>
              <a:rPr lang="en-US" b="1" dirty="0"/>
              <a:t>ternary operator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Ternary Operator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83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above code can be written as follows using ternary </a:t>
            </a:r>
            <a:r>
              <a:rPr lang="en-US" dirty="0" smtClean="0"/>
              <a:t>operators.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Ternary Operator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286000"/>
            <a:ext cx="2194084" cy="2489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113" y="5810250"/>
            <a:ext cx="391731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524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Ask </a:t>
            </a:r>
            <a:r>
              <a:rPr lang="en-US" b="1" dirty="0"/>
              <a:t>user to enter two numbers assign greater number to </a:t>
            </a:r>
            <a:r>
              <a:rPr lang="en-US" b="1" dirty="0" smtClean="0"/>
              <a:t>max </a:t>
            </a:r>
            <a:endParaRPr lang="en-US" b="1" dirty="0" smtClean="0"/>
          </a:p>
          <a:p>
            <a:pPr algn="just"/>
            <a:endParaRPr lang="en-US" b="1" dirty="0"/>
          </a:p>
          <a:p>
            <a:pPr marL="0" indent="0" algn="ctr">
              <a:buNone/>
            </a:pPr>
            <a:r>
              <a:rPr lang="en-US" b="1" dirty="0" smtClean="0"/>
              <a:t>max </a:t>
            </a:r>
            <a:r>
              <a:rPr lang="en-US" b="1" dirty="0" smtClean="0"/>
              <a:t>= num1 &gt; num2 ? num1 : num2; 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26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2" y="228600"/>
            <a:ext cx="606781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63908" y="609600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</a:t>
            </a:r>
            <a:endParaRPr lang="en-US" sz="20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440" y="1048738"/>
            <a:ext cx="2944001" cy="972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692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133600"/>
            <a:ext cx="7745505" cy="3877815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Ask user to enter a number find if it is even or odd using ternary </a:t>
            </a:r>
            <a:r>
              <a:rPr lang="en-US" b="1" dirty="0" smtClean="0"/>
              <a:t>operators.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47533" y="5010090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</a:t>
            </a:r>
            <a:endParaRPr lang="en-US" sz="20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1" y="3052763"/>
            <a:ext cx="5490212" cy="3805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486400"/>
            <a:ext cx="2651555" cy="738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095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switch statement executes statements based on the value of a variable or an expression.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/>
              <a:t>The switch selection statement is called a multiple-selection statement because it selects among many different actions (or groups of actions</a:t>
            </a:r>
            <a:r>
              <a:rPr lang="en-US" dirty="0" smtClean="0"/>
              <a:t>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</a:t>
            </a:r>
            <a:r>
              <a:rPr lang="en-US" dirty="0" smtClean="0"/>
              <a:t>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8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Syntax</a:t>
            </a:r>
            <a:endParaRPr lang="en-US" b="1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</a:t>
            </a:r>
            <a:r>
              <a:rPr lang="en-US" dirty="0" smtClean="0"/>
              <a:t>Statement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19400"/>
            <a:ext cx="5509092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28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066" y="190098"/>
            <a:ext cx="3717534" cy="6515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176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2095947"/>
            <a:ext cx="8839200" cy="4457253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The switch statement observes the following rules: </a:t>
            </a:r>
            <a:endParaRPr lang="en-US" sz="2000" dirty="0" smtClean="0"/>
          </a:p>
          <a:p>
            <a:pPr marL="800100" indent="-342900" algn="just"/>
            <a:r>
              <a:rPr lang="en-US" sz="2000" dirty="0" smtClean="0"/>
              <a:t>The </a:t>
            </a:r>
            <a:r>
              <a:rPr lang="en-US" sz="2000" dirty="0"/>
              <a:t>switch-expression must yield an integral value and always be enclosed in </a:t>
            </a:r>
            <a:r>
              <a:rPr lang="en-US" sz="2000" dirty="0" smtClean="0"/>
              <a:t>parentheses.</a:t>
            </a:r>
          </a:p>
          <a:p>
            <a:pPr marL="800100" indent="-342900" algn="just"/>
            <a:r>
              <a:rPr lang="en-US" sz="2000" dirty="0" smtClean="0"/>
              <a:t>The </a:t>
            </a:r>
            <a:r>
              <a:rPr lang="en-US" sz="2000" dirty="0"/>
              <a:t>value1, . . . , and value N are integral constant </a:t>
            </a:r>
            <a:r>
              <a:rPr lang="en-US" sz="2000" dirty="0" smtClean="0"/>
              <a:t>expressions, meaning that they cannot contain variables, such as 1 + x. </a:t>
            </a:r>
            <a:r>
              <a:rPr lang="en-US" sz="2000" dirty="0"/>
              <a:t>These values are integers and cannot be floating-point values. </a:t>
            </a:r>
            <a:endParaRPr lang="en-US" sz="2000" dirty="0" smtClean="0"/>
          </a:p>
          <a:p>
            <a:pPr marL="800100" indent="-342900" algn="just"/>
            <a:r>
              <a:rPr lang="en-US" sz="2000" dirty="0" smtClean="0"/>
              <a:t>When </a:t>
            </a:r>
            <a:r>
              <a:rPr lang="en-US" sz="2000" dirty="0"/>
              <a:t>the value in a case statement matches the value of the switch-expression, the statements starting from this case are executed until either a break statement or the end of the switch statement is reached. </a:t>
            </a:r>
            <a:endParaRPr lang="en-US" sz="2000" dirty="0" smtClean="0"/>
          </a:p>
          <a:p>
            <a:pPr marL="800100" indent="-342900" algn="just"/>
            <a:r>
              <a:rPr lang="en-US" sz="2000" dirty="0" smtClean="0"/>
              <a:t>The </a:t>
            </a:r>
            <a:r>
              <a:rPr lang="en-US" sz="2000" dirty="0"/>
              <a:t>default case, which is optional, can be used to perform actions when none of the specified cases matches the switch-expression. </a:t>
            </a:r>
            <a:endParaRPr lang="en-US" sz="2000" dirty="0" smtClean="0"/>
          </a:p>
          <a:p>
            <a:pPr marL="800100" indent="-342900" algn="just"/>
            <a:r>
              <a:rPr lang="en-US" sz="2000" dirty="0" smtClean="0"/>
              <a:t>The </a:t>
            </a:r>
            <a:r>
              <a:rPr lang="en-US" sz="2000" dirty="0"/>
              <a:t>keyword break is optional. The break statement immediately ends the switch statement.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59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/>
          <p:cNvSpPr txBox="1">
            <a:spLocks/>
          </p:cNvSpPr>
          <p:nvPr/>
        </p:nvSpPr>
        <p:spPr>
          <a:xfrm rot="16200000">
            <a:off x="-2970007" y="2741406"/>
            <a:ext cx="7756263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293" y="0"/>
            <a:ext cx="3484908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029200"/>
            <a:ext cx="3274828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074" y="3499363"/>
            <a:ext cx="2480386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781800" y="3037698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0428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break what will </a:t>
            </a:r>
            <a:r>
              <a:rPr lang="en-US" dirty="0" smtClean="0"/>
              <a:t>happen:</a:t>
            </a:r>
          </a:p>
          <a:p>
            <a:pPr marL="800100" indent="-342900" algn="just"/>
            <a:r>
              <a:rPr lang="en-US" dirty="0"/>
              <a:t>Do not forget to use a break statement when necessary. Once a case is matched, the statements starting from the matched case are executed until a break statement or the end of the switch statement is reached. This is called fall-through </a:t>
            </a:r>
            <a:r>
              <a:rPr lang="en-US" dirty="0" smtClean="0"/>
              <a:t>behavior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99" y="228600"/>
            <a:ext cx="4438601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387" y="5176434"/>
            <a:ext cx="2908485" cy="85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05471" y="4724400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 rot="16200000">
            <a:off x="-2652312" y="2928500"/>
            <a:ext cx="6715256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What is the output?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57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Write </a:t>
            </a:r>
            <a:r>
              <a:rPr lang="en-US" b="1" dirty="0"/>
              <a:t>a C++ program to check whether a character is vowel or consonant</a:t>
            </a:r>
            <a:r>
              <a:rPr lang="en-US" b="1" dirty="0" smtClean="0"/>
              <a:t>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5806"/>
            <a:ext cx="3276600" cy="501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67" y="265806"/>
            <a:ext cx="3059088" cy="3848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862" y="5819924"/>
            <a:ext cx="258493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76400" y="5358259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937" y="5765353"/>
            <a:ext cx="2948508" cy="794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72200" y="5159078"/>
            <a:ext cx="99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Issue: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54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3848"/>
            <a:ext cx="3505200" cy="486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9" y="213849"/>
            <a:ext cx="2845573" cy="4869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6629400"/>
            <a:ext cx="1679331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183" y="5838825"/>
            <a:ext cx="2825574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47669" y="5315645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0204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1070</TotalTime>
  <Words>376</Words>
  <Application>Microsoft Office PowerPoint</Application>
  <PresentationFormat>On-screen Show (4:3)</PresentationFormat>
  <Paragraphs>63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Hardcover</vt:lpstr>
      <vt:lpstr>Programming Fundamentals</vt:lpstr>
      <vt:lpstr>Previous Lecture</vt:lpstr>
      <vt:lpstr>Today’s Lecture</vt:lpstr>
      <vt:lpstr>Ternary Operator</vt:lpstr>
      <vt:lpstr>Ternary Operator</vt:lpstr>
      <vt:lpstr>Activity</vt:lpstr>
      <vt:lpstr>PowerPoint Presentation</vt:lpstr>
      <vt:lpstr>Activity</vt:lpstr>
      <vt:lpstr>Switch Statement</vt:lpstr>
      <vt:lpstr>Switch Statement</vt:lpstr>
      <vt:lpstr>PowerPoint Presentation</vt:lpstr>
      <vt:lpstr>Switch Statement</vt:lpstr>
      <vt:lpstr>PowerPoint Presentation</vt:lpstr>
      <vt:lpstr>Switch Statement</vt:lpstr>
      <vt:lpstr>PowerPoint Presentation</vt:lpstr>
      <vt:lpstr>Activity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97</cp:revision>
  <dcterms:created xsi:type="dcterms:W3CDTF">2023-02-13T17:33:34Z</dcterms:created>
  <dcterms:modified xsi:type="dcterms:W3CDTF">2025-10-06T18:54:26Z</dcterms:modified>
</cp:coreProperties>
</file>