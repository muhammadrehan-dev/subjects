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notesMasterIdLst>
    <p:notesMasterId r:id="rId25"/>
  </p:notesMasterIdLst>
  <p:sldIdLst>
    <p:sldId id="275" r:id="rId2"/>
    <p:sldId id="276" r:id="rId3"/>
    <p:sldId id="277" r:id="rId4"/>
    <p:sldId id="278" r:id="rId5"/>
    <p:sldId id="304" r:id="rId6"/>
    <p:sldId id="305" r:id="rId7"/>
    <p:sldId id="306" r:id="rId8"/>
    <p:sldId id="307" r:id="rId9"/>
    <p:sldId id="303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28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68638-8D4C-4224-86C6-C1F65257DA5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47110-DE54-4872-A5AE-CA21AC8F8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String</a:t>
            </a:r>
          </a:p>
          <a:p>
            <a:r>
              <a:rPr lang="en-US" dirty="0" smtClean="0"/>
              <a:t>C-String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Introductions to Pointers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address operator</a:t>
            </a:r>
            <a:r>
              <a:rPr lang="en-US" dirty="0"/>
              <a:t> (&amp;) returns the memory address of a variable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Every variable is allocated a section of memory large enough to hold a value of the variable’s data type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On a PC, for instance, it’s common for </a:t>
            </a:r>
            <a:r>
              <a:rPr lang="en-US" b="1" dirty="0"/>
              <a:t>one byte </a:t>
            </a:r>
            <a:r>
              <a:rPr lang="en-US" dirty="0"/>
              <a:t>to be allocated for chars, </a:t>
            </a:r>
            <a:r>
              <a:rPr lang="en-US" b="1" dirty="0"/>
              <a:t>two bytes </a:t>
            </a:r>
            <a:r>
              <a:rPr lang="en-US" dirty="0"/>
              <a:t>for shorts, </a:t>
            </a:r>
            <a:r>
              <a:rPr lang="en-US" b="1" dirty="0"/>
              <a:t>four bytes </a:t>
            </a:r>
            <a:r>
              <a:rPr lang="en-US" dirty="0"/>
              <a:t>for </a:t>
            </a:r>
            <a:r>
              <a:rPr lang="en-US" dirty="0" err="1"/>
              <a:t>ints</a:t>
            </a:r>
            <a:r>
              <a:rPr lang="en-US" dirty="0"/>
              <a:t>, longs, and floats, and </a:t>
            </a:r>
            <a:r>
              <a:rPr lang="en-US" b="1" dirty="0"/>
              <a:t>eight bytes </a:t>
            </a:r>
            <a:r>
              <a:rPr lang="en-US" dirty="0"/>
              <a:t>for doubles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/>
              <a:t>Getting the Address of a </a:t>
            </a:r>
            <a:r>
              <a:rPr lang="en-US" dirty="0" smtClean="0"/>
              <a:t>Variable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7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Each byte of memory has a </a:t>
            </a:r>
            <a:r>
              <a:rPr lang="en-US" b="1" dirty="0"/>
              <a:t>unique address</a:t>
            </a:r>
            <a:r>
              <a:rPr lang="en-US" dirty="0"/>
              <a:t>. A </a:t>
            </a:r>
            <a:r>
              <a:rPr lang="en-US" b="1" dirty="0"/>
              <a:t>variable’s address </a:t>
            </a:r>
            <a:r>
              <a:rPr lang="en-US" dirty="0"/>
              <a:t>is the address of the first byte allocated to that </a:t>
            </a:r>
            <a:r>
              <a:rPr lang="en-US" dirty="0" smtClean="0"/>
              <a:t>variable.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/>
              <a:t>Suppose the following variables are defined in a program: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/>
              <a:t>Getting the Address of a </a:t>
            </a:r>
            <a:r>
              <a:rPr lang="en-US" dirty="0" smtClean="0"/>
              <a:t>Variable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648200"/>
            <a:ext cx="2388578" cy="114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79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Figure </a:t>
            </a:r>
            <a:r>
              <a:rPr lang="en-US" dirty="0" smtClean="0"/>
              <a:t>below illustrates </a:t>
            </a:r>
            <a:r>
              <a:rPr lang="en-US" dirty="0"/>
              <a:t>how they might be arranged in memory and shows their addresses.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/>
              <a:t>Getting the Address of a </a:t>
            </a:r>
            <a:r>
              <a:rPr lang="en-US" dirty="0" smtClean="0"/>
              <a:t>Variable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275428"/>
            <a:ext cx="7646551" cy="1601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5408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Getting the address of a variable is accomplished with an operator in C++. When the address operator ( &amp;) is placed in front of a variable name, it returns the address of that variable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Here </a:t>
            </a:r>
            <a:r>
              <a:rPr lang="en-US" dirty="0"/>
              <a:t>is a </a:t>
            </a:r>
            <a:r>
              <a:rPr lang="en-US" dirty="0" smtClean="0"/>
              <a:t>statement </a:t>
            </a:r>
            <a:r>
              <a:rPr lang="en-US" dirty="0"/>
              <a:t>that displays </a:t>
            </a:r>
            <a:r>
              <a:rPr lang="en-US" dirty="0" smtClean="0"/>
              <a:t>the variable amount’s </a:t>
            </a:r>
            <a:r>
              <a:rPr lang="en-US" dirty="0"/>
              <a:t>address on the screen: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/>
              <a:t>Getting the Address of a </a:t>
            </a:r>
            <a:r>
              <a:rPr lang="en-US" dirty="0" smtClean="0"/>
              <a:t>Variable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743450"/>
            <a:ext cx="306773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58000" y="55626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1203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4847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8991600" cy="1054100"/>
          </a:xfrm>
        </p:spPr>
        <p:txBody>
          <a:bodyPr/>
          <a:lstStyle/>
          <a:p>
            <a:pPr algn="just"/>
            <a:r>
              <a:rPr lang="en-US" sz="2400" b="1" dirty="0" smtClean="0"/>
              <a:t>Following program demonstrates </a:t>
            </a:r>
            <a:r>
              <a:rPr lang="en-US" sz="2400" b="1" dirty="0"/>
              <a:t>the use of the address operator to display the address, size, and contents of a variable.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8610600" cy="4226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257" y="1524000"/>
            <a:ext cx="4611103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8600" y="5678269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/>
              <a:t>The address of the variable x is displayed in hexadecimal. This is the way addresses are normally shown in C++. </a:t>
            </a:r>
          </a:p>
        </p:txBody>
      </p:sp>
    </p:spTree>
    <p:extLst>
      <p:ext uri="{BB962C8B-B14F-4D97-AF65-F5344CB8AC3E}">
        <p14:creationId xmlns:p14="http://schemas.microsoft.com/office/powerpoint/2010/main" val="258305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Pointer variables</a:t>
            </a:r>
            <a:r>
              <a:rPr lang="en-US" dirty="0"/>
              <a:t>, which are often just called pointers, are designed to hold memory addresses. With pointer variables you can indirectly manipulate data stored in other variables. </a:t>
            </a:r>
          </a:p>
          <a:p>
            <a:pPr algn="just"/>
            <a:r>
              <a:rPr lang="en-US" dirty="0"/>
              <a:t>This should give you a clue as to why it is called a pointer: It “points” to some piece of data that is stored in the computer’s memory. Pointer variables also allow you to work with the data that they point to. </a:t>
            </a:r>
            <a:endParaRPr lang="en-US" dirty="0" smtClean="0"/>
          </a:p>
          <a:p>
            <a:pPr algn="just"/>
            <a:r>
              <a:rPr lang="en-US" dirty="0"/>
              <a:t>Pointer variables are also known as pointers. You can use a pointer to reference the address of an array, an object, or any variable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533400"/>
            <a:ext cx="7756263" cy="1054250"/>
          </a:xfrm>
        </p:spPr>
        <p:txBody>
          <a:bodyPr/>
          <a:lstStyle/>
          <a:p>
            <a:r>
              <a:rPr lang="en-US" dirty="0"/>
              <a:t>Pointer </a:t>
            </a:r>
            <a:r>
              <a:rPr lang="en-US" dirty="0" smtClean="0"/>
              <a:t>Variables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4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definition of a pointer variable looks pretty much like any other definition. </a:t>
            </a:r>
            <a:endParaRPr lang="en-US" dirty="0" smtClean="0"/>
          </a:p>
          <a:p>
            <a:pPr algn="just"/>
            <a:r>
              <a:rPr lang="en-US" dirty="0" smtClean="0"/>
              <a:t>Here </a:t>
            </a:r>
            <a:r>
              <a:rPr lang="en-US" dirty="0"/>
              <a:t>is an example</a:t>
            </a:r>
            <a:r>
              <a:rPr lang="en-US" dirty="0" smtClean="0"/>
              <a:t>: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asterisk in front of the variable name indicates that </a:t>
            </a:r>
            <a:r>
              <a:rPr lang="en-US" dirty="0" err="1"/>
              <a:t>ptr</a:t>
            </a:r>
            <a:r>
              <a:rPr lang="en-US" dirty="0"/>
              <a:t> is a pointer variable. The </a:t>
            </a:r>
            <a:r>
              <a:rPr lang="en-US" dirty="0" err="1"/>
              <a:t>int</a:t>
            </a:r>
            <a:r>
              <a:rPr lang="en-US" dirty="0"/>
              <a:t> data type indicates that </a:t>
            </a:r>
            <a:r>
              <a:rPr lang="en-US" dirty="0" err="1"/>
              <a:t>ptr</a:t>
            </a:r>
            <a:r>
              <a:rPr lang="en-US" dirty="0"/>
              <a:t> can be used to hold the address of an integer variable. The definition statement above would read “ </a:t>
            </a:r>
            <a:r>
              <a:rPr lang="en-US" dirty="0" err="1"/>
              <a:t>ptr</a:t>
            </a:r>
            <a:r>
              <a:rPr lang="en-US" dirty="0"/>
              <a:t> is a pointer to an int.”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Creating and Using Pointer Variables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592258"/>
            <a:ext cx="2336337" cy="674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343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Some programmers prefer to define pointers with the asterisk next to the type name, rather than the variable name. </a:t>
            </a: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example, the previous definition shown above could be written as: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style of definition might visually reinforce the fact that </a:t>
            </a:r>
            <a:r>
              <a:rPr lang="en-US" dirty="0" err="1"/>
              <a:t>ptr’s</a:t>
            </a:r>
            <a:r>
              <a:rPr lang="en-US" dirty="0"/>
              <a:t> data type is not </a:t>
            </a:r>
            <a:r>
              <a:rPr lang="en-US" dirty="0" err="1"/>
              <a:t>int</a:t>
            </a:r>
            <a:r>
              <a:rPr lang="en-US" dirty="0"/>
              <a:t>, but pointer-to- int. Both definition styles are correct.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Creating and Using Pointer Variables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08" y="4343400"/>
            <a:ext cx="2165691" cy="541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020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It is never a good idea to define a pointer variable without initializing it with a valid memory address. </a:t>
            </a:r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you inadvertently use an uninitialized pointer variable, you will be affecting some unknown location in memory. </a:t>
            </a: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that reason, it is a good idea to initialize pointer variables with the special value </a:t>
            </a:r>
            <a:r>
              <a:rPr lang="en-US" dirty="0" err="1"/>
              <a:t>nullptr</a:t>
            </a:r>
            <a:r>
              <a:rPr lang="en-US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Creating and Using Pointer Variables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181600"/>
            <a:ext cx="2905126" cy="473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624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C++ 11, the </a:t>
            </a:r>
            <a:r>
              <a:rPr lang="en-US" dirty="0" err="1"/>
              <a:t>nullptr</a:t>
            </a:r>
            <a:r>
              <a:rPr lang="en-US" dirty="0"/>
              <a:t> key word was introduced to represent the address 0. So, assigning </a:t>
            </a:r>
            <a:r>
              <a:rPr lang="en-US" dirty="0" err="1"/>
              <a:t>nullptr</a:t>
            </a:r>
            <a:r>
              <a:rPr lang="en-US" dirty="0"/>
              <a:t> to a pointer variable makes the variable point to the address 0. When a pointer is set to the address 0, it is referred to as a null pointer because it points to “nothing.” </a:t>
            </a:r>
            <a:endParaRPr lang="en-US" dirty="0" smtClean="0"/>
          </a:p>
          <a:p>
            <a:pPr algn="just"/>
            <a:r>
              <a:rPr lang="en-US" dirty="0"/>
              <a:t>If you are using an older compiler that does not support the C++ 11 standard, you should initialize pointers with the integer 0, or the value NULL. The value NULL is defined in the </a:t>
            </a:r>
            <a:r>
              <a:rPr lang="en-US" dirty="0" err="1"/>
              <a:t>iostream</a:t>
            </a:r>
            <a:r>
              <a:rPr lang="en-US" dirty="0"/>
              <a:t> header file (as well as other header files) to represent the value 0.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Creating and Using Pointer Variables </a:t>
            </a:r>
          </a:p>
        </p:txBody>
      </p:sp>
    </p:spTree>
    <p:extLst>
      <p:ext uri="{BB962C8B-B14F-4D97-AF65-F5344CB8AC3E}">
        <p14:creationId xmlns:p14="http://schemas.microsoft.com/office/powerpoint/2010/main" val="257109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749549" y="2901950"/>
            <a:ext cx="6705600" cy="10541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8600"/>
            <a:ext cx="726769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6745" y="4876800"/>
            <a:ext cx="404385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268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 x</a:t>
            </a:r>
            <a:r>
              <a:rPr lang="en-US" dirty="0" smtClean="0"/>
              <a:t> </a:t>
            </a:r>
            <a:r>
              <a:rPr lang="en-US" dirty="0"/>
              <a:t>= 5</a:t>
            </a:r>
            <a:r>
              <a:rPr lang="en-US" dirty="0" smtClean="0"/>
              <a:t>;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/>
              <a:t>i</a:t>
            </a:r>
            <a:r>
              <a:rPr lang="en-US" dirty="0" err="1" smtClean="0"/>
              <a:t>nt</a:t>
            </a:r>
            <a:r>
              <a:rPr lang="en-US" dirty="0" smtClean="0"/>
              <a:t> *</a:t>
            </a:r>
            <a:r>
              <a:rPr lang="en-US" dirty="0" err="1" smtClean="0"/>
              <a:t>ptr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&amp;x;</a:t>
            </a:r>
          </a:p>
          <a:p>
            <a:r>
              <a:rPr lang="en-US" dirty="0" smtClean="0"/>
              <a:t>After </a:t>
            </a:r>
            <a:r>
              <a:rPr lang="en-US" dirty="0"/>
              <a:t>this statement </a:t>
            </a:r>
            <a:r>
              <a:rPr lang="en-US" dirty="0" err="1" smtClean="0"/>
              <a:t>ptr</a:t>
            </a:r>
            <a:r>
              <a:rPr lang="en-US" dirty="0" smtClean="0"/>
              <a:t> </a:t>
            </a:r>
            <a:r>
              <a:rPr lang="en-US" dirty="0"/>
              <a:t>will store 0x1 in it.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105400"/>
            <a:ext cx="4775791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775697"/>
            <a:ext cx="2714625" cy="958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67000" y="3124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x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2133600" y="5105400"/>
            <a:ext cx="10668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05365" y="5486400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ptr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227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real benefit of pointers is that they allow you to indirectly access and modify the variable being pointed to.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is done with the indirection operator, which is an asterisk (*). </a:t>
            </a:r>
            <a:endParaRPr lang="en-US" dirty="0" smtClean="0"/>
          </a:p>
          <a:p>
            <a:pPr algn="just"/>
            <a:r>
              <a:rPr lang="en-US" dirty="0" smtClean="0"/>
              <a:t>When </a:t>
            </a:r>
            <a:r>
              <a:rPr lang="en-US" dirty="0"/>
              <a:t>the indirection operator is placed in front of a pointer variable name, it dereferences the pointer. </a:t>
            </a:r>
            <a:endParaRPr lang="en-US" dirty="0" smtClean="0"/>
          </a:p>
          <a:p>
            <a:pPr algn="just"/>
            <a:r>
              <a:rPr lang="en-US" dirty="0" smtClean="0"/>
              <a:t>When </a:t>
            </a:r>
            <a:r>
              <a:rPr lang="en-US" dirty="0"/>
              <a:t>you are working with a dereferenced pointer, you are actually working with the value the pointer is pointing to.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Creating and Using Pointer Variables </a:t>
            </a:r>
          </a:p>
        </p:txBody>
      </p:sp>
    </p:spTree>
    <p:extLst>
      <p:ext uri="{BB962C8B-B14F-4D97-AF65-F5344CB8AC3E}">
        <p14:creationId xmlns:p14="http://schemas.microsoft.com/office/powerpoint/2010/main" val="8793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 rot="16200000">
            <a:off x="-2673274" y="2901875"/>
            <a:ext cx="6553200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mtClean="0"/>
              <a:t>Example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633" y="152400"/>
            <a:ext cx="7215567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010" y="762000"/>
            <a:ext cx="428539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331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Take a closer look at the </a:t>
            </a:r>
            <a:r>
              <a:rPr lang="en-US" dirty="0" smtClean="0"/>
              <a:t>statement:</a:t>
            </a:r>
          </a:p>
          <a:p>
            <a:pPr marL="0" indent="0" algn="ctr">
              <a:buNone/>
            </a:pPr>
            <a:r>
              <a:rPr lang="en-US" b="1" dirty="0" err="1"/>
              <a:t>ptr</a:t>
            </a:r>
            <a:r>
              <a:rPr lang="en-US" b="1" dirty="0"/>
              <a:t> = &amp;x</a:t>
            </a:r>
            <a:r>
              <a:rPr lang="en-US" b="1" dirty="0" smtClean="0"/>
              <a:t>;</a:t>
            </a:r>
          </a:p>
          <a:p>
            <a:pPr algn="just"/>
            <a:r>
              <a:rPr lang="en-US" dirty="0"/>
              <a:t>This statement assigns the address of the x variable to the </a:t>
            </a:r>
            <a:r>
              <a:rPr lang="en-US" dirty="0" err="1"/>
              <a:t>ptr</a:t>
            </a:r>
            <a:r>
              <a:rPr lang="en-US" dirty="0"/>
              <a:t> variable. Now look </a:t>
            </a:r>
            <a:r>
              <a:rPr lang="en-US" dirty="0" smtClean="0"/>
              <a:t>at another statement:</a:t>
            </a:r>
          </a:p>
          <a:p>
            <a:pPr marL="0" indent="0" algn="ctr">
              <a:buNone/>
            </a:pPr>
            <a:r>
              <a:rPr lang="en-US" b="1" dirty="0" err="1"/>
              <a:t>cout</a:t>
            </a:r>
            <a:r>
              <a:rPr lang="en-US" b="1" dirty="0"/>
              <a:t> &lt;&lt; *</a:t>
            </a:r>
            <a:r>
              <a:rPr lang="en-US" b="1" dirty="0" err="1"/>
              <a:t>ptr</a:t>
            </a:r>
            <a:r>
              <a:rPr lang="en-US" b="1" dirty="0"/>
              <a:t> &lt;&lt; </a:t>
            </a:r>
            <a:r>
              <a:rPr lang="en-US" b="1" dirty="0" err="1"/>
              <a:t>endl</a:t>
            </a:r>
            <a:r>
              <a:rPr lang="en-US" b="1" dirty="0" smtClean="0"/>
              <a:t>;</a:t>
            </a:r>
          </a:p>
          <a:p>
            <a:pPr algn="just"/>
            <a:r>
              <a:rPr lang="en-US" dirty="0"/>
              <a:t>When you apply the indirection operator ( *) to a pointer variable, you are working, not with the pointer variable itself, but with the item it points to. Because this statement sends the expression *</a:t>
            </a:r>
            <a:r>
              <a:rPr lang="en-US" dirty="0" err="1"/>
              <a:t>ptr</a:t>
            </a:r>
            <a:r>
              <a:rPr lang="en-US" dirty="0"/>
              <a:t> to the </a:t>
            </a:r>
            <a:r>
              <a:rPr lang="en-US" dirty="0" err="1"/>
              <a:t>cout</a:t>
            </a:r>
            <a:r>
              <a:rPr lang="en-US" dirty="0"/>
              <a:t> object, it does not display the value in </a:t>
            </a:r>
            <a:r>
              <a:rPr lang="en-US" dirty="0" err="1"/>
              <a:t>ptr</a:t>
            </a:r>
            <a:r>
              <a:rPr lang="en-US" dirty="0"/>
              <a:t>, but the value that </a:t>
            </a:r>
            <a:r>
              <a:rPr lang="en-US" dirty="0" err="1"/>
              <a:t>ptr</a:t>
            </a:r>
            <a:r>
              <a:rPr lang="en-US" dirty="0"/>
              <a:t> points to. Since </a:t>
            </a:r>
            <a:r>
              <a:rPr lang="en-US" dirty="0" err="1"/>
              <a:t>ptr</a:t>
            </a:r>
            <a:r>
              <a:rPr lang="en-US" dirty="0"/>
              <a:t> points to the x variable, this statement displays the contents of the x variable.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Creating and Using Pointer Variables </a:t>
            </a:r>
          </a:p>
        </p:txBody>
      </p:sp>
    </p:spTree>
    <p:extLst>
      <p:ext uri="{BB962C8B-B14F-4D97-AF65-F5344CB8AC3E}">
        <p14:creationId xmlns:p14="http://schemas.microsoft.com/office/powerpoint/2010/main" val="93595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Suppose the statement did not use the indirection operator. </a:t>
            </a:r>
            <a:endParaRPr lang="en-US" dirty="0" smtClean="0"/>
          </a:p>
          <a:p>
            <a:pPr algn="just"/>
            <a:r>
              <a:rPr lang="en-US" dirty="0" smtClean="0"/>
              <a:t>Suppose </a:t>
            </a:r>
            <a:r>
              <a:rPr lang="en-US" dirty="0"/>
              <a:t>that statement had been written as</a:t>
            </a:r>
            <a:r>
              <a:rPr lang="en-US" dirty="0" smtClean="0"/>
              <a:t>:</a:t>
            </a:r>
          </a:p>
          <a:p>
            <a:pPr marL="0" indent="0" algn="ctr">
              <a:buNone/>
            </a:pPr>
            <a:r>
              <a:rPr lang="en-US" b="1" dirty="0" err="1"/>
              <a:t>cout</a:t>
            </a:r>
            <a:r>
              <a:rPr lang="en-US" b="1" dirty="0"/>
              <a:t> &lt;&lt; </a:t>
            </a:r>
            <a:r>
              <a:rPr lang="en-US" b="1" dirty="0" err="1"/>
              <a:t>ptr</a:t>
            </a:r>
            <a:r>
              <a:rPr lang="en-US" b="1" dirty="0"/>
              <a:t> &lt;&lt; </a:t>
            </a:r>
            <a:r>
              <a:rPr lang="en-US" b="1" dirty="0" err="1"/>
              <a:t>endl</a:t>
            </a:r>
            <a:r>
              <a:rPr lang="en-US" b="1" dirty="0" smtClean="0"/>
              <a:t>;</a:t>
            </a:r>
          </a:p>
          <a:p>
            <a:pPr algn="just"/>
            <a:r>
              <a:rPr lang="en-US" dirty="0"/>
              <a:t>Because the indirection operator is not applied to </a:t>
            </a:r>
            <a:r>
              <a:rPr lang="en-US" dirty="0" err="1"/>
              <a:t>ptr</a:t>
            </a:r>
            <a:r>
              <a:rPr lang="en-US" dirty="0"/>
              <a:t> in this statement, it works directly with the </a:t>
            </a:r>
            <a:r>
              <a:rPr lang="en-US" dirty="0" err="1"/>
              <a:t>ptr</a:t>
            </a:r>
            <a:r>
              <a:rPr lang="en-US" dirty="0"/>
              <a:t> variable. This statement would display the address that is stored in </a:t>
            </a:r>
            <a:r>
              <a:rPr lang="en-US" dirty="0" err="1"/>
              <a:t>ptr</a:t>
            </a:r>
            <a:r>
              <a:rPr lang="en-US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Creating and Using Pointer Variables </a:t>
            </a:r>
          </a:p>
        </p:txBody>
      </p:sp>
    </p:spTree>
    <p:extLst>
      <p:ext uri="{BB962C8B-B14F-4D97-AF65-F5344CB8AC3E}">
        <p14:creationId xmlns:p14="http://schemas.microsoft.com/office/powerpoint/2010/main" val="251661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133600"/>
            <a:ext cx="8305799" cy="46481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Now take a look at the following </a:t>
            </a:r>
            <a:r>
              <a:rPr lang="en-US" dirty="0" smtClean="0"/>
              <a:t>statement:</a:t>
            </a:r>
          </a:p>
          <a:p>
            <a:pPr marL="0" indent="0" algn="ctr">
              <a:buNone/>
            </a:pPr>
            <a:r>
              <a:rPr lang="en-US" b="1" dirty="0"/>
              <a:t>*</a:t>
            </a:r>
            <a:r>
              <a:rPr lang="en-US" b="1" dirty="0" err="1"/>
              <a:t>ptr</a:t>
            </a:r>
            <a:r>
              <a:rPr lang="en-US" b="1" dirty="0"/>
              <a:t> = 100</a:t>
            </a:r>
            <a:r>
              <a:rPr lang="en-US" b="1" dirty="0" smtClean="0"/>
              <a:t>;</a:t>
            </a:r>
          </a:p>
          <a:p>
            <a:pPr algn="just"/>
            <a:r>
              <a:rPr lang="en-US" dirty="0"/>
              <a:t>Notice the indirection operator being used with </a:t>
            </a:r>
            <a:r>
              <a:rPr lang="en-US" dirty="0" err="1"/>
              <a:t>ptr</a:t>
            </a:r>
            <a:r>
              <a:rPr lang="en-US" dirty="0"/>
              <a:t>. That means the statement is not affecting </a:t>
            </a:r>
            <a:r>
              <a:rPr lang="en-US" dirty="0" err="1"/>
              <a:t>ptr</a:t>
            </a:r>
            <a:r>
              <a:rPr lang="en-US" dirty="0"/>
              <a:t>, but the item that </a:t>
            </a:r>
            <a:r>
              <a:rPr lang="en-US" dirty="0" err="1"/>
              <a:t>ptr</a:t>
            </a:r>
            <a:r>
              <a:rPr lang="en-US" dirty="0"/>
              <a:t> points to. This statement assigns 100 to the item </a:t>
            </a:r>
            <a:r>
              <a:rPr lang="en-US" dirty="0" err="1"/>
              <a:t>ptr</a:t>
            </a:r>
            <a:r>
              <a:rPr lang="en-US" dirty="0"/>
              <a:t> points to, which is the x variable. After this statement executes, 100 will be stored in the x variable.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dirty="0"/>
              <a:t>Creating and Using Pointer Variables </a:t>
            </a:r>
          </a:p>
        </p:txBody>
      </p:sp>
    </p:spTree>
    <p:extLst>
      <p:ext uri="{BB962C8B-B14F-4D97-AF65-F5344CB8AC3E}">
        <p14:creationId xmlns:p14="http://schemas.microsoft.com/office/powerpoint/2010/main" val="404528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 rot="16200000">
            <a:off x="-2635174" y="2863775"/>
            <a:ext cx="6629400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/>
              <a:t>Example demonstrates that pointers can point to different variables. 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2400"/>
            <a:ext cx="7427637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286" y="3200400"/>
            <a:ext cx="5018314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59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output?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33600"/>
            <a:ext cx="8753475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648325"/>
            <a:ext cx="602932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73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Lecture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relationship between array and pointers</a:t>
            </a:r>
          </a:p>
          <a:p>
            <a:r>
              <a:rPr lang="en-US" smtClean="0"/>
              <a:t>Pointers Arithmetic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0335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4209</TotalTime>
  <Words>986</Words>
  <Application>Microsoft Office PowerPoint</Application>
  <PresentationFormat>On-screen Show (4:3)</PresentationFormat>
  <Paragraphs>85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Hardcover</vt:lpstr>
      <vt:lpstr>Programming Fundamentals</vt:lpstr>
      <vt:lpstr>Previous Lecture</vt:lpstr>
      <vt:lpstr>Today’s Lecture</vt:lpstr>
      <vt:lpstr>Getting the Address of a Variable</vt:lpstr>
      <vt:lpstr>Getting the Address of a Variable</vt:lpstr>
      <vt:lpstr>Getting the Address of a Variable</vt:lpstr>
      <vt:lpstr>Getting the Address of a Variable</vt:lpstr>
      <vt:lpstr>Following program demonstrates the use of the address operator to display the address, size, and contents of a variable. </vt:lpstr>
      <vt:lpstr>Pointer Variables</vt:lpstr>
      <vt:lpstr>Creating and Using Pointer Variables </vt:lpstr>
      <vt:lpstr>Creating and Using Pointer Variables </vt:lpstr>
      <vt:lpstr>Creating and Using Pointer Variables </vt:lpstr>
      <vt:lpstr>Creating and Using Pointer Variables </vt:lpstr>
      <vt:lpstr>Example</vt:lpstr>
      <vt:lpstr>Example</vt:lpstr>
      <vt:lpstr>Creating and Using Pointer Variables </vt:lpstr>
      <vt:lpstr>PowerPoint Presentation</vt:lpstr>
      <vt:lpstr>Creating and Using Pointer Variables </vt:lpstr>
      <vt:lpstr>Creating and Using Pointer Variables </vt:lpstr>
      <vt:lpstr>Creating and Using Pointer Variables </vt:lpstr>
      <vt:lpstr>PowerPoint Presentation</vt:lpstr>
      <vt:lpstr>What is the output?</vt:lpstr>
      <vt:lpstr>Next Lecture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315</cp:revision>
  <dcterms:created xsi:type="dcterms:W3CDTF">2023-02-13T17:33:34Z</dcterms:created>
  <dcterms:modified xsi:type="dcterms:W3CDTF">2025-11-18T21:46:32Z</dcterms:modified>
</cp:coreProperties>
</file>