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75" r:id="rId2"/>
    <p:sldId id="276" r:id="rId3"/>
    <p:sldId id="277" r:id="rId4"/>
    <p:sldId id="324" r:id="rId5"/>
    <p:sldId id="325" r:id="rId6"/>
    <p:sldId id="308" r:id="rId7"/>
    <p:sldId id="326" r:id="rId8"/>
    <p:sldId id="307" r:id="rId9"/>
    <p:sldId id="319" r:id="rId10"/>
    <p:sldId id="321" r:id="rId11"/>
    <p:sldId id="322" r:id="rId12"/>
    <p:sldId id="323" r:id="rId13"/>
    <p:sldId id="309" r:id="rId14"/>
    <p:sldId id="310" r:id="rId15"/>
    <p:sldId id="311" r:id="rId16"/>
    <p:sldId id="313" r:id="rId17"/>
    <p:sldId id="320" r:id="rId18"/>
    <p:sldId id="312" r:id="rId19"/>
    <p:sldId id="327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way if else Statements </a:t>
            </a:r>
          </a:p>
          <a:p>
            <a:r>
              <a:rPr lang="en-US" dirty="0"/>
              <a:t>Common Errors in Control Statements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Multi-way </a:t>
            </a:r>
            <a:r>
              <a:rPr lang="en-US" dirty="0"/>
              <a:t>if else</a:t>
            </a:r>
          </a:p>
          <a:p>
            <a:r>
              <a:rPr lang="en-US" dirty="0"/>
              <a:t>Nested if else </a:t>
            </a:r>
          </a:p>
          <a:p>
            <a:r>
              <a:rPr lang="en-US" dirty="0" smtClean="0"/>
              <a:t>Logical Operators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52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C++, "if-else if" is a way to check multiple conditions one after another. </a:t>
            </a:r>
            <a:endParaRPr lang="en-US" dirty="0" smtClean="0"/>
          </a:p>
          <a:p>
            <a:pPr algn="just"/>
            <a:r>
              <a:rPr lang="en-US" dirty="0" smtClean="0"/>
              <a:t>It's </a:t>
            </a:r>
            <a:r>
              <a:rPr lang="en-US" dirty="0"/>
              <a:t>like a decision tree: you ask "Is this true?" If yes, do something. If not, check the next question ("else if"), and so on. </a:t>
            </a:r>
            <a:endParaRPr lang="en-US" dirty="0" smtClean="0"/>
          </a:p>
          <a:p>
            <a:pPr algn="just"/>
            <a:r>
              <a:rPr lang="en-US" dirty="0" smtClean="0"/>
              <a:t>Finally</a:t>
            </a:r>
            <a:r>
              <a:rPr lang="en-US" dirty="0"/>
              <a:t>, an "else" catches anything that doesn't match. This is great for handling different scenarios based on ranges, comparisons, or logic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381000"/>
            <a:ext cx="8915400" cy="1054250"/>
          </a:xfrm>
        </p:spPr>
        <p:txBody>
          <a:bodyPr/>
          <a:lstStyle/>
          <a:p>
            <a:r>
              <a:rPr lang="en-US" dirty="0"/>
              <a:t>Multi-way if else (if else-if)</a:t>
            </a:r>
          </a:p>
        </p:txBody>
      </p:sp>
    </p:spTree>
    <p:extLst>
      <p:ext uri="{BB962C8B-B14F-4D97-AF65-F5344CB8AC3E}">
        <p14:creationId xmlns:p14="http://schemas.microsoft.com/office/powerpoint/2010/main" val="20505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Handles complex conditions like "greater than 90" or "equal to this AND that</a:t>
            </a:r>
            <a:r>
              <a:rPr lang="en-US" dirty="0" smtClean="0"/>
              <a:t>.“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Runs only the first matching block—stops checking once it finds a match.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it?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04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Multiple-way </a:t>
            </a:r>
            <a:r>
              <a:rPr lang="en-US" dirty="0"/>
              <a:t>if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567" y="2214092"/>
            <a:ext cx="7365033" cy="4186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828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630560" y="2868539"/>
            <a:ext cx="6620022" cy="10541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52399"/>
            <a:ext cx="5935196" cy="6562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99068"/>
            <a:ext cx="4114800" cy="820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406959"/>
            <a:ext cx="3382496" cy="955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40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than two possibilities, for example your grade in programming fundamentals </a:t>
            </a:r>
            <a:r>
              <a:rPr lang="en-US" dirty="0" smtClean="0"/>
              <a:t>course.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Multi-way if </a:t>
            </a:r>
            <a:r>
              <a:rPr lang="en-US" sz="4800" dirty="0" smtClean="0"/>
              <a:t>else (if else-if)</a:t>
            </a:r>
            <a:endParaRPr lang="en-US" sz="4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359542"/>
            <a:ext cx="3733800" cy="1917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014" y="3352800"/>
            <a:ext cx="4357786" cy="1869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Connector 6"/>
          <p:cNvCxnSpPr>
            <a:stCxn id="1026" idx="3"/>
          </p:cNvCxnSpPr>
          <p:nvPr/>
        </p:nvCxnSpPr>
        <p:spPr>
          <a:xfrm>
            <a:off x="3810000" y="4318450"/>
            <a:ext cx="9000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810000" y="4191000"/>
            <a:ext cx="9000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50312" y="3810000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Equivalent</a:t>
            </a:r>
            <a:endParaRPr lang="en-US" sz="1400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260007" y="4572000"/>
            <a:ext cx="450007" cy="990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05200" y="5486400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is better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12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597149" y="2901950"/>
            <a:ext cx="6705599" cy="1054100"/>
          </a:xfrm>
        </p:spPr>
        <p:txBody>
          <a:bodyPr/>
          <a:lstStyle/>
          <a:p>
            <a:r>
              <a:rPr lang="en-US" sz="3200" dirty="0"/>
              <a:t>Program to check whether an integer is positive, negative or zero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012" y="304801"/>
            <a:ext cx="6925456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267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Now let us write a program to determine the Chinese Zodiac sign for a given year. The Chinese Zodiac is based on a twelve-year cycle, each year being represented by an animal: rat, ox, tiger, rabbit, dragon, snake, horse, sheep, monkey, rooster, dog, and pig, in this cycle, as shown in Figure 3.6 (next slide</a:t>
            </a:r>
            <a:r>
              <a:rPr lang="en-US" dirty="0" smtClean="0"/>
              <a:t>).</a:t>
            </a:r>
          </a:p>
          <a:p>
            <a:r>
              <a:rPr lang="en-US" dirty="0" smtClean="0"/>
              <a:t>Note </a:t>
            </a:r>
            <a:r>
              <a:rPr lang="en-US" dirty="0"/>
              <a:t>that year % 12 determines the Zodiac sign. 1900 is the year of the rat since 1900 % 12 is 4. Write a program that prompts the user to enter a year and displays the animal for the year.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04800"/>
            <a:ext cx="9067800" cy="1054250"/>
          </a:xfrm>
        </p:spPr>
        <p:txBody>
          <a:bodyPr/>
          <a:lstStyle/>
          <a:p>
            <a:r>
              <a:rPr lang="en-US" dirty="0"/>
              <a:t>Task: Chinese Zodiac Year using </a:t>
            </a:r>
            <a:r>
              <a:rPr lang="en-US" dirty="0" smtClean="0"/>
              <a:t> Multiple-way if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87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1" y="2223052"/>
            <a:ext cx="8894619" cy="4253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688490" y="304800"/>
            <a:ext cx="7756263" cy="1054250"/>
          </a:xfrm>
        </p:spPr>
        <p:txBody>
          <a:bodyPr/>
          <a:lstStyle/>
          <a:p>
            <a:r>
              <a:rPr lang="en-US" dirty="0"/>
              <a:t>Task: Chinese Zodiac Year </a:t>
            </a:r>
            <a:r>
              <a:rPr lang="en-US" dirty="0" smtClean="0"/>
              <a:t>using </a:t>
            </a:r>
            <a:r>
              <a:rPr lang="en-US" dirty="0" smtClean="0"/>
              <a:t>if-else-if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93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62000"/>
            <a:ext cx="2685846" cy="5162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761999"/>
            <a:ext cx="2549667" cy="516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761999"/>
            <a:ext cx="2305050" cy="516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7845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 if statement can be inside another if statement to form a nested if statement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b="1" dirty="0" smtClean="0"/>
              <a:t>Task: </a:t>
            </a:r>
            <a:r>
              <a:rPr lang="en-US" dirty="0"/>
              <a:t>Write a code using nested if in which user enter three numbers, and find if 1st number is greater or not.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if</a:t>
            </a:r>
          </a:p>
        </p:txBody>
      </p:sp>
    </p:spTree>
    <p:extLst>
      <p:ext uri="{BB962C8B-B14F-4D97-AF65-F5344CB8AC3E}">
        <p14:creationId xmlns:p14="http://schemas.microsoft.com/office/powerpoint/2010/main" val="466872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0"/>
            <a:ext cx="4160298" cy="5216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187329"/>
            <a:ext cx="4160298" cy="1670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136120"/>
            <a:ext cx="3231358" cy="1140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191000"/>
            <a:ext cx="323444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562600" y="1657290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5562600" y="3733800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1835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logical operators !, &amp;&amp;, and || can be used to create a compound Boolean </a:t>
            </a:r>
            <a:r>
              <a:rPr lang="en-US" dirty="0" smtClean="0"/>
              <a:t>expression.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646859"/>
              </p:ext>
            </p:extLst>
          </p:nvPr>
        </p:nvGraphicFramePr>
        <p:xfrm>
          <a:off x="533400" y="3276600"/>
          <a:ext cx="800100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371600"/>
                <a:gridCol w="3409950"/>
                <a:gridCol w="2000250"/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Operator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&amp;&amp; 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Logical and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Returns true if both statements are true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x &lt; 5 &amp;&amp;  x &lt; 10</a:t>
                      </a: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|| 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Logical or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Returns true if one of the statements is true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x &lt; 5 || x &lt; 4</a:t>
                      </a:r>
                    </a:p>
                  </a:txBody>
                  <a:tcPr marL="60960" marR="60960" marT="60960" marB="60960"/>
                </a:tc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!</a:t>
                      </a:r>
                    </a:p>
                  </a:txBody>
                  <a:tcPr marL="12192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Logical not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Reverse the result, returns false if the result is true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!(x &lt; 5 &amp;&amp; x &lt; 10)</a:t>
                      </a:r>
                    </a:p>
                  </a:txBody>
                  <a:tcPr marL="60960" marR="60960" marT="60960" marB="6096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55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Write a Boolean expression that evaluates to true if age is greater than 13 and less than 18. 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Write </a:t>
            </a:r>
            <a:r>
              <a:rPr lang="en-US" dirty="0"/>
              <a:t>a Boolean expression that evaluates to true if weight is greater than 50 pounds or height is greater than 60 inches. 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dirty="0" smtClean="0"/>
              <a:t>Write </a:t>
            </a:r>
            <a:r>
              <a:rPr lang="en-US" dirty="0"/>
              <a:t>a Boolean expression that evaluates to true if weight is greater than 50 pounds and height is greater than 60 </a:t>
            </a:r>
            <a:r>
              <a:rPr lang="en-US" dirty="0" smtClean="0"/>
              <a:t>inches.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900" y="4419600"/>
            <a:ext cx="36703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268" y="2911879"/>
            <a:ext cx="3193332" cy="440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6019801"/>
            <a:ext cx="410094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35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Boolean expression that evaluates to true if either weight is greater than 50 pounds or height is greater than 60 inches, but not both.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2" y="3733800"/>
            <a:ext cx="81359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362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r>
              <a:rPr lang="en-US" b="1" dirty="0" smtClean="0"/>
              <a:t>Write a program </a:t>
            </a:r>
            <a:r>
              <a:rPr lang="en-US" b="1" dirty="0"/>
              <a:t>that checks whether a number </a:t>
            </a:r>
            <a:r>
              <a:rPr lang="en-US" b="1" dirty="0" smtClean="0"/>
              <a:t>is divisible </a:t>
            </a:r>
            <a:r>
              <a:rPr lang="en-US" b="1" dirty="0"/>
              <a:t>by 2 and 3, by 2 or 3, and by 2 or 3 but </a:t>
            </a:r>
            <a:r>
              <a:rPr lang="en-US" b="1" dirty="0" smtClean="0"/>
              <a:t>not both.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Task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27592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304800"/>
            <a:ext cx="8743835" cy="6400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072" y="537489"/>
            <a:ext cx="5292498" cy="98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514" y="2145192"/>
            <a:ext cx="3075222" cy="927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5867400" y="104745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1:</a:t>
            </a:r>
            <a:endParaRPr lang="en-US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6706772" y="1676400"/>
            <a:ext cx="1294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Output 2: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800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2321</TotalTime>
  <Words>577</Words>
  <Application>Microsoft Office PowerPoint</Application>
  <PresentationFormat>On-screen Show (4:3)</PresentationFormat>
  <Paragraphs>69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Hardcover</vt:lpstr>
      <vt:lpstr>Programming Fundamentals</vt:lpstr>
      <vt:lpstr>Previous Lecture</vt:lpstr>
      <vt:lpstr>Today’s Lecture</vt:lpstr>
      <vt:lpstr>Multi-way if else (if else-if)</vt:lpstr>
      <vt:lpstr>Why use it?</vt:lpstr>
      <vt:lpstr>Multiple-way if</vt:lpstr>
      <vt:lpstr>Example</vt:lpstr>
      <vt:lpstr>Multi-way if else (if else-if)</vt:lpstr>
      <vt:lpstr>Program to check whether an integer is positive, negative or zero</vt:lpstr>
      <vt:lpstr>Task: Chinese Zodiac Year using  Multiple-way if</vt:lpstr>
      <vt:lpstr>Task: Chinese Zodiac Year using if-else-if </vt:lpstr>
      <vt:lpstr>PowerPoint Presentation</vt:lpstr>
      <vt:lpstr>Nested if</vt:lpstr>
      <vt:lpstr>PowerPoint Presentation</vt:lpstr>
      <vt:lpstr>Logical Operators</vt:lpstr>
      <vt:lpstr>Tasks</vt:lpstr>
      <vt:lpstr>Tasks</vt:lpstr>
      <vt:lpstr>Task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93</cp:revision>
  <dcterms:created xsi:type="dcterms:W3CDTF">2023-02-13T17:33:34Z</dcterms:created>
  <dcterms:modified xsi:type="dcterms:W3CDTF">2025-10-07T17:57:30Z</dcterms:modified>
</cp:coreProperties>
</file>