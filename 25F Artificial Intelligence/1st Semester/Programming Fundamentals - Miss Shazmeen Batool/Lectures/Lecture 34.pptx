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notesMasterIdLst>
    <p:notesMasterId r:id="rId27"/>
  </p:notesMasterIdLst>
  <p:sldIdLst>
    <p:sldId id="275" r:id="rId2"/>
    <p:sldId id="276" r:id="rId3"/>
    <p:sldId id="277" r:id="rId4"/>
    <p:sldId id="326" r:id="rId5"/>
    <p:sldId id="327" r:id="rId6"/>
    <p:sldId id="363" r:id="rId7"/>
    <p:sldId id="364" r:id="rId8"/>
    <p:sldId id="365" r:id="rId9"/>
    <p:sldId id="367" r:id="rId10"/>
    <p:sldId id="366" r:id="rId11"/>
    <p:sldId id="369" r:id="rId12"/>
    <p:sldId id="370" r:id="rId13"/>
    <p:sldId id="328" r:id="rId14"/>
    <p:sldId id="368" r:id="rId15"/>
    <p:sldId id="329" r:id="rId16"/>
    <p:sldId id="330" r:id="rId17"/>
    <p:sldId id="331" r:id="rId18"/>
    <p:sldId id="371" r:id="rId19"/>
    <p:sldId id="372" r:id="rId20"/>
    <p:sldId id="373" r:id="rId21"/>
    <p:sldId id="374" r:id="rId22"/>
    <p:sldId id="375" r:id="rId23"/>
    <p:sldId id="376" r:id="rId24"/>
    <p:sldId id="377" r:id="rId25"/>
    <p:sldId id="31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080" y="-1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68638-8D4C-4224-86C6-C1F65257DA5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47110-DE54-4872-A5AE-CA21AC8F8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69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 Data Type</a:t>
            </a:r>
          </a:p>
          <a:p>
            <a:r>
              <a:rPr lang="en-US" dirty="0"/>
              <a:t>Structures </a:t>
            </a:r>
          </a:p>
          <a:p>
            <a:r>
              <a:rPr lang="en-US" dirty="0"/>
              <a:t>Accessing Elements of Structures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211142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Accessing Elements of Structures </a:t>
            </a:r>
            <a:endParaRPr lang="en-US" dirty="0" smtClean="0"/>
          </a:p>
          <a:p>
            <a:r>
              <a:rPr lang="en-US" dirty="0" smtClean="0"/>
              <a:t>Comparing </a:t>
            </a:r>
            <a:r>
              <a:rPr lang="en-US" dirty="0"/>
              <a:t>Structures </a:t>
            </a:r>
            <a:r>
              <a:rPr lang="en-US" dirty="0" smtClean="0"/>
              <a:t>Variables</a:t>
            </a:r>
          </a:p>
          <a:p>
            <a:r>
              <a:rPr lang="en-US"/>
              <a:t>Initializing Structure Variable</a:t>
            </a:r>
            <a:endParaRPr lang="en-US" dirty="0" smtClean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53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6096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With the dot operator you can use member variables just like regular variables. </a:t>
            </a:r>
            <a:endParaRPr lang="en-US" dirty="0" smtClean="0"/>
          </a:p>
          <a:p>
            <a:pPr algn="just"/>
            <a:r>
              <a:rPr lang="en-US" dirty="0" smtClean="0"/>
              <a:t>For </a:t>
            </a:r>
            <a:r>
              <a:rPr lang="en-US" dirty="0"/>
              <a:t>example these statements display the contents of </a:t>
            </a:r>
            <a:r>
              <a:rPr lang="en-US" dirty="0" err="1"/>
              <a:t>deptHead</a:t>
            </a:r>
            <a:r>
              <a:rPr lang="en-US" dirty="0"/>
              <a:t> ’s members: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Accessing the Elements of Structure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801" y="4057207"/>
            <a:ext cx="5533599" cy="2572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0479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28421"/>
            <a:ext cx="5715000" cy="6514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4860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600200"/>
            <a:ext cx="3886200" cy="4745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371600" y="152400"/>
            <a:ext cx="6274249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Example 1/3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637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18" y="767720"/>
            <a:ext cx="8459882" cy="5937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371600" y="152400"/>
            <a:ext cx="6274249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Example </a:t>
            </a:r>
            <a:r>
              <a:rPr lang="en-US" dirty="0"/>
              <a:t>2</a:t>
            </a:r>
            <a:r>
              <a:rPr lang="en-US" dirty="0" smtClean="0"/>
              <a:t>/3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645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76400"/>
            <a:ext cx="8858298" cy="343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371600" y="152400"/>
            <a:ext cx="6274249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Example </a:t>
            </a:r>
            <a:r>
              <a:rPr lang="en-US" dirty="0"/>
              <a:t>3</a:t>
            </a:r>
            <a:r>
              <a:rPr lang="en-US" dirty="0" smtClean="0"/>
              <a:t>/3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45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60965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r>
              <a:rPr lang="en-US" b="1" dirty="0" err="1" smtClean="0"/>
              <a:t>cin.ignore</a:t>
            </a:r>
            <a:r>
              <a:rPr lang="en-US" b="1" dirty="0"/>
              <a:t>(); </a:t>
            </a:r>
            <a:endParaRPr lang="en-US" b="1" dirty="0" smtClean="0"/>
          </a:p>
          <a:p>
            <a:pPr algn="just"/>
            <a:r>
              <a:rPr lang="en-US" dirty="0" smtClean="0"/>
              <a:t>Recall </a:t>
            </a:r>
            <a:r>
              <a:rPr lang="en-US" dirty="0"/>
              <a:t>that the ignore function causes </a:t>
            </a:r>
            <a:r>
              <a:rPr lang="en-US" dirty="0" err="1"/>
              <a:t>cin</a:t>
            </a:r>
            <a:r>
              <a:rPr lang="en-US" dirty="0"/>
              <a:t> to ignore the next character in the input buffer. This is necessary for the </a:t>
            </a:r>
            <a:r>
              <a:rPr lang="en-US" dirty="0" err="1"/>
              <a:t>getline</a:t>
            </a:r>
            <a:r>
              <a:rPr lang="en-US" dirty="0"/>
              <a:t> function to work properly in the program. </a:t>
            </a: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Accessing the Elements of Structure</a:t>
            </a:r>
          </a:p>
        </p:txBody>
      </p:sp>
    </p:spTree>
    <p:extLst>
      <p:ext uri="{BB962C8B-B14F-4D97-AF65-F5344CB8AC3E}">
        <p14:creationId xmlns:p14="http://schemas.microsoft.com/office/powerpoint/2010/main" val="35115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609653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contents of a structure variable cannot be displayed by passing the entire variable to </a:t>
            </a:r>
            <a:r>
              <a:rPr lang="en-US" dirty="0" err="1"/>
              <a:t>cout</a:t>
            </a:r>
            <a:r>
              <a:rPr lang="en-US" dirty="0"/>
              <a:t>. For example, assuming employee is a </a:t>
            </a:r>
            <a:r>
              <a:rPr lang="en-US" dirty="0" err="1"/>
              <a:t>PayRoll</a:t>
            </a:r>
            <a:r>
              <a:rPr lang="en-US" dirty="0"/>
              <a:t> structure variable, the following statement will not work: </a:t>
            </a:r>
            <a:endParaRPr lang="en-US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dirty="0"/>
              <a:t>Instead, each member must be separately passed to </a:t>
            </a:r>
            <a:r>
              <a:rPr lang="en-US" dirty="0" err="1"/>
              <a:t>cout</a:t>
            </a:r>
            <a:r>
              <a:rPr lang="en-US" dirty="0"/>
              <a:t>. 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Accessing the Elements of Structure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038600"/>
            <a:ext cx="7696200" cy="441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958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52400"/>
            <a:ext cx="6019800" cy="6522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 rot="16200000">
            <a:off x="-2381400" y="2886581"/>
            <a:ext cx="6274249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Example 1/2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98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" y="1447800"/>
            <a:ext cx="8551069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307" y="3962400"/>
            <a:ext cx="6196693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371600" y="152400"/>
            <a:ext cx="6274249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Example 2/2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06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Comparing Structure Variables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/>
          <a:lstStyle/>
          <a:p>
            <a:pPr algn="just"/>
            <a:r>
              <a:rPr lang="en-US" dirty="0"/>
              <a:t>You cannot perform comparison operations directly on structure variables. For example, assume that circle1 and circle2 are Circle structure variables</a:t>
            </a:r>
            <a:r>
              <a:rPr lang="en-US" dirty="0" smtClean="0"/>
              <a:t>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following </a:t>
            </a:r>
            <a:r>
              <a:rPr lang="en-US" dirty="0" smtClean="0"/>
              <a:t>statement will </a:t>
            </a:r>
            <a:r>
              <a:rPr lang="en-US" dirty="0"/>
              <a:t>cause an error. </a:t>
            </a:r>
            <a:endParaRPr lang="en-US" dirty="0" smtClean="0"/>
          </a:p>
          <a:p>
            <a:pPr algn="just"/>
            <a:endParaRPr lang="en-US" dirty="0" smtClean="0"/>
          </a:p>
          <a:p>
            <a:pPr marL="0" indent="0" algn="ctr">
              <a:buNone/>
            </a:pPr>
            <a:r>
              <a:rPr lang="en-US" b="1" dirty="0" smtClean="0"/>
              <a:t>if </a:t>
            </a:r>
            <a:r>
              <a:rPr lang="en-US" b="1" dirty="0"/>
              <a:t>(circle1 == circle2) // Error</a:t>
            </a:r>
            <a:r>
              <a:rPr lang="en-US" b="1" dirty="0" smtClean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7202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Comparing Structure Variables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/>
          <a:lstStyle/>
          <a:p>
            <a:pPr algn="just"/>
            <a:r>
              <a:rPr lang="en-US" dirty="0" smtClean="0"/>
              <a:t>In </a:t>
            </a:r>
            <a:r>
              <a:rPr lang="en-US" dirty="0"/>
              <a:t>order to compare two structures, you must compare the individual members, as shown in the following code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/>
              <a:t>if (circle1.radius == circle2.radius &amp;&amp; circle1.diameter == circle2.diameter &amp;&amp; circle1.area == circle2.area)</a:t>
            </a:r>
          </a:p>
        </p:txBody>
      </p:sp>
    </p:spTree>
    <p:extLst>
      <p:ext uri="{BB962C8B-B14F-4D97-AF65-F5344CB8AC3E}">
        <p14:creationId xmlns:p14="http://schemas.microsoft.com/office/powerpoint/2010/main" val="3807568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members of a structure variable may be initialized with starting values when the structure variable is </a:t>
            </a:r>
            <a:r>
              <a:rPr lang="en-US" dirty="0" smtClean="0"/>
              <a:t>defined.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A </a:t>
            </a:r>
            <a:r>
              <a:rPr lang="en-US" dirty="0"/>
              <a:t>structure variable may be initialized when it is defined, in a fashion similar to the initialization of an array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Initializing Structure Variable</a:t>
            </a:r>
          </a:p>
        </p:txBody>
      </p:sp>
    </p:spTree>
    <p:extLst>
      <p:ext uri="{BB962C8B-B14F-4D97-AF65-F5344CB8AC3E}">
        <p14:creationId xmlns:p14="http://schemas.microsoft.com/office/powerpoint/2010/main" val="237574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54" y="533400"/>
            <a:ext cx="8597064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7057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Initializing Structure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133601"/>
            <a:ext cx="7745505" cy="44958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You do not have to provide initializers for all the members of a structure variable. For example, the following statement only initializes the </a:t>
            </a:r>
            <a:r>
              <a:rPr lang="en-US" dirty="0" err="1"/>
              <a:t>cityName</a:t>
            </a:r>
            <a:r>
              <a:rPr lang="en-US" dirty="0"/>
              <a:t> member of location : </a:t>
            </a:r>
            <a:endParaRPr lang="en-US" dirty="0" smtClean="0"/>
          </a:p>
          <a:p>
            <a:pPr marL="0" indent="0" algn="ctr">
              <a:buNone/>
            </a:pPr>
            <a:r>
              <a:rPr lang="en-US" b="1" dirty="0" err="1" smtClean="0"/>
              <a:t>CityInfo</a:t>
            </a:r>
            <a:r>
              <a:rPr lang="en-US" b="1" dirty="0" smtClean="0"/>
              <a:t> </a:t>
            </a:r>
            <a:r>
              <a:rPr lang="en-US" b="1" dirty="0"/>
              <a:t>location = </a:t>
            </a:r>
            <a:r>
              <a:rPr lang="en-US" b="1" dirty="0" smtClean="0"/>
              <a:t>{“Lahore"}; </a:t>
            </a:r>
            <a:endParaRPr lang="en-US" b="1" dirty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state , population , and distance members are left uninitialized.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following statement only initializes the </a:t>
            </a:r>
            <a:r>
              <a:rPr lang="en-US" dirty="0" err="1"/>
              <a:t>cityName</a:t>
            </a:r>
            <a:r>
              <a:rPr lang="en-US" dirty="0"/>
              <a:t> and state members, while leaving population and distance uninitialized: </a:t>
            </a:r>
            <a:endParaRPr lang="en-US" dirty="0" smtClean="0"/>
          </a:p>
          <a:p>
            <a:pPr marL="0" indent="0" algn="ctr">
              <a:buNone/>
            </a:pPr>
            <a:r>
              <a:rPr lang="en-US" b="1" dirty="0" err="1" smtClean="0"/>
              <a:t>CityInfo</a:t>
            </a:r>
            <a:r>
              <a:rPr lang="en-US" b="1" dirty="0" smtClean="0"/>
              <a:t> </a:t>
            </a:r>
            <a:r>
              <a:rPr lang="en-US" b="1" dirty="0"/>
              <a:t>location = </a:t>
            </a:r>
            <a:r>
              <a:rPr lang="en-US" b="1" dirty="0" smtClean="0"/>
              <a:t>{“Lahore", “Punjab"};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5245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Initializing Structure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133601"/>
            <a:ext cx="7745505" cy="44958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If </a:t>
            </a:r>
            <a:r>
              <a:rPr lang="en-US" dirty="0"/>
              <a:t>you leave a structure member uninitialized, you must leave all the members that follow it uninitialized as well. C++ does not provide a way to skip members in a structure.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For </a:t>
            </a:r>
            <a:r>
              <a:rPr lang="en-US" dirty="0"/>
              <a:t>example, the following statement, which attempts to skip the initialization of the population member, is not legal: </a:t>
            </a:r>
            <a:endParaRPr lang="en-US" dirty="0" smtClean="0"/>
          </a:p>
          <a:p>
            <a:pPr marL="0" indent="0" algn="ctr">
              <a:buNone/>
            </a:pPr>
            <a:r>
              <a:rPr lang="en-US" b="1" dirty="0" err="1" smtClean="0"/>
              <a:t>CityInfo</a:t>
            </a:r>
            <a:r>
              <a:rPr lang="en-US" b="1" dirty="0" smtClean="0"/>
              <a:t> </a:t>
            </a:r>
            <a:r>
              <a:rPr lang="en-US" b="1" dirty="0"/>
              <a:t>location = </a:t>
            </a:r>
            <a:r>
              <a:rPr lang="en-US" b="1" dirty="0" smtClean="0"/>
              <a:t>{“Karachi", “Sindh", </a:t>
            </a:r>
            <a:r>
              <a:rPr lang="en-US" b="1" dirty="0"/>
              <a:t>, 90}; // Illegal!</a:t>
            </a:r>
          </a:p>
        </p:txBody>
      </p:sp>
    </p:spTree>
    <p:extLst>
      <p:ext uri="{BB962C8B-B14F-4D97-AF65-F5344CB8AC3E}">
        <p14:creationId xmlns:p14="http://schemas.microsoft.com/office/powerpoint/2010/main" val="145540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Initializing Structure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133601"/>
            <a:ext cx="7745505" cy="44958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It’s important to note that you cannot initialize a structure member in the declaration of the structure. </a:t>
            </a:r>
            <a:endParaRPr lang="en-US" dirty="0" smtClean="0"/>
          </a:p>
          <a:p>
            <a:pPr algn="just"/>
            <a:r>
              <a:rPr lang="en-US" dirty="0" smtClean="0"/>
              <a:t>For </a:t>
            </a:r>
            <a:r>
              <a:rPr lang="en-US" dirty="0"/>
              <a:t>instance, the following declaration is illegal: </a:t>
            </a:r>
            <a:endParaRPr lang="en-US" b="1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657600"/>
            <a:ext cx="6201115" cy="2281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681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Initializing Structure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133601"/>
            <a:ext cx="7745505" cy="44958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Remember that a structure declaration doesn’t actually create the member variables. It only declares what the structure “looks like.”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member variables are created in memory when a structure variable is defined. Because no variables are created by the structure declaration, there’s nothing that can be initialized there.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1606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133601"/>
            <a:ext cx="7745505" cy="44958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Write a structure declaration to hold the following data about a savings account: </a:t>
            </a:r>
            <a:endParaRPr lang="en-US" dirty="0" smtClean="0"/>
          </a:p>
          <a:p>
            <a:pPr marL="914400" algn="just">
              <a:buFont typeface="Wingdings" pitchFamily="2" charset="2"/>
              <a:buChar char="Ø"/>
            </a:pPr>
            <a:r>
              <a:rPr lang="en-US" dirty="0" smtClean="0"/>
              <a:t>Account </a:t>
            </a:r>
            <a:r>
              <a:rPr lang="en-US" dirty="0"/>
              <a:t>Number ( string object) </a:t>
            </a:r>
            <a:endParaRPr lang="en-US" dirty="0" smtClean="0"/>
          </a:p>
          <a:p>
            <a:pPr marL="914400" algn="just">
              <a:buFont typeface="Wingdings" pitchFamily="2" charset="2"/>
              <a:buChar char="Ø"/>
            </a:pPr>
            <a:r>
              <a:rPr lang="en-US" dirty="0" smtClean="0"/>
              <a:t>Account </a:t>
            </a:r>
            <a:r>
              <a:rPr lang="en-US" dirty="0"/>
              <a:t>Balance ( double ) </a:t>
            </a:r>
            <a:endParaRPr lang="en-US" dirty="0" smtClean="0"/>
          </a:p>
          <a:p>
            <a:pPr marL="914400" algn="just">
              <a:buFont typeface="Wingdings" pitchFamily="2" charset="2"/>
              <a:buChar char="Ø"/>
            </a:pPr>
            <a:r>
              <a:rPr lang="en-US" dirty="0" smtClean="0"/>
              <a:t>Interest </a:t>
            </a:r>
            <a:r>
              <a:rPr lang="en-US" dirty="0"/>
              <a:t>Rate ( double ) </a:t>
            </a:r>
            <a:endParaRPr lang="en-US" dirty="0" smtClean="0"/>
          </a:p>
          <a:p>
            <a:pPr marL="914400" algn="just">
              <a:buFont typeface="Wingdings" pitchFamily="2" charset="2"/>
              <a:buChar char="Ø"/>
            </a:pPr>
            <a:r>
              <a:rPr lang="en-US" dirty="0" smtClean="0"/>
              <a:t>Average </a:t>
            </a:r>
            <a:r>
              <a:rPr lang="en-US" dirty="0"/>
              <a:t>Monthly Balance ( double )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180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667000"/>
            <a:ext cx="6208212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8721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133601"/>
            <a:ext cx="7745505" cy="44958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Write a definition statement for a variable of the structure you declared in </a:t>
            </a:r>
            <a:r>
              <a:rPr lang="en-US" dirty="0" smtClean="0"/>
              <a:t>previous question. </a:t>
            </a:r>
            <a:r>
              <a:rPr lang="en-US" dirty="0"/>
              <a:t>Initialize the members with the following data: </a:t>
            </a:r>
            <a:endParaRPr lang="en-US" dirty="0" smtClean="0"/>
          </a:p>
          <a:p>
            <a:pPr marL="914400" algn="just">
              <a:buFont typeface="Wingdings" pitchFamily="2" charset="2"/>
              <a:buChar char="Ø"/>
            </a:pPr>
            <a:r>
              <a:rPr lang="en-US" dirty="0" smtClean="0"/>
              <a:t>Account </a:t>
            </a:r>
            <a:r>
              <a:rPr lang="en-US" dirty="0"/>
              <a:t>Number: ACZ42137-B12-7 </a:t>
            </a:r>
            <a:endParaRPr lang="en-US" dirty="0" smtClean="0"/>
          </a:p>
          <a:p>
            <a:pPr marL="914400" algn="just">
              <a:buFont typeface="Wingdings" pitchFamily="2" charset="2"/>
              <a:buChar char="Ø"/>
            </a:pPr>
            <a:r>
              <a:rPr lang="en-US" dirty="0" smtClean="0"/>
              <a:t>Account </a:t>
            </a:r>
            <a:r>
              <a:rPr lang="en-US" dirty="0"/>
              <a:t>Balance: $4512.59 </a:t>
            </a:r>
            <a:endParaRPr lang="en-US" dirty="0" smtClean="0"/>
          </a:p>
          <a:p>
            <a:pPr marL="914400" algn="just">
              <a:buFont typeface="Wingdings" pitchFamily="2" charset="2"/>
              <a:buChar char="Ø"/>
            </a:pPr>
            <a:r>
              <a:rPr lang="en-US" dirty="0" smtClean="0"/>
              <a:t>Interest </a:t>
            </a:r>
            <a:r>
              <a:rPr lang="en-US" dirty="0"/>
              <a:t>Rate: 4% </a:t>
            </a:r>
            <a:endParaRPr lang="en-US" dirty="0" smtClean="0"/>
          </a:p>
          <a:p>
            <a:pPr marL="914400" algn="just">
              <a:buFont typeface="Wingdings" pitchFamily="2" charset="2"/>
              <a:buChar char="Ø"/>
            </a:pPr>
            <a:r>
              <a:rPr lang="en-US" dirty="0" smtClean="0"/>
              <a:t>Average </a:t>
            </a:r>
            <a:r>
              <a:rPr lang="en-US" dirty="0"/>
              <a:t>Monthly Balance: $4217.07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72996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23" y="2362200"/>
            <a:ext cx="8795577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7096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 as a Member of Structure</a:t>
            </a:r>
          </a:p>
          <a:p>
            <a:r>
              <a:rPr lang="en-US" dirty="0"/>
              <a:t>Array of Structures</a:t>
            </a:r>
          </a:p>
          <a:p>
            <a:r>
              <a:rPr lang="en-US" dirty="0"/>
              <a:t>Nested Structures</a:t>
            </a:r>
          </a:p>
          <a:p>
            <a:r>
              <a:rPr lang="en-US" dirty="0"/>
              <a:t>Structures and Functions</a:t>
            </a:r>
          </a:p>
          <a:p>
            <a:r>
              <a:rPr lang="en-US" dirty="0"/>
              <a:t>Structures and Pointers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37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5218</TotalTime>
  <Words>625</Words>
  <Application>Microsoft Office PowerPoint</Application>
  <PresentationFormat>On-screen Show (4:3)</PresentationFormat>
  <Paragraphs>79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Hardcover</vt:lpstr>
      <vt:lpstr>Programming Fundamentals</vt:lpstr>
      <vt:lpstr>Previous Lecture</vt:lpstr>
      <vt:lpstr>Today’s Lecture</vt:lpstr>
      <vt:lpstr>Accessing the Elements of Structure</vt:lpstr>
      <vt:lpstr>PowerPoint Presentation</vt:lpstr>
      <vt:lpstr>PowerPoint Presentation</vt:lpstr>
      <vt:lpstr>PowerPoint Presentation</vt:lpstr>
      <vt:lpstr>PowerPoint Presentation</vt:lpstr>
      <vt:lpstr>Accessing the Elements of Structure</vt:lpstr>
      <vt:lpstr>Accessing the Elements of Structure</vt:lpstr>
      <vt:lpstr>PowerPoint Presentation</vt:lpstr>
      <vt:lpstr>PowerPoint Presentation</vt:lpstr>
      <vt:lpstr>Comparing Structure Variables </vt:lpstr>
      <vt:lpstr>Comparing Structure Variables </vt:lpstr>
      <vt:lpstr>Initializing Structure Variable</vt:lpstr>
      <vt:lpstr>PowerPoint Presentation</vt:lpstr>
      <vt:lpstr>Initializing Structure Variable</vt:lpstr>
      <vt:lpstr>Initializing Structure Variable</vt:lpstr>
      <vt:lpstr>Initializing Structure Variable</vt:lpstr>
      <vt:lpstr>Initializing Structure Variable</vt:lpstr>
      <vt:lpstr>Activity</vt:lpstr>
      <vt:lpstr>Activity</vt:lpstr>
      <vt:lpstr>Activity</vt:lpstr>
      <vt:lpstr>Activity</vt:lpstr>
      <vt:lpstr>Next Lecture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424</cp:revision>
  <dcterms:created xsi:type="dcterms:W3CDTF">2023-02-13T17:33:34Z</dcterms:created>
  <dcterms:modified xsi:type="dcterms:W3CDTF">2025-12-09T20:23:17Z</dcterms:modified>
</cp:coreProperties>
</file>