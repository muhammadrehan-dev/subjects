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sldIdLst>
    <p:sldId id="275" r:id="rId2"/>
    <p:sldId id="300" r:id="rId3"/>
    <p:sldId id="301" r:id="rId4"/>
    <p:sldId id="302" r:id="rId5"/>
    <p:sldId id="303" r:id="rId6"/>
    <p:sldId id="304" r:id="rId7"/>
    <p:sldId id="305" r:id="rId8"/>
    <p:sldId id="281" r:id="rId9"/>
    <p:sldId id="282" r:id="rId10"/>
    <p:sldId id="283" r:id="rId11"/>
    <p:sldId id="284" r:id="rId12"/>
    <p:sldId id="309" r:id="rId13"/>
    <p:sldId id="310" r:id="rId14"/>
    <p:sldId id="306" r:id="rId15"/>
    <p:sldId id="308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6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4400" y="2248347"/>
            <a:ext cx="7745505" cy="3877815"/>
          </a:xfrm>
        </p:spPr>
        <p:txBody>
          <a:bodyPr>
            <a:normAutofit/>
          </a:bodyPr>
          <a:lstStyle/>
          <a:p>
            <a:r>
              <a:rPr lang="en-US" b="1" dirty="0"/>
              <a:t>Print Diamond using escape sequence “\n” </a:t>
            </a:r>
            <a:r>
              <a:rPr lang="en-US" b="1" dirty="0" smtClean="0"/>
              <a:t>and “\</a:t>
            </a:r>
            <a:r>
              <a:rPr lang="en-US" b="1" dirty="0"/>
              <a:t>t”? In single </a:t>
            </a:r>
            <a:r>
              <a:rPr lang="en-US" b="1" dirty="0" err="1"/>
              <a:t>cout</a:t>
            </a:r>
            <a:r>
              <a:rPr lang="en-US" b="1" dirty="0"/>
              <a:t> </a:t>
            </a:r>
            <a:r>
              <a:rPr lang="en-US" b="1" dirty="0" smtClean="0"/>
              <a:t>statement?</a:t>
            </a:r>
            <a:r>
              <a:rPr lang="en-US" dirty="0" smtClean="0"/>
              <a:t>\</a:t>
            </a:r>
          </a:p>
          <a:p>
            <a:pPr marL="0" indent="0">
              <a:buNone/>
            </a:pPr>
            <a:r>
              <a:rPr lang="en-US" b="1" dirty="0" smtClean="0"/>
              <a:t>Output </a:t>
            </a:r>
            <a:r>
              <a:rPr lang="en-US" b="1" dirty="0"/>
              <a:t>should be </a:t>
            </a:r>
            <a:r>
              <a:rPr lang="en-US" b="1" dirty="0" smtClean="0"/>
              <a:t>like:</a:t>
            </a:r>
            <a:endParaRPr lang="en-US" dirty="0"/>
          </a:p>
          <a:p>
            <a:pPr marL="0" indent="0">
              <a:buNone/>
            </a:pPr>
            <a:r>
              <a:rPr lang="en-US" sz="2800" b="1" dirty="0"/>
              <a:t>			*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		*	*	*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	*	*	*	*	*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		*	*	*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			*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82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</a:t>
            </a:r>
            <a:r>
              <a:rPr lang="en-US" dirty="0"/>
              <a:t>m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347480"/>
            <a:ext cx="3886200" cy="3900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1858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2629347"/>
            <a:ext cx="8686799" cy="4457253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1600" b="1" dirty="0"/>
              <a:t>			          Result Card</a:t>
            </a:r>
            <a:endParaRPr lang="en-US" sz="16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600" b="1" dirty="0"/>
              <a:t>Name: ABC 					</a:t>
            </a:r>
            <a:r>
              <a:rPr lang="en-US" sz="1600" b="1" dirty="0" err="1" smtClean="0"/>
              <a:t>Reg.No</a:t>
            </a:r>
            <a:r>
              <a:rPr lang="en-US" sz="1600" b="1" dirty="0"/>
              <a:t>#</a:t>
            </a:r>
            <a:r>
              <a:rPr lang="en-US" sz="1600" b="1" dirty="0" smtClean="0"/>
              <a:t> --------------</a:t>
            </a:r>
            <a:endParaRPr lang="en-US" sz="16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600" b="1" dirty="0"/>
              <a:t>Session: </a:t>
            </a:r>
            <a:r>
              <a:rPr lang="en-US" sz="1600" b="1" dirty="0" smtClean="0"/>
              <a:t>Fall-23</a:t>
            </a:r>
            <a:r>
              <a:rPr lang="en-US" sz="1600" b="1" dirty="0"/>
              <a:t>					Semester: </a:t>
            </a:r>
            <a:r>
              <a:rPr lang="en-US" sz="1600" b="1" dirty="0" smtClean="0"/>
              <a:t>1</a:t>
            </a:r>
            <a:endParaRPr lang="en-US" sz="16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600" b="1" dirty="0"/>
              <a:t>Subjects 				Total </a:t>
            </a:r>
            <a:r>
              <a:rPr lang="en-US" sz="1600" b="1" dirty="0" smtClean="0"/>
              <a:t>Marks</a:t>
            </a:r>
            <a:r>
              <a:rPr lang="en-US" sz="1600" b="1" dirty="0"/>
              <a:t>	</a:t>
            </a:r>
            <a:r>
              <a:rPr lang="en-US" sz="1600" b="1" dirty="0" smtClean="0"/>
              <a:t>Obtained </a:t>
            </a:r>
            <a:r>
              <a:rPr lang="en-US" sz="1600" b="1" dirty="0"/>
              <a:t>Marks</a:t>
            </a:r>
            <a:endParaRPr lang="en-US" sz="16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600" b="1" dirty="0" smtClean="0"/>
              <a:t>Programming Fundamentals </a:t>
            </a:r>
            <a:r>
              <a:rPr lang="en-US" sz="1600" b="1" dirty="0"/>
              <a:t>	</a:t>
            </a:r>
            <a:r>
              <a:rPr lang="en-US" sz="1600" b="1" dirty="0" smtClean="0"/>
              <a:t>	</a:t>
            </a:r>
            <a:r>
              <a:rPr lang="en-US" sz="1600" b="1" dirty="0"/>
              <a:t> </a:t>
            </a:r>
            <a:r>
              <a:rPr lang="en-US" sz="1600" b="1" dirty="0" smtClean="0"/>
              <a:t>      100</a:t>
            </a:r>
            <a:r>
              <a:rPr lang="en-US" sz="1600" b="1" dirty="0"/>
              <a:t>	 </a:t>
            </a:r>
            <a:r>
              <a:rPr lang="en-US" sz="1600" b="1" dirty="0" smtClean="0"/>
              <a:t>                 ___</a:t>
            </a:r>
            <a:r>
              <a:rPr lang="en-US" sz="1600" b="1" dirty="0"/>
              <a:t>user input___</a:t>
            </a:r>
            <a:endParaRPr lang="en-US" sz="16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600" b="1" dirty="0" smtClean="0"/>
              <a:t>Applied Physics</a:t>
            </a:r>
            <a:r>
              <a:rPr lang="en-US" sz="1600" b="1" dirty="0"/>
              <a:t>		 </a:t>
            </a:r>
            <a:r>
              <a:rPr lang="en-US" sz="1600" b="1" dirty="0" smtClean="0"/>
              <a:t>                        100</a:t>
            </a:r>
            <a:r>
              <a:rPr lang="en-US" sz="1600" b="1" dirty="0"/>
              <a:t>	 </a:t>
            </a:r>
            <a:r>
              <a:rPr lang="en-US" sz="1600" b="1" dirty="0" smtClean="0"/>
              <a:t>                 ___</a:t>
            </a:r>
            <a:r>
              <a:rPr lang="en-US" sz="1600" b="1" dirty="0"/>
              <a:t>user input___</a:t>
            </a:r>
            <a:endParaRPr lang="en-US" sz="16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600" b="1" dirty="0" smtClean="0"/>
              <a:t>Pakistan Studies	</a:t>
            </a:r>
            <a:r>
              <a:rPr lang="en-US" sz="1600" b="1" dirty="0"/>
              <a:t>		 </a:t>
            </a:r>
            <a:r>
              <a:rPr lang="en-US" sz="1600" b="1" dirty="0" smtClean="0"/>
              <a:t>      100 </a:t>
            </a:r>
            <a:r>
              <a:rPr lang="en-US" sz="1600" b="1" dirty="0"/>
              <a:t>		</a:t>
            </a:r>
            <a:r>
              <a:rPr lang="en-US" sz="1600" b="1" dirty="0" smtClean="0"/>
              <a:t>___</a:t>
            </a:r>
            <a:r>
              <a:rPr lang="en-US" sz="1600" b="1" dirty="0"/>
              <a:t>user input</a:t>
            </a:r>
            <a:r>
              <a:rPr lang="en-US" sz="1600" b="1" dirty="0" smtClean="0"/>
              <a:t>___</a:t>
            </a:r>
            <a:endParaRPr lang="en-US" sz="1600" dirty="0" smtClean="0"/>
          </a:p>
          <a:p>
            <a:pPr marL="0" indent="0">
              <a:lnSpc>
                <a:spcPct val="170000"/>
              </a:lnSpc>
              <a:buNone/>
            </a:pPr>
            <a:r>
              <a:rPr lang="en-US" sz="1600" b="1" dirty="0" smtClean="0"/>
              <a:t> </a:t>
            </a:r>
            <a:endParaRPr lang="en-US" sz="1600" dirty="0" smtClean="0"/>
          </a:p>
          <a:p>
            <a:pPr marL="0" indent="0">
              <a:lnSpc>
                <a:spcPct val="170000"/>
              </a:lnSpc>
              <a:buNone/>
            </a:pPr>
            <a:r>
              <a:rPr lang="en-US" sz="1600" b="1" dirty="0" smtClean="0"/>
              <a:t>Percentage</a:t>
            </a:r>
            <a:r>
              <a:rPr lang="en-US" sz="1600" b="1" dirty="0"/>
              <a:t>=       %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2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2057400"/>
            <a:ext cx="87630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/>
              <a:t>Print your Result Card using required escape sequences? Print all other information as it is but get input from user in obtained marks and calculate the percentage of entered marks?</a:t>
            </a:r>
            <a:endParaRPr lang="en-US" sz="1700" dirty="0"/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493291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28" y="380999"/>
            <a:ext cx="7315200" cy="4437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28" y="4848005"/>
            <a:ext cx="7468772" cy="1400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7482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 parking plaza assigns slot numbers to cars</a:t>
            </a:r>
            <a:r>
              <a:rPr lang="en-US" dirty="0" smtClean="0"/>
              <a:t>.</a:t>
            </a:r>
            <a:endParaRPr lang="en-US" dirty="0"/>
          </a:p>
          <a:p>
            <a:pPr marL="914400" indent="-457200" algn="just">
              <a:buFont typeface="+mj-lt"/>
              <a:buAutoNum type="arabicParenR"/>
            </a:pPr>
            <a:r>
              <a:rPr lang="en-US" dirty="0" smtClean="0"/>
              <a:t>The </a:t>
            </a:r>
            <a:r>
              <a:rPr lang="en-US" dirty="0"/>
              <a:t>parking slots start from </a:t>
            </a:r>
            <a:r>
              <a:rPr lang="en-US" dirty="0" smtClean="0"/>
              <a:t>0.</a:t>
            </a:r>
          </a:p>
          <a:p>
            <a:pPr marL="914400" indent="-457200" algn="just">
              <a:buFont typeface="+mj-lt"/>
              <a:buAutoNum type="arabicParenR"/>
            </a:pPr>
            <a:r>
              <a:rPr lang="en-US" dirty="0" smtClean="0"/>
              <a:t>When </a:t>
            </a:r>
            <a:r>
              <a:rPr lang="en-US" dirty="0"/>
              <a:t>a car enters, the slot number should increase by 1 using the increment </a:t>
            </a:r>
            <a:r>
              <a:rPr lang="en-US" dirty="0" smtClean="0"/>
              <a:t>operator.</a:t>
            </a:r>
          </a:p>
          <a:p>
            <a:pPr marL="914400" indent="-457200" algn="just">
              <a:buFont typeface="+mj-lt"/>
              <a:buAutoNum type="arabicParenR"/>
            </a:pPr>
            <a:r>
              <a:rPr lang="en-US" dirty="0" smtClean="0"/>
              <a:t>When </a:t>
            </a:r>
            <a:r>
              <a:rPr lang="en-US" dirty="0"/>
              <a:t>the car leaves, the slot number should decrease by 1 using the decrement operator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 smtClean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10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5372100" cy="5422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5181600"/>
            <a:ext cx="2876550" cy="14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162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b="1" dirty="0" smtClean="0"/>
              <a:t>Write </a:t>
            </a:r>
            <a:r>
              <a:rPr lang="en-US" b="1" dirty="0"/>
              <a:t>a C++ program that tells the user that the number entered is less than or greater than 10?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 smtClean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300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155" y="2819400"/>
            <a:ext cx="272959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155" y="4343399"/>
            <a:ext cx="2729593" cy="737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301896" y="2438400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 1:</a:t>
            </a:r>
            <a:endParaRPr lang="en-US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301896" y="3810000"/>
            <a:ext cx="1295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Output 2:</a:t>
            </a:r>
            <a:endParaRPr lang="en-US" sz="2000" b="1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09" y="381000"/>
            <a:ext cx="5747414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104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b="1" dirty="0"/>
              <a:t>Write a C++ program that tells the user that the number entered is even or odd?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 smtClean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251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74038"/>
            <a:ext cx="4572000" cy="6549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580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2248347"/>
            <a:ext cx="8610599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Write a program that calculates a sales commission based on sales amount. </a:t>
            </a:r>
            <a:r>
              <a:rPr lang="en-US" dirty="0" smtClean="0"/>
              <a:t>Ask the user to enter sales amount, if </a:t>
            </a:r>
            <a:r>
              <a:rPr lang="en-US" dirty="0"/>
              <a:t>sales exceed $10,000, set the commission rate to 15% (0.15); otherwise, leave it at the default 10% (0.10). Then, compute and display the commission.</a:t>
            </a:r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86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6058"/>
            <a:ext cx="6178685" cy="6313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133599"/>
            <a:ext cx="3886200" cy="780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7864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2248347"/>
            <a:ext cx="8610599" cy="445725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Write a complete C++ program that performs the following tasks:</a:t>
            </a:r>
          </a:p>
          <a:p>
            <a:pPr marL="800100" indent="-342900" algn="just">
              <a:buFont typeface="Arial" pitchFamily="34" charset="0"/>
              <a:buChar char="•"/>
            </a:pPr>
            <a:r>
              <a:rPr lang="en-US" dirty="0"/>
              <a:t>Prompts the user to enter three integer test scores (each between 0 and 100</a:t>
            </a:r>
            <a:r>
              <a:rPr lang="en-US" dirty="0" smtClean="0"/>
              <a:t>).</a:t>
            </a:r>
          </a:p>
          <a:p>
            <a:pPr marL="800100" indent="-342900" algn="just">
              <a:buFont typeface="Arial" pitchFamily="34" charset="0"/>
              <a:buChar char="•"/>
            </a:pPr>
            <a:r>
              <a:rPr lang="en-US" dirty="0" smtClean="0"/>
              <a:t>Calculates </a:t>
            </a:r>
            <a:r>
              <a:rPr lang="en-US" dirty="0"/>
              <a:t>the average of the three scores as a floating-point value (use 3.0 in the denominator to ensure decimal precision</a:t>
            </a:r>
            <a:r>
              <a:rPr lang="en-US" dirty="0" smtClean="0"/>
              <a:t>).</a:t>
            </a:r>
          </a:p>
          <a:p>
            <a:pPr marL="800100" indent="-342900" algn="just">
              <a:buFont typeface="Arial" pitchFamily="34" charset="0"/>
              <a:buChar char="•"/>
            </a:pPr>
            <a:r>
              <a:rPr lang="en-US" dirty="0" smtClean="0"/>
              <a:t>Displays </a:t>
            </a:r>
            <a:r>
              <a:rPr lang="en-US" dirty="0"/>
              <a:t>the average </a:t>
            </a:r>
            <a:r>
              <a:rPr lang="en-US" dirty="0" smtClean="0"/>
              <a:t>score.</a:t>
            </a:r>
          </a:p>
          <a:p>
            <a:pPr marL="800100" indent="-342900" algn="just">
              <a:buFont typeface="Arial" pitchFamily="34" charset="0"/>
              <a:buChar char="•"/>
            </a:pPr>
            <a:r>
              <a:rPr lang="en-US" dirty="0" smtClean="0"/>
              <a:t>If </a:t>
            </a:r>
            <a:r>
              <a:rPr lang="en-US" dirty="0"/>
              <a:t>the average is greater than or equal to </a:t>
            </a:r>
            <a:r>
              <a:rPr lang="en-US" dirty="0" smtClean="0"/>
              <a:t>90, </a:t>
            </a:r>
            <a:r>
              <a:rPr lang="en-US" dirty="0"/>
              <a:t>prints three congratulatory messages</a:t>
            </a:r>
            <a:r>
              <a:rPr lang="en-US" dirty="0" smtClean="0"/>
              <a:t>:</a:t>
            </a:r>
          </a:p>
          <a:p>
            <a:pPr marL="1428750" indent="-514350" algn="just">
              <a:buFont typeface="+mj-lt"/>
              <a:buAutoNum type="romanLcPeriod"/>
            </a:pPr>
            <a:r>
              <a:rPr lang="en-US" dirty="0" smtClean="0"/>
              <a:t>"</a:t>
            </a:r>
            <a:r>
              <a:rPr lang="en-US" dirty="0"/>
              <a:t>Congratulations</a:t>
            </a:r>
            <a:r>
              <a:rPr lang="en-US" dirty="0" smtClean="0"/>
              <a:t>!“</a:t>
            </a:r>
          </a:p>
          <a:p>
            <a:pPr marL="1428750" indent="-514350" algn="just">
              <a:buFont typeface="+mj-lt"/>
              <a:buAutoNum type="romanLcPeriod"/>
            </a:pPr>
            <a:r>
              <a:rPr lang="en-US" dirty="0" smtClean="0"/>
              <a:t>"</a:t>
            </a:r>
            <a:r>
              <a:rPr lang="en-US" dirty="0"/>
              <a:t>That's a high score</a:t>
            </a:r>
            <a:r>
              <a:rPr lang="en-US" dirty="0" smtClean="0"/>
              <a:t>.“</a:t>
            </a:r>
          </a:p>
          <a:p>
            <a:pPr marL="1428750" indent="-514350" algn="just">
              <a:buFont typeface="+mj-lt"/>
              <a:buAutoNum type="romanLcPeriod"/>
            </a:pPr>
            <a:r>
              <a:rPr lang="en-US" dirty="0" smtClean="0"/>
              <a:t>"</a:t>
            </a:r>
            <a:r>
              <a:rPr lang="en-US" dirty="0"/>
              <a:t>You deserve a pat on the back</a:t>
            </a:r>
            <a:r>
              <a:rPr lang="en-US" dirty="0" smtClean="0"/>
              <a:t>!“</a:t>
            </a:r>
          </a:p>
          <a:p>
            <a:pPr marL="800100" indent="-342900" algn="just">
              <a:buFont typeface="Arial" pitchFamily="34" charset="0"/>
              <a:buChar char="•"/>
            </a:pPr>
            <a:r>
              <a:rPr lang="en-US" dirty="0" smtClean="0"/>
              <a:t>Otherwise</a:t>
            </a:r>
            <a:r>
              <a:rPr lang="en-US" dirty="0"/>
              <a:t>, prints a single message: "Keep studying!"</a:t>
            </a:r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 smtClean="0"/>
              <a:t>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900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675272"/>
            <a:ext cx="5000047" cy="6182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6821"/>
            <a:ext cx="4800599" cy="655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446" y="2276621"/>
            <a:ext cx="4115354" cy="1990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1588" y="4800600"/>
            <a:ext cx="3603812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9307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2086</TotalTime>
  <Words>333</Words>
  <Application>Microsoft Office PowerPoint</Application>
  <PresentationFormat>On-screen Show (4:3)</PresentationFormat>
  <Paragraphs>50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Hardcover</vt:lpstr>
      <vt:lpstr>Programming Fundamentals</vt:lpstr>
      <vt:lpstr>Lab Task 1</vt:lpstr>
      <vt:lpstr>Program</vt:lpstr>
      <vt:lpstr>Lab Task 2</vt:lpstr>
      <vt:lpstr>PowerPoint Presentation</vt:lpstr>
      <vt:lpstr>Lab Task 3</vt:lpstr>
      <vt:lpstr>PowerPoint Presentation</vt:lpstr>
      <vt:lpstr>Lab Task 4</vt:lpstr>
      <vt:lpstr>PowerPoint Presentation</vt:lpstr>
      <vt:lpstr>Lab Task 5</vt:lpstr>
      <vt:lpstr>PowerPoint Presentation</vt:lpstr>
      <vt:lpstr>Lab Task 6</vt:lpstr>
      <vt:lpstr>PowerPoint Presentation</vt:lpstr>
      <vt:lpstr>Lab Task 7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90</cp:revision>
  <dcterms:created xsi:type="dcterms:W3CDTF">2023-02-13T17:33:34Z</dcterms:created>
  <dcterms:modified xsi:type="dcterms:W3CDTF">2025-10-07T16:37:52Z</dcterms:modified>
</cp:coreProperties>
</file>