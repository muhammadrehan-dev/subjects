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sldIdLst>
    <p:sldId id="275" r:id="rId2"/>
    <p:sldId id="311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41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7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Write </a:t>
            </a:r>
            <a:r>
              <a:rPr lang="en-US" b="1" dirty="0"/>
              <a:t>a menu driven C++ program that ask the user to choose the type in which he wants the output?</a:t>
            </a:r>
            <a:endParaRPr lang="en-US" dirty="0"/>
          </a:p>
          <a:p>
            <a:pPr marL="914400"/>
            <a:r>
              <a:rPr lang="en-US" b="1" dirty="0"/>
              <a:t>Either he wants to convert the entered Celsius temperature in to</a:t>
            </a:r>
            <a:r>
              <a:rPr lang="en-US" dirty="0"/>
              <a:t> </a:t>
            </a:r>
            <a:r>
              <a:rPr lang="en-US" b="1" dirty="0"/>
              <a:t>Fahrenheit or Kelvin?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545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76200"/>
            <a:ext cx="4629150" cy="481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105400"/>
            <a:ext cx="4495800" cy="135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066800"/>
            <a:ext cx="3709914" cy="613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514600"/>
            <a:ext cx="3709914" cy="629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886200"/>
            <a:ext cx="3709914" cy="618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5410200"/>
            <a:ext cx="3709914" cy="625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34000" y="609600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 1:</a:t>
            </a:r>
            <a:endParaRPr lang="en-US"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371514" y="2085915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 2:</a:t>
            </a:r>
            <a:endParaRPr lang="en-US" sz="20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371514" y="3352800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 3:</a:t>
            </a:r>
            <a:endParaRPr lang="en-US" sz="20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371513" y="4905345"/>
            <a:ext cx="8611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Issue: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61570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0"/>
            <a:ext cx="4899479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5105400"/>
            <a:ext cx="4979831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4099" y="5410200"/>
            <a:ext cx="4981979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240679" y="4829145"/>
            <a:ext cx="1103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1990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Write a C++ program to check whether a character is alphabet or not.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450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1"/>
            <a:ext cx="6842408" cy="5233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639" y="4495800"/>
            <a:ext cx="3853961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446" y="5686425"/>
            <a:ext cx="4030153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908431" y="4019490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 1:</a:t>
            </a:r>
            <a:endParaRPr lang="en-US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908431" y="5238690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 2: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5729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r>
              <a:rPr lang="en-US" b="1" dirty="0" smtClean="0"/>
              <a:t>Write </a:t>
            </a:r>
            <a:r>
              <a:rPr lang="en-US" b="1" dirty="0"/>
              <a:t>a C++ program to input angles of a triangle and check whether triangle is valid or not.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58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21" y="685801"/>
            <a:ext cx="5426679" cy="5061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447800"/>
            <a:ext cx="3067050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276600"/>
            <a:ext cx="3067050" cy="1100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5195112"/>
            <a:ext cx="3067050" cy="1101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883812" y="914399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 1:</a:t>
            </a:r>
            <a:endParaRPr 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908431" y="2800290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 2: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908431" y="4705290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 3: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4965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r>
              <a:rPr lang="en-US" b="1" dirty="0" smtClean="0"/>
              <a:t>Write </a:t>
            </a:r>
            <a:r>
              <a:rPr lang="en-US" b="1" dirty="0"/>
              <a:t>a C++ program to input angles of a triangle and check whether triangle is valid or </a:t>
            </a:r>
            <a:r>
              <a:rPr lang="en-US" b="1" dirty="0" smtClean="0"/>
              <a:t>not using Nested if.</a:t>
            </a:r>
            <a:endParaRPr lang="en-US" b="1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451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33637"/>
            <a:ext cx="5528563" cy="649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5776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Write </a:t>
            </a:r>
            <a:r>
              <a:rPr lang="en-US" b="1" dirty="0"/>
              <a:t>a C++ program to check whether a character is vowel or consonant.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651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76200"/>
            <a:ext cx="3286125" cy="481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924425"/>
            <a:ext cx="3533775" cy="193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533394"/>
            <a:ext cx="2937620" cy="700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1" y="4114800"/>
            <a:ext cx="2937620" cy="65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883812" y="2114490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 1: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883811" y="3710001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 2: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8570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930275" y="165100"/>
            <a:ext cx="7756525" cy="1054100"/>
          </a:xfrm>
        </p:spPr>
        <p:txBody>
          <a:bodyPr/>
          <a:lstStyle/>
          <a:p>
            <a:r>
              <a:rPr lang="en-US" dirty="0" smtClean="0"/>
              <a:t>Method 2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063" y="1371600"/>
            <a:ext cx="5624737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47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r>
              <a:rPr lang="en-US" b="1" dirty="0" smtClean="0"/>
              <a:t>Write </a:t>
            </a:r>
            <a:r>
              <a:rPr lang="en-US" b="1" dirty="0"/>
              <a:t>a menu driven C++ program for simple calculator using </a:t>
            </a:r>
            <a:r>
              <a:rPr lang="en-US" b="1" dirty="0" smtClean="0"/>
              <a:t>if else-if.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018263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4067175" cy="517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324475"/>
            <a:ext cx="3905250" cy="116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2638" y="2895600"/>
            <a:ext cx="2900362" cy="1715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867400" y="2438400"/>
            <a:ext cx="1103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3131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pPr algn="just"/>
            <a:r>
              <a:rPr lang="en-US" b="1" dirty="0"/>
              <a:t>Write a program to input three numbers and find </a:t>
            </a:r>
            <a:r>
              <a:rPr lang="en-US" b="1" dirty="0" smtClean="0"/>
              <a:t>largest </a:t>
            </a:r>
            <a:r>
              <a:rPr lang="en-US" b="1" dirty="0"/>
              <a:t>between all.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82477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400800" y="3181290"/>
            <a:ext cx="129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Output:</a:t>
            </a:r>
            <a:endParaRPr lang="en-US" sz="2000" b="1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09600"/>
            <a:ext cx="4114800" cy="5730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600510"/>
            <a:ext cx="24765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300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According to your grading system mark the user entered percentage as Grade A, B, C, D, F?</a:t>
            </a:r>
          </a:p>
          <a:p>
            <a:pPr marL="914400"/>
            <a:r>
              <a:rPr lang="pt-BR" dirty="0"/>
              <a:t>Percentage &gt;=90 A grade </a:t>
            </a:r>
            <a:endParaRPr lang="en-US" dirty="0"/>
          </a:p>
          <a:p>
            <a:pPr marL="914400"/>
            <a:r>
              <a:rPr lang="pt-BR" dirty="0" smtClean="0"/>
              <a:t>Percentage </a:t>
            </a:r>
            <a:r>
              <a:rPr lang="pt-BR" dirty="0"/>
              <a:t>&gt;=80 B grade </a:t>
            </a:r>
            <a:endParaRPr lang="en-US" dirty="0"/>
          </a:p>
          <a:p>
            <a:pPr marL="914400"/>
            <a:r>
              <a:rPr lang="pt-BR" dirty="0" smtClean="0"/>
              <a:t>Percentage </a:t>
            </a:r>
            <a:r>
              <a:rPr lang="pt-BR" dirty="0"/>
              <a:t>&gt;=70 C grade </a:t>
            </a:r>
            <a:endParaRPr lang="en-US" dirty="0"/>
          </a:p>
          <a:p>
            <a:pPr marL="914400"/>
            <a:r>
              <a:rPr lang="pt-BR" dirty="0" smtClean="0"/>
              <a:t>Percentage </a:t>
            </a:r>
            <a:r>
              <a:rPr lang="pt-BR" dirty="0"/>
              <a:t>&gt;=60 D grade </a:t>
            </a:r>
            <a:endParaRPr lang="en-US" dirty="0"/>
          </a:p>
          <a:p>
            <a:pPr marL="914400"/>
            <a:r>
              <a:rPr lang="pt-BR" dirty="0" smtClean="0"/>
              <a:t>Percentage </a:t>
            </a:r>
            <a:r>
              <a:rPr lang="pt-BR" dirty="0"/>
              <a:t>&gt;=40 E grade </a:t>
            </a:r>
            <a:endParaRPr lang="en-US" dirty="0"/>
          </a:p>
          <a:p>
            <a:pPr marL="914400"/>
            <a:r>
              <a:rPr lang="en-US" dirty="0" smtClean="0"/>
              <a:t>Percentage </a:t>
            </a:r>
            <a:r>
              <a:rPr lang="en-US" dirty="0"/>
              <a:t>&lt;40 F grade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35293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76201"/>
            <a:ext cx="303778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4800600"/>
            <a:ext cx="2743200" cy="1993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785" y="2667000"/>
            <a:ext cx="3244215" cy="6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785" y="4410162"/>
            <a:ext cx="3244216" cy="619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518785" y="2238346"/>
            <a:ext cx="129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Output 1:</a:t>
            </a:r>
            <a:endParaRPr 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518785" y="3886200"/>
            <a:ext cx="129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Output 2: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9815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Now let us write a program to determine the Chinese Zodiac sign for a given year. The Chinese Zodiac is based on a twelve-year cycle, each year being represented by an animal: rat, ox, tiger, rabbit, dragon, snake, horse, sheep, monkey, rooster, dog, and pig, in this cycle, as shown in Figure 3.6 (next slide</a:t>
            </a:r>
            <a:r>
              <a:rPr lang="en-US" dirty="0" smtClean="0"/>
              <a:t>).</a:t>
            </a:r>
          </a:p>
          <a:p>
            <a:r>
              <a:rPr lang="en-US" dirty="0" smtClean="0"/>
              <a:t>Note </a:t>
            </a:r>
            <a:r>
              <a:rPr lang="en-US" dirty="0"/>
              <a:t>that year % 12 determines the Zodiac sign. 1900 is the year of the rat since 1900 % 12 is 4. Write a program that prompts the user to enter a year and displays the animal for the year.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304800"/>
            <a:ext cx="7756263" cy="1054250"/>
          </a:xfrm>
        </p:spPr>
        <p:txBody>
          <a:bodyPr/>
          <a:lstStyle/>
          <a:p>
            <a:r>
              <a:rPr lang="en-US" dirty="0"/>
              <a:t>Task: Chinese Zodiac Year using Switch </a:t>
            </a:r>
          </a:p>
        </p:txBody>
      </p:sp>
    </p:spTree>
    <p:extLst>
      <p:ext uri="{BB962C8B-B14F-4D97-AF65-F5344CB8AC3E}">
        <p14:creationId xmlns:p14="http://schemas.microsoft.com/office/powerpoint/2010/main" val="734427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514600"/>
            <a:ext cx="7541201" cy="3606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688490" y="304800"/>
            <a:ext cx="7756263" cy="1054250"/>
          </a:xfrm>
        </p:spPr>
        <p:txBody>
          <a:bodyPr/>
          <a:lstStyle/>
          <a:p>
            <a:r>
              <a:rPr lang="en-US" dirty="0"/>
              <a:t>Task: Chinese Zodiac Year using Switch </a:t>
            </a:r>
          </a:p>
        </p:txBody>
      </p:sp>
    </p:spTree>
    <p:extLst>
      <p:ext uri="{BB962C8B-B14F-4D97-AF65-F5344CB8AC3E}">
        <p14:creationId xmlns:p14="http://schemas.microsoft.com/office/powerpoint/2010/main" val="284977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41898"/>
            <a:ext cx="2844519" cy="6025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2247" y="609600"/>
            <a:ext cx="2342753" cy="6057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539" y="641898"/>
            <a:ext cx="2667061" cy="3091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5149698"/>
            <a:ext cx="2844924" cy="874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896708" y="4643735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60570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b="1" dirty="0" smtClean="0"/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Ask </a:t>
            </a:r>
            <a:r>
              <a:rPr lang="en-US" b="1" dirty="0"/>
              <a:t>user to enter two numbers assign greater number to </a:t>
            </a:r>
            <a:r>
              <a:rPr lang="en-US" b="1" dirty="0" smtClean="0"/>
              <a:t>max </a:t>
            </a:r>
          </a:p>
          <a:p>
            <a:pPr marL="457200" indent="0" algn="just">
              <a:buNone/>
            </a:pPr>
            <a:r>
              <a:rPr lang="en-US" b="1" dirty="0" smtClean="0"/>
              <a:t>max = num1 &gt; num2 ? num1 : num2; 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139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"/>
            <a:ext cx="5500935" cy="5664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781800" y="4953000"/>
            <a:ext cx="1039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</a:t>
            </a:r>
            <a:endParaRPr lang="en-US" sz="2000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504669"/>
            <a:ext cx="2944001" cy="972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2642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b="1" dirty="0" smtClean="0"/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Ask </a:t>
            </a:r>
            <a:r>
              <a:rPr lang="en-US" b="1" dirty="0"/>
              <a:t>user to enter a number find if it is even or odd using ternary </a:t>
            </a:r>
            <a:r>
              <a:rPr lang="en-US" b="1" dirty="0" smtClean="0"/>
              <a:t>operators.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078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7366092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5494606"/>
            <a:ext cx="3643818" cy="1014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1095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pPr algn="just"/>
            <a:r>
              <a:rPr lang="en-US" b="1" dirty="0" smtClean="0"/>
              <a:t>Write </a:t>
            </a:r>
            <a:r>
              <a:rPr lang="en-US" b="1" dirty="0"/>
              <a:t>a C++ program </a:t>
            </a:r>
            <a:r>
              <a:rPr lang="en-US" b="1" dirty="0" smtClean="0"/>
              <a:t>that uses </a:t>
            </a:r>
            <a:r>
              <a:rPr lang="en-US" b="1" dirty="0"/>
              <a:t>the weekday number to </a:t>
            </a:r>
            <a:r>
              <a:rPr lang="en-US" b="1" dirty="0" smtClean="0"/>
              <a:t>show </a:t>
            </a:r>
            <a:r>
              <a:rPr lang="en-US" b="1" dirty="0"/>
              <a:t>the weekday </a:t>
            </a:r>
            <a:r>
              <a:rPr lang="en-US" b="1" dirty="0" smtClean="0"/>
              <a:t>name.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189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4918"/>
            <a:ext cx="3352800" cy="6618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801" y="174919"/>
            <a:ext cx="3574592" cy="4549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0778" y="5691188"/>
            <a:ext cx="2906022" cy="785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780778" y="5177135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0889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pPr algn="just"/>
            <a:r>
              <a:rPr lang="en-US" b="1" dirty="0" smtClean="0"/>
              <a:t>Write </a:t>
            </a:r>
            <a:r>
              <a:rPr lang="en-US" b="1" dirty="0"/>
              <a:t>C++ program for simple calculator using </a:t>
            </a:r>
            <a:r>
              <a:rPr lang="en-US" b="1" dirty="0" smtClean="0"/>
              <a:t>switch.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321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31865"/>
            <a:ext cx="6399987" cy="545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486400"/>
            <a:ext cx="6781800" cy="1356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28600"/>
            <a:ext cx="4263081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252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pPr algn="just"/>
            <a:r>
              <a:rPr lang="en-US" b="1" dirty="0" smtClean="0"/>
              <a:t>Write </a:t>
            </a:r>
            <a:r>
              <a:rPr lang="en-US" b="1" dirty="0"/>
              <a:t>a C++ program to check whether a character is vowel or </a:t>
            </a:r>
            <a:r>
              <a:rPr lang="en-US" b="1" dirty="0" smtClean="0"/>
              <a:t>consonant using switch.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151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04799"/>
            <a:ext cx="3303512" cy="458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072" y="304799"/>
            <a:ext cx="2681840" cy="458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6629400"/>
            <a:ext cx="1679331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305425"/>
            <a:ext cx="2825574" cy="79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3895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2092</TotalTime>
  <Words>493</Words>
  <Application>Microsoft Office PowerPoint</Application>
  <PresentationFormat>On-screen Show (4:3)</PresentationFormat>
  <Paragraphs>85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Hardcover</vt:lpstr>
      <vt:lpstr>Programming Fundamentals</vt:lpstr>
      <vt:lpstr>Lab Task 1</vt:lpstr>
      <vt:lpstr>PowerPoint Presentation</vt:lpstr>
      <vt:lpstr>PowerPoint Presentation</vt:lpstr>
      <vt:lpstr>Lab Task 2</vt:lpstr>
      <vt:lpstr>PowerPoint Presentation</vt:lpstr>
      <vt:lpstr>Lab Task 3</vt:lpstr>
      <vt:lpstr>PowerPoint Presentation</vt:lpstr>
      <vt:lpstr>Lab Task 4</vt:lpstr>
      <vt:lpstr>PowerPoint Presentation</vt:lpstr>
      <vt:lpstr>Lab Task 5</vt:lpstr>
      <vt:lpstr>PowerPoint Presentation</vt:lpstr>
      <vt:lpstr>Method 2</vt:lpstr>
      <vt:lpstr>Lab Task 6</vt:lpstr>
      <vt:lpstr>PowerPoint Presentation</vt:lpstr>
      <vt:lpstr>Lab Task 7</vt:lpstr>
      <vt:lpstr>PowerPoint Presentation</vt:lpstr>
      <vt:lpstr>Lab Task 8</vt:lpstr>
      <vt:lpstr>PowerPoint Presentation</vt:lpstr>
      <vt:lpstr>Task: Chinese Zodiac Year using Switch </vt:lpstr>
      <vt:lpstr>Task: Chinese Zodiac Year using Switch </vt:lpstr>
      <vt:lpstr>PowerPoint Presentation</vt:lpstr>
      <vt:lpstr>Lab Task 10</vt:lpstr>
      <vt:lpstr>PowerPoint Presentation</vt:lpstr>
      <vt:lpstr>Lab Task 11</vt:lpstr>
      <vt:lpstr>PowerPoint Presentation</vt:lpstr>
      <vt:lpstr>Lab Task 12</vt:lpstr>
      <vt:lpstr>PowerPoint Presentation</vt:lpstr>
      <vt:lpstr>Lab Task 13</vt:lpstr>
      <vt:lpstr>PowerPoint Presentation</vt:lpstr>
      <vt:lpstr>Lab Task 14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93</cp:revision>
  <dcterms:created xsi:type="dcterms:W3CDTF">2023-02-13T17:33:34Z</dcterms:created>
  <dcterms:modified xsi:type="dcterms:W3CDTF">2025-10-17T19:38:36Z</dcterms:modified>
</cp:coreProperties>
</file>