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9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function named </a:t>
            </a:r>
            <a:r>
              <a:rPr lang="en-US" b="1" dirty="0" err="1"/>
              <a:t>displayGreeting</a:t>
            </a:r>
            <a:r>
              <a:rPr lang="en-US" b="1" dirty="0"/>
              <a:t> that prints "Hello, World!" to the console. Call this function from main.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62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7391400" cy="6500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564731"/>
            <a:ext cx="2324465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717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b="1" dirty="0"/>
              <a:t>Create a function named </a:t>
            </a:r>
            <a:r>
              <a:rPr lang="en-US" b="1" dirty="0" err="1"/>
              <a:t>addNumbers</a:t>
            </a:r>
            <a:r>
              <a:rPr lang="en-US" b="1" dirty="0"/>
              <a:t> that takes two </a:t>
            </a:r>
            <a:r>
              <a:rPr lang="en-US" b="1" dirty="0" smtClean="0"/>
              <a:t>user entered integers </a:t>
            </a:r>
            <a:r>
              <a:rPr lang="en-US" b="1" dirty="0"/>
              <a:t>as parameters, adds them, and </a:t>
            </a:r>
            <a:r>
              <a:rPr lang="en-US" b="1" dirty="0" smtClean="0"/>
              <a:t>prints </a:t>
            </a:r>
            <a:r>
              <a:rPr lang="en-US" b="1" dirty="0"/>
              <a:t>the sum. Call this function from </a:t>
            </a:r>
            <a:r>
              <a:rPr lang="en-US" b="1" dirty="0" smtClean="0"/>
              <a:t>main.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2997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903783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669" y="4495800"/>
            <a:ext cx="3791201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9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marL="0" indent="0" algn="just">
              <a:buNone/>
            </a:pPr>
            <a:endParaRPr lang="en-US" b="1" dirty="0" smtClean="0"/>
          </a:p>
          <a:p>
            <a:pPr algn="just"/>
            <a:r>
              <a:rPr lang="en-US" b="1" dirty="0"/>
              <a:t>Create a function named </a:t>
            </a:r>
            <a:r>
              <a:rPr lang="en-US" b="1" dirty="0" err="1"/>
              <a:t>printEvenOrOdd</a:t>
            </a:r>
            <a:r>
              <a:rPr lang="en-US" b="1" dirty="0"/>
              <a:t> that takes an integer parameter and prints whether the number is "Even" or "Odd". Call this function with a </a:t>
            </a:r>
            <a:r>
              <a:rPr lang="en-US" b="1" dirty="0" smtClean="0"/>
              <a:t>user entered number.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23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5715000" cy="6615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637012"/>
            <a:ext cx="3045074" cy="88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11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Define </a:t>
            </a:r>
            <a:r>
              <a:rPr lang="en-US" b="1" dirty="0"/>
              <a:t>a function called </a:t>
            </a:r>
            <a:r>
              <a:rPr lang="en-US" b="1" dirty="0" err="1"/>
              <a:t>printRectangle</a:t>
            </a:r>
            <a:r>
              <a:rPr lang="en-US" b="1" dirty="0"/>
              <a:t> that takes </a:t>
            </a:r>
            <a:r>
              <a:rPr lang="en-US" b="1" dirty="0" smtClean="0"/>
              <a:t>user entered width </a:t>
            </a:r>
            <a:r>
              <a:rPr lang="en-US" b="1" dirty="0"/>
              <a:t>and height as parameters and prints the rectangle shape made of * characters. Call this function with sample values.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717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399"/>
            <a:ext cx="5029200" cy="6574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124200"/>
            <a:ext cx="3180229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641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2179</TotalTime>
  <Words>130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Hardcover</vt:lpstr>
      <vt:lpstr>Programming Fundamentals</vt:lpstr>
      <vt:lpstr>Lab Task 1</vt:lpstr>
      <vt:lpstr>PowerPoint Presentation</vt:lpstr>
      <vt:lpstr>Lab Task 2</vt:lpstr>
      <vt:lpstr>PowerPoint Presentation</vt:lpstr>
      <vt:lpstr>Lab Task 3</vt:lpstr>
      <vt:lpstr>PowerPoint Presentation</vt:lpstr>
      <vt:lpstr>Lab Task 4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111</cp:revision>
  <dcterms:created xsi:type="dcterms:W3CDTF">2023-02-13T17:33:34Z</dcterms:created>
  <dcterms:modified xsi:type="dcterms:W3CDTF">2025-12-25T11:40:07Z</dcterms:modified>
</cp:coreProperties>
</file>