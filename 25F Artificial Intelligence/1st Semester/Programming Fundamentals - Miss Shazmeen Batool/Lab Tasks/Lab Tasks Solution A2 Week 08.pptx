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takes data in 2’D array based on the number of rows and columns entered by user.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09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7234829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172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to declare a 2D array which can store marks of 3 subjects of 5 students.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6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7" y="75009"/>
            <a:ext cx="8129494" cy="647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3124200" cy="396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26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add two 2’D Arrays.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7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4400403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4582886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97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that performs subtraction on two 2’D Arrays.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6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the sum of left diagonal.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239322"/>
            <a:ext cx="8305801" cy="4170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86200" y="177225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1/2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5442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400"/>
            <a:ext cx="5999864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 rot="16200000">
            <a:off x="-11220" y="2855445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2/2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3503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16200000">
            <a:off x="2" y="2855445"/>
            <a:ext cx="1548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Output</a:t>
            </a:r>
            <a:endParaRPr lang="en-US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0"/>
            <a:ext cx="5410200" cy="4963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474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the sum of </a:t>
            </a:r>
            <a:r>
              <a:rPr lang="en-US" b="1" dirty="0" smtClean="0"/>
              <a:t>right </a:t>
            </a:r>
            <a:r>
              <a:rPr lang="en-US" b="1" dirty="0"/>
              <a:t>diagonal.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12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7" y="1143000"/>
            <a:ext cx="894725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86200" y="177225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1/2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2666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16200000">
            <a:off x="152400" y="2503380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2/2</a:t>
            </a:r>
            <a:endParaRPr 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"/>
            <a:ext cx="5410200" cy="637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16200000">
            <a:off x="163622" y="2503380"/>
            <a:ext cx="1548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Output</a:t>
            </a:r>
            <a:endParaRPr lang="en-US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"/>
            <a:ext cx="61722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6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r>
              <a:rPr lang="en-US" b="1" dirty="0"/>
              <a:t>Write a C++ program to generate transpose </a:t>
            </a:r>
            <a:r>
              <a:rPr lang="en-US" b="1" dirty="0" smtClean="0"/>
              <a:t>of matrix.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2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86200" y="177225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1/2</a:t>
            </a:r>
            <a:endParaRPr lang="en-US" sz="32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98700"/>
            <a:ext cx="8878469" cy="590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289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152400" y="2503380"/>
            <a:ext cx="1571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Part 2/2</a:t>
            </a:r>
            <a:endParaRPr lang="en-US" sz="3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76200"/>
            <a:ext cx="4916938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430502"/>
            <a:ext cx="4916938" cy="1427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81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163622" y="2503380"/>
            <a:ext cx="1548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Output</a:t>
            </a:r>
            <a:endParaRPr 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43840"/>
            <a:ext cx="5029200" cy="637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77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2120</TotalTime>
  <Words>146</Words>
  <Application>Microsoft Office PowerPoint</Application>
  <PresentationFormat>On-screen Show (4:3)</PresentationFormat>
  <Paragraphs>46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Lab Task 5</vt:lpstr>
      <vt:lpstr>PowerPoint Presentation</vt:lpstr>
      <vt:lpstr>PowerPoint Presentation</vt:lpstr>
      <vt:lpstr>PowerPoint Presentation</vt:lpstr>
      <vt:lpstr>Lab Task 6</vt:lpstr>
      <vt:lpstr>PowerPoint Presentation</vt:lpstr>
      <vt:lpstr>PowerPoint Presentation</vt:lpstr>
      <vt:lpstr>PowerPoint Presentation</vt:lpstr>
      <vt:lpstr>Lab Task 7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102</cp:revision>
  <dcterms:created xsi:type="dcterms:W3CDTF">2023-02-13T17:33:34Z</dcterms:created>
  <dcterms:modified xsi:type="dcterms:W3CDTF">2025-12-25T11:37:24Z</dcterms:modified>
</cp:coreProperties>
</file>