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3/2/2023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1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Print the message "This is a C++ program" on one line.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19450"/>
            <a:ext cx="3957499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102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Print the message "This is a C++ program" on two lines. End the first line with C</a:t>
            </a:r>
            <a:r>
              <a:rPr lang="en-US" dirty="0" smtClean="0"/>
              <a:t>++.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81350"/>
            <a:ext cx="3962400" cy="302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669" y="3200400"/>
            <a:ext cx="4479131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677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Print the message "This is a C++ program" with each word on a separate line.</a:t>
            </a:r>
          </a:p>
          <a:p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85012"/>
            <a:ext cx="2895600" cy="339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510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Print the message "This is a C++ program" with each word on a separate line.</a:t>
            </a:r>
          </a:p>
          <a:p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52800"/>
            <a:ext cx="8352431" cy="2504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80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a </a:t>
            </a:r>
            <a:r>
              <a:rPr lang="en-US" dirty="0"/>
              <a:t>C</a:t>
            </a:r>
            <a:r>
              <a:rPr lang="en-US" dirty="0" smtClean="0"/>
              <a:t>++ program that evaluate “5+3” and display result on screen.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76600"/>
            <a:ext cx="4038600" cy="2517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814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667</TotalTime>
  <Words>101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Hardcover</vt:lpstr>
      <vt:lpstr>Programming Fundamentals</vt:lpstr>
      <vt:lpstr>Task</vt:lpstr>
      <vt:lpstr>Task</vt:lpstr>
      <vt:lpstr>Task</vt:lpstr>
      <vt:lpstr>Task</vt:lpstr>
      <vt:lpstr>Task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problem solving</dc:title>
  <dc:creator>p06</dc:creator>
  <cp:lastModifiedBy>p06</cp:lastModifiedBy>
  <cp:revision>49</cp:revision>
  <dcterms:created xsi:type="dcterms:W3CDTF">2023-01-14T12:48:14Z</dcterms:created>
  <dcterms:modified xsi:type="dcterms:W3CDTF">2023-03-01T19:04:58Z</dcterms:modified>
</cp:coreProperties>
</file>