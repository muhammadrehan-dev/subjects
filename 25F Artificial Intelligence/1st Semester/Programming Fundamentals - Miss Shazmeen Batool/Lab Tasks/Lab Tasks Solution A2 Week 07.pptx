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39" r:id="rId20"/>
    <p:sldId id="316" r:id="rId21"/>
    <p:sldId id="317" r:id="rId22"/>
    <p:sldId id="318" r:id="rId23"/>
    <p:sldId id="31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code to print the sum of all the elements in the array.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22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04800"/>
            <a:ext cx="7267576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973" y="1219200"/>
            <a:ext cx="17907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204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marL="0" indent="0" algn="just">
              <a:buNone/>
            </a:pPr>
            <a:endParaRPr lang="en-US" b="1" dirty="0" smtClean="0"/>
          </a:p>
          <a:p>
            <a:pPr algn="just"/>
            <a:r>
              <a:rPr lang="en-US" b="1" dirty="0" smtClean="0"/>
              <a:t>Read </a:t>
            </a:r>
            <a:r>
              <a:rPr lang="en-US" b="1" dirty="0"/>
              <a:t>the entries of an array of 5 integers from a user. Print the sum of all the elements in the array.</a:t>
            </a:r>
          </a:p>
          <a:p>
            <a:pPr algn="just"/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9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28599"/>
            <a:ext cx="6781801" cy="641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663" y="4319081"/>
            <a:ext cx="2624137" cy="2005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87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Read the entries of an array of 10 integers from a user. </a:t>
            </a:r>
            <a:endParaRPr lang="en-US" b="1" dirty="0" smtClean="0"/>
          </a:p>
          <a:p>
            <a:pPr indent="0">
              <a:buNone/>
            </a:pPr>
            <a:r>
              <a:rPr lang="en-US" b="1" dirty="0" smtClean="0"/>
              <a:t>Compute </a:t>
            </a:r>
            <a:r>
              <a:rPr lang="en-US" b="1" dirty="0"/>
              <a:t>x as the average of the 10 entries and then compute the average and display those entries that are greater than or equal to x. </a:t>
            </a:r>
            <a:endParaRPr lang="en-US" b="1" dirty="0" smtClean="0"/>
          </a:p>
          <a:p>
            <a:pPr indent="0">
              <a:buNone/>
            </a:pPr>
            <a:r>
              <a:rPr lang="en-US" b="1" dirty="0" smtClean="0"/>
              <a:t>Print </a:t>
            </a:r>
            <a:r>
              <a:rPr lang="en-US" b="1" dirty="0"/>
              <a:t>this final average.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2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018168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152400"/>
            <a:ext cx="3771900" cy="297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730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Write </a:t>
            </a:r>
            <a:r>
              <a:rPr lang="en-US" b="1" dirty="0"/>
              <a:t>a code to find maximum </a:t>
            </a:r>
            <a:r>
              <a:rPr lang="en-US" b="1" dirty="0" smtClean="0"/>
              <a:t>number in array</a:t>
            </a:r>
            <a:r>
              <a:rPr lang="en-US" b="1" dirty="0"/>
              <a:t>. 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64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399"/>
            <a:ext cx="6096000" cy="6596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198" y="2724150"/>
            <a:ext cx="3727343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287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Write </a:t>
            </a:r>
            <a:r>
              <a:rPr lang="en-US" b="1" dirty="0"/>
              <a:t>a code to </a:t>
            </a:r>
            <a:r>
              <a:rPr lang="en-US" b="1" dirty="0" smtClean="0"/>
              <a:t>find minimum </a:t>
            </a:r>
            <a:r>
              <a:rPr lang="en-US" b="1" dirty="0"/>
              <a:t>number in array. 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7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0487"/>
            <a:ext cx="6172200" cy="668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664" y="3040881"/>
            <a:ext cx="3636861" cy="1988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74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a code to swap the value of 2</a:t>
            </a:r>
            <a:r>
              <a:rPr lang="en-US" b="1" baseline="30000" dirty="0" smtClean="0"/>
              <a:t>nd</a:t>
            </a:r>
            <a:r>
              <a:rPr lang="en-US" b="1" dirty="0" smtClean="0"/>
              <a:t> and 3</a:t>
            </a:r>
            <a:r>
              <a:rPr lang="en-US" b="1" baseline="30000" dirty="0" smtClean="0"/>
              <a:t>rd</a:t>
            </a:r>
            <a:r>
              <a:rPr lang="en-US" b="1" dirty="0" smtClean="0"/>
              <a:t> element of the array.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33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4953000" cy="6053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200400"/>
            <a:ext cx="3502583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173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</a:t>
            </a:r>
            <a:r>
              <a:rPr lang="en-US" b="1" dirty="0" smtClean="0"/>
              <a:t>numbers </a:t>
            </a:r>
            <a:r>
              <a:rPr lang="en-US" b="1" dirty="0"/>
              <a:t>from </a:t>
            </a:r>
            <a:r>
              <a:rPr lang="en-US" b="1" dirty="0" smtClean="0"/>
              <a:t>user in an array, </a:t>
            </a:r>
            <a:r>
              <a:rPr lang="en-US" b="1" dirty="0"/>
              <a:t>sort them in </a:t>
            </a:r>
            <a:r>
              <a:rPr lang="en-US" b="1" dirty="0" smtClean="0"/>
              <a:t>ascending </a:t>
            </a:r>
            <a:r>
              <a:rPr lang="en-US" b="1" dirty="0"/>
              <a:t>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28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4152900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181600"/>
            <a:ext cx="3882189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909763"/>
            <a:ext cx="3076575" cy="3745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5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</a:t>
            </a:r>
            <a:r>
              <a:rPr lang="en-US" b="1" dirty="0" smtClean="0"/>
              <a:t>numbers </a:t>
            </a:r>
            <a:r>
              <a:rPr lang="en-US" b="1" dirty="0"/>
              <a:t>from </a:t>
            </a:r>
            <a:r>
              <a:rPr lang="en-US" b="1" dirty="0" smtClean="0"/>
              <a:t>user in an array, </a:t>
            </a:r>
            <a:r>
              <a:rPr lang="en-US" b="1" dirty="0"/>
              <a:t>sort them </a:t>
            </a:r>
            <a:r>
              <a:rPr lang="en-US" b="1" dirty="0" smtClean="0"/>
              <a:t>in descending </a:t>
            </a:r>
            <a:r>
              <a:rPr lang="en-US" b="1" dirty="0"/>
              <a:t>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84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413385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181600"/>
            <a:ext cx="3810000" cy="1504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244" y="2505075"/>
            <a:ext cx="3344556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85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array of 5 numbers from user, now print them in reverse 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1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1"/>
            <a:ext cx="6988681" cy="642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810000"/>
            <a:ext cx="3043122" cy="285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6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Take 10 float numbers from user, now find second greatest number from array.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8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0"/>
            <a:ext cx="3987622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13810"/>
            <a:ext cx="4343400" cy="2967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500" y="2219324"/>
            <a:ext cx="38961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87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pPr algn="just"/>
            <a:r>
              <a:rPr lang="en-US" b="1" dirty="0"/>
              <a:t>Write a C++ program to search any element in an array.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81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8" y="304800"/>
            <a:ext cx="4378436" cy="3647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27" y="304800"/>
            <a:ext cx="4356074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444193"/>
            <a:ext cx="4183801" cy="2032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834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2112</TotalTime>
  <Words>229</Words>
  <Application>Microsoft Office PowerPoint</Application>
  <PresentationFormat>On-screen Show (4:3)</PresentationFormat>
  <Paragraphs>51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Hardcover</vt:lpstr>
      <vt:lpstr>Programming Fundamentals</vt:lpstr>
      <vt:lpstr>Lab Task 1</vt:lpstr>
      <vt:lpstr>PowerPoint Presentation</vt:lpstr>
      <vt:lpstr>Lab Task 2</vt:lpstr>
      <vt:lpstr>PowerPoint Presentation</vt:lpstr>
      <vt:lpstr>Lab Task 3</vt:lpstr>
      <vt:lpstr>PowerPoint Presentation</vt:lpstr>
      <vt:lpstr>Lab Task 4</vt:lpstr>
      <vt:lpstr>PowerPoint Presentation</vt:lpstr>
      <vt:lpstr>Lab Task 5</vt:lpstr>
      <vt:lpstr>PowerPoint Presentation</vt:lpstr>
      <vt:lpstr>Lab Task 6</vt:lpstr>
      <vt:lpstr>PowerPoint Presentation</vt:lpstr>
      <vt:lpstr>Lab Task 7</vt:lpstr>
      <vt:lpstr>PowerPoint Presentation</vt:lpstr>
      <vt:lpstr>Lab Task 8</vt:lpstr>
      <vt:lpstr>PowerPoint Presentation</vt:lpstr>
      <vt:lpstr>Lab Task 9</vt:lpstr>
      <vt:lpstr>PowerPoint Presentation</vt:lpstr>
      <vt:lpstr>Lab Task 10</vt:lpstr>
      <vt:lpstr>PowerPoint Presentation</vt:lpstr>
      <vt:lpstr>Lab Task 11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101</cp:revision>
  <dcterms:created xsi:type="dcterms:W3CDTF">2023-02-13T17:33:34Z</dcterms:created>
  <dcterms:modified xsi:type="dcterms:W3CDTF">2025-12-25T11:36:37Z</dcterms:modified>
</cp:coreProperties>
</file>