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75" r:id="rId2"/>
    <p:sldId id="298" r:id="rId3"/>
    <p:sldId id="300" r:id="rId4"/>
    <p:sldId id="302" r:id="rId5"/>
    <p:sldId id="304" r:id="rId6"/>
    <p:sldId id="306" r:id="rId7"/>
    <p:sldId id="308" r:id="rId8"/>
    <p:sldId id="310" r:id="rId9"/>
    <p:sldId id="312" r:id="rId10"/>
    <p:sldId id="314" r:id="rId11"/>
    <p:sldId id="316" r:id="rId12"/>
    <p:sldId id="318" r:id="rId13"/>
    <p:sldId id="320" r:id="rId14"/>
    <p:sldId id="322" r:id="rId15"/>
    <p:sldId id="324" r:id="rId16"/>
    <p:sldId id="326" r:id="rId17"/>
    <p:sldId id="327" r:id="rId18"/>
    <p:sldId id="331" r:id="rId19"/>
    <p:sldId id="33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code to print the sum of all the elements in the array.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22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marL="0" indent="0" algn="just">
              <a:buNone/>
            </a:pPr>
            <a:endParaRPr lang="en-US" b="1" dirty="0" smtClean="0"/>
          </a:p>
          <a:p>
            <a:pPr algn="just"/>
            <a:r>
              <a:rPr lang="en-US" b="1" dirty="0" smtClean="0"/>
              <a:t>Read </a:t>
            </a:r>
            <a:r>
              <a:rPr lang="en-US" b="1" dirty="0"/>
              <a:t>the entries of an array of 5 integers from a user. Print the sum of all the elements in the array.</a:t>
            </a:r>
          </a:p>
          <a:p>
            <a:pPr algn="just"/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9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Read the entries of an array of 10 integers from a user. </a:t>
            </a:r>
            <a:endParaRPr lang="en-US" b="1" dirty="0" smtClean="0"/>
          </a:p>
          <a:p>
            <a:pPr indent="0">
              <a:buNone/>
            </a:pPr>
            <a:r>
              <a:rPr lang="en-US" b="1" dirty="0" smtClean="0"/>
              <a:t>Compute </a:t>
            </a:r>
            <a:r>
              <a:rPr lang="en-US" b="1" dirty="0"/>
              <a:t>x as the average of the 10 entries and then compute the average and display those entries that are greater than or equal to x. </a:t>
            </a:r>
            <a:endParaRPr lang="en-US" b="1" dirty="0" smtClean="0"/>
          </a:p>
          <a:p>
            <a:pPr indent="0">
              <a:buNone/>
            </a:pPr>
            <a:r>
              <a:rPr lang="en-US" b="1" dirty="0" smtClean="0"/>
              <a:t>Print </a:t>
            </a:r>
            <a:r>
              <a:rPr lang="en-US" b="1" dirty="0"/>
              <a:t>this final average.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12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Write </a:t>
            </a:r>
            <a:r>
              <a:rPr lang="en-US" b="1" dirty="0"/>
              <a:t>a code to find maximum </a:t>
            </a:r>
            <a:r>
              <a:rPr lang="en-US" b="1" dirty="0" smtClean="0"/>
              <a:t>number in array</a:t>
            </a:r>
            <a:r>
              <a:rPr lang="en-US" b="1" dirty="0"/>
              <a:t>. 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640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Write </a:t>
            </a:r>
            <a:r>
              <a:rPr lang="en-US" b="1" dirty="0"/>
              <a:t>a code to </a:t>
            </a:r>
            <a:r>
              <a:rPr lang="en-US" b="1" dirty="0" smtClean="0"/>
              <a:t>find minimum </a:t>
            </a:r>
            <a:r>
              <a:rPr lang="en-US" b="1" dirty="0"/>
              <a:t>number in array. 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67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r>
              <a:rPr lang="en-US" b="1" dirty="0" smtClean="0"/>
              <a:t>Write a code to swap the value of 2</a:t>
            </a:r>
            <a:r>
              <a:rPr lang="en-US" b="1" baseline="30000" dirty="0" smtClean="0"/>
              <a:t>nd</a:t>
            </a:r>
            <a:r>
              <a:rPr lang="en-US" b="1" dirty="0" smtClean="0"/>
              <a:t> and 3</a:t>
            </a:r>
            <a:r>
              <a:rPr lang="en-US" b="1" baseline="30000" dirty="0" smtClean="0"/>
              <a:t>rd</a:t>
            </a:r>
            <a:r>
              <a:rPr lang="en-US" b="1" dirty="0" smtClean="0"/>
              <a:t> element of the array.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33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/>
              <a:t>Take </a:t>
            </a:r>
            <a:r>
              <a:rPr lang="en-US" b="1" dirty="0" smtClean="0"/>
              <a:t>numbers </a:t>
            </a:r>
            <a:r>
              <a:rPr lang="en-US" b="1" dirty="0"/>
              <a:t>from </a:t>
            </a:r>
            <a:r>
              <a:rPr lang="en-US" b="1" dirty="0" smtClean="0"/>
              <a:t>user in an array, </a:t>
            </a:r>
            <a:r>
              <a:rPr lang="en-US" b="1" dirty="0"/>
              <a:t>sort them in </a:t>
            </a:r>
            <a:r>
              <a:rPr lang="en-US" b="1" dirty="0" smtClean="0"/>
              <a:t>ascending </a:t>
            </a:r>
            <a:r>
              <a:rPr lang="en-US" b="1" dirty="0"/>
              <a:t>order.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28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/>
              <a:t>Take </a:t>
            </a:r>
            <a:r>
              <a:rPr lang="en-US" b="1" dirty="0" smtClean="0"/>
              <a:t>numbers </a:t>
            </a:r>
            <a:r>
              <a:rPr lang="en-US" b="1" dirty="0"/>
              <a:t>from </a:t>
            </a:r>
            <a:r>
              <a:rPr lang="en-US" b="1" dirty="0" smtClean="0"/>
              <a:t>user in an array, </a:t>
            </a:r>
            <a:r>
              <a:rPr lang="en-US" b="1" dirty="0"/>
              <a:t>sort them </a:t>
            </a:r>
            <a:r>
              <a:rPr lang="en-US" b="1" dirty="0" smtClean="0"/>
              <a:t>in descending </a:t>
            </a:r>
            <a:r>
              <a:rPr lang="en-US" b="1" dirty="0"/>
              <a:t>order.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84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/>
              <a:t>Take array of 5 numbers from user, now print them in reverse order.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1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/>
              <a:t>Take 10 float numbers from user, now find second greatest number from array.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8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pPr algn="just"/>
            <a:r>
              <a:rPr lang="en-US" b="1" dirty="0"/>
              <a:t>Write a C++ program to search any element in an array.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81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C++ program that takes data in 2’D array based on the number of rows and columns entered by user.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30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C++ program to declare a 2D array which can store marks of 3 subjects of 5 students.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723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C++ program that add two 2’D Arrays.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03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C++ program that performs subtraction on two 2’D Arrays.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08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r>
              <a:rPr lang="en-US" b="1" dirty="0"/>
              <a:t>Write a C++ program to generate the sum of left diagonal.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0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r>
              <a:rPr lang="en-US" b="1" dirty="0"/>
              <a:t>Write a C++ program to generate the sum of </a:t>
            </a:r>
            <a:r>
              <a:rPr lang="en-US" b="1" dirty="0" smtClean="0"/>
              <a:t>right </a:t>
            </a:r>
            <a:r>
              <a:rPr lang="en-US" b="1" dirty="0"/>
              <a:t>diagonal.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09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r>
              <a:rPr lang="en-US" b="1" dirty="0"/>
              <a:t>Write a C++ program to generate transpose </a:t>
            </a:r>
            <a:r>
              <a:rPr lang="en-US" b="1" dirty="0" smtClean="0"/>
              <a:t>of matrix.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2111</TotalTime>
  <Words>355</Words>
  <Application>Microsoft Office PowerPoint</Application>
  <PresentationFormat>On-screen Show (4:3)</PresentationFormat>
  <Paragraphs>85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Hardcover</vt:lpstr>
      <vt:lpstr>Programming Fundamentals</vt:lpstr>
      <vt:lpstr>Lab Task 1</vt:lpstr>
      <vt:lpstr>Lab Task 2</vt:lpstr>
      <vt:lpstr>Lab Task 3</vt:lpstr>
      <vt:lpstr>Lab Task 4</vt:lpstr>
      <vt:lpstr>Lab Task 5</vt:lpstr>
      <vt:lpstr>Lab Task 6</vt:lpstr>
      <vt:lpstr>Lab Task 7</vt:lpstr>
      <vt:lpstr>Lab Task 8</vt:lpstr>
      <vt:lpstr>Lab Task 9</vt:lpstr>
      <vt:lpstr>Lab Task 10</vt:lpstr>
      <vt:lpstr>Lab Task 11</vt:lpstr>
      <vt:lpstr>Lab Task 12</vt:lpstr>
      <vt:lpstr>Lab Task 13</vt:lpstr>
      <vt:lpstr>Lab Task 14</vt:lpstr>
      <vt:lpstr>Lab Task 15</vt:lpstr>
      <vt:lpstr>Lab Task 16</vt:lpstr>
      <vt:lpstr>Lab Task 17</vt:lpstr>
      <vt:lpstr>Lab Task 18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101</cp:revision>
  <dcterms:created xsi:type="dcterms:W3CDTF">2023-02-13T17:33:34Z</dcterms:created>
  <dcterms:modified xsi:type="dcterms:W3CDTF">2025-11-12T16:17:17Z</dcterms:modified>
</cp:coreProperties>
</file>