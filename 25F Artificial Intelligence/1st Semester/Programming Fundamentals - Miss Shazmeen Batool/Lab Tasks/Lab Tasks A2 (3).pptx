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300" r:id="rId3"/>
    <p:sldId id="302" r:id="rId4"/>
    <p:sldId id="304" r:id="rId5"/>
    <p:sldId id="281" r:id="rId6"/>
    <p:sldId id="283" r:id="rId7"/>
    <p:sldId id="309" r:id="rId8"/>
    <p:sldId id="30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248347"/>
            <a:ext cx="7745505" cy="3877815"/>
          </a:xfrm>
        </p:spPr>
        <p:txBody>
          <a:bodyPr>
            <a:normAutofit/>
          </a:bodyPr>
          <a:lstStyle/>
          <a:p>
            <a:r>
              <a:rPr lang="en-US" b="1" dirty="0"/>
              <a:t>Print Diamond using escape sequence “\n” </a:t>
            </a:r>
            <a:r>
              <a:rPr lang="en-US" b="1" dirty="0" smtClean="0"/>
              <a:t>and “\</a:t>
            </a:r>
            <a:r>
              <a:rPr lang="en-US" b="1" dirty="0"/>
              <a:t>t”? In single </a:t>
            </a:r>
            <a:r>
              <a:rPr lang="en-US" b="1" dirty="0" err="1"/>
              <a:t>cout</a:t>
            </a:r>
            <a:r>
              <a:rPr lang="en-US" b="1" dirty="0"/>
              <a:t> </a:t>
            </a:r>
            <a:r>
              <a:rPr lang="en-US" b="1" dirty="0" smtClean="0"/>
              <a:t>statement?</a:t>
            </a:r>
            <a:r>
              <a:rPr lang="en-US" dirty="0" smtClean="0"/>
              <a:t>\</a:t>
            </a:r>
          </a:p>
          <a:p>
            <a:pPr marL="0" indent="0">
              <a:buNone/>
            </a:pPr>
            <a:r>
              <a:rPr lang="en-US" b="1" dirty="0" smtClean="0"/>
              <a:t>Output </a:t>
            </a:r>
            <a:r>
              <a:rPr lang="en-US" b="1" dirty="0"/>
              <a:t>should be </a:t>
            </a:r>
            <a:r>
              <a:rPr lang="en-US" b="1" dirty="0" smtClean="0"/>
              <a:t>like:</a:t>
            </a:r>
            <a:endParaRPr lang="en-US" dirty="0"/>
          </a:p>
          <a:p>
            <a:pPr marL="0" indent="0">
              <a:buNone/>
            </a:pPr>
            <a:r>
              <a:rPr lang="en-US" sz="2800" b="1" dirty="0"/>
              <a:t>		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*	*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	*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2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629347"/>
            <a:ext cx="8686799" cy="445725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			          Result Card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Name: ABC 					</a:t>
            </a:r>
            <a:r>
              <a:rPr lang="en-US" sz="1600" b="1" dirty="0" err="1" smtClean="0"/>
              <a:t>Reg.No</a:t>
            </a:r>
            <a:r>
              <a:rPr lang="en-US" sz="1600" b="1" dirty="0"/>
              <a:t>#</a:t>
            </a:r>
            <a:r>
              <a:rPr lang="en-US" sz="1600" b="1" dirty="0" smtClean="0"/>
              <a:t> --------------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Session: </a:t>
            </a:r>
            <a:r>
              <a:rPr lang="en-US" sz="1600" b="1" dirty="0" smtClean="0"/>
              <a:t>Fall-23</a:t>
            </a:r>
            <a:r>
              <a:rPr lang="en-US" sz="1600" b="1" dirty="0"/>
              <a:t>					Semester: </a:t>
            </a:r>
            <a:r>
              <a:rPr lang="en-US" sz="1600" b="1" dirty="0" smtClean="0"/>
              <a:t>1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Subjects 				Total </a:t>
            </a:r>
            <a:r>
              <a:rPr lang="en-US" sz="1600" b="1" dirty="0" smtClean="0"/>
              <a:t>Marks</a:t>
            </a:r>
            <a:r>
              <a:rPr lang="en-US" sz="1600" b="1" dirty="0"/>
              <a:t>	</a:t>
            </a:r>
            <a:r>
              <a:rPr lang="en-US" sz="1600" b="1" dirty="0" smtClean="0"/>
              <a:t>Obtained </a:t>
            </a:r>
            <a:r>
              <a:rPr lang="en-US" sz="1600" b="1" dirty="0"/>
              <a:t>Marks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Programming Fundamentals </a:t>
            </a:r>
            <a:r>
              <a:rPr lang="en-US" sz="1600" b="1" dirty="0"/>
              <a:t>	</a:t>
            </a:r>
            <a:r>
              <a:rPr lang="en-US" sz="1600" b="1" dirty="0" smtClean="0"/>
              <a:t>	</a:t>
            </a:r>
            <a:r>
              <a:rPr lang="en-US" sz="1600" b="1" dirty="0"/>
              <a:t> </a:t>
            </a:r>
            <a:r>
              <a:rPr lang="en-US" sz="1600" b="1" dirty="0" smtClean="0"/>
              <a:t>      100</a:t>
            </a:r>
            <a:r>
              <a:rPr lang="en-US" sz="1600" b="1" dirty="0"/>
              <a:t>	 </a:t>
            </a:r>
            <a:r>
              <a:rPr lang="en-US" sz="1600" b="1" dirty="0" smtClean="0"/>
              <a:t>                 ___</a:t>
            </a:r>
            <a:r>
              <a:rPr lang="en-US" sz="1600" b="1" dirty="0"/>
              <a:t>user input___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Applied Physics</a:t>
            </a:r>
            <a:r>
              <a:rPr lang="en-US" sz="1600" b="1" dirty="0"/>
              <a:t>		 </a:t>
            </a:r>
            <a:r>
              <a:rPr lang="en-US" sz="1600" b="1" dirty="0" smtClean="0"/>
              <a:t>                        100</a:t>
            </a:r>
            <a:r>
              <a:rPr lang="en-US" sz="1600" b="1" dirty="0"/>
              <a:t>	 </a:t>
            </a:r>
            <a:r>
              <a:rPr lang="en-US" sz="1600" b="1" dirty="0" smtClean="0"/>
              <a:t>                 ___</a:t>
            </a:r>
            <a:r>
              <a:rPr lang="en-US" sz="1600" b="1" dirty="0"/>
              <a:t>user input___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Pakistan Studies	</a:t>
            </a:r>
            <a:r>
              <a:rPr lang="en-US" sz="1600" b="1" dirty="0"/>
              <a:t>		 </a:t>
            </a:r>
            <a:r>
              <a:rPr lang="en-US" sz="1600" b="1" dirty="0" smtClean="0"/>
              <a:t>      100 </a:t>
            </a:r>
            <a:r>
              <a:rPr lang="en-US" sz="1600" b="1" dirty="0"/>
              <a:t>		</a:t>
            </a:r>
            <a:r>
              <a:rPr lang="en-US" sz="1600" b="1" dirty="0" smtClean="0"/>
              <a:t>___</a:t>
            </a:r>
            <a:r>
              <a:rPr lang="en-US" sz="1600" b="1" dirty="0"/>
              <a:t>user input</a:t>
            </a:r>
            <a:r>
              <a:rPr lang="en-US" sz="1600" b="1" dirty="0" smtClean="0"/>
              <a:t>___</a:t>
            </a:r>
            <a:endParaRPr lang="en-US" sz="16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 </a:t>
            </a:r>
            <a:endParaRPr lang="en-US" sz="16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Percentage</a:t>
            </a:r>
            <a:r>
              <a:rPr lang="en-US" sz="1600" b="1" dirty="0"/>
              <a:t>=       %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2057400"/>
            <a:ext cx="8763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Print your Result Card using required escape sequences? Print all other information as it is but get input from user in obtained marks and calculate the percentage of entered marks?</a:t>
            </a:r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932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parking plaza assigns slot numbers to cars</a:t>
            </a:r>
            <a:r>
              <a:rPr lang="en-US" dirty="0" smtClean="0"/>
              <a:t>.</a:t>
            </a:r>
            <a:endParaRPr lang="en-US" dirty="0"/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The </a:t>
            </a:r>
            <a:r>
              <a:rPr lang="en-US" dirty="0"/>
              <a:t>parking slots start from </a:t>
            </a:r>
            <a:r>
              <a:rPr lang="en-US" dirty="0" smtClean="0"/>
              <a:t>0.</a:t>
            </a:r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When </a:t>
            </a:r>
            <a:r>
              <a:rPr lang="en-US" dirty="0"/>
              <a:t>a car enters, the slot number should increase by 1 using the increment </a:t>
            </a:r>
            <a:r>
              <a:rPr lang="en-US" dirty="0" smtClean="0"/>
              <a:t>operator.</a:t>
            </a:r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When </a:t>
            </a:r>
            <a:r>
              <a:rPr lang="en-US" dirty="0"/>
              <a:t>the car leaves, the slot number should decrease by 1 using the decrement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that tells the user that the number entered is less than or greater than 10?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0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/>
              <a:t>Write a C++ program that tells the user that the number entered is even or odd?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25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248347"/>
            <a:ext cx="8610599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program that calculates a sales commission based on sales amount. </a:t>
            </a:r>
            <a:r>
              <a:rPr lang="en-US" dirty="0" smtClean="0"/>
              <a:t>Ask the user to enter sales amount, if </a:t>
            </a:r>
            <a:r>
              <a:rPr lang="en-US" dirty="0"/>
              <a:t>sales exceed $10,000, set the commission rate to 15% (0.15); otherwise, leave it at the default 10% (0.10). Then, compute and display the commission.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1286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248347"/>
            <a:ext cx="8610599" cy="445725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Write a complete C++ program that performs the following tasks: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Prompts the user to enter three integer test scores (each between 0 and 100</a:t>
            </a:r>
            <a:r>
              <a:rPr lang="en-US" dirty="0" smtClean="0"/>
              <a:t>).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Calculates </a:t>
            </a:r>
            <a:r>
              <a:rPr lang="en-US" dirty="0"/>
              <a:t>the average of the three scores as a floating-point value (use 3.0 in the denominator to ensure decimal precision</a:t>
            </a:r>
            <a:r>
              <a:rPr lang="en-US" dirty="0" smtClean="0"/>
              <a:t>).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Displays </a:t>
            </a:r>
            <a:r>
              <a:rPr lang="en-US" dirty="0"/>
              <a:t>the average </a:t>
            </a:r>
            <a:r>
              <a:rPr lang="en-US" dirty="0" smtClean="0"/>
              <a:t>score.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average is greater than or equal to </a:t>
            </a:r>
            <a:r>
              <a:rPr lang="en-US" dirty="0" smtClean="0"/>
              <a:t>90, </a:t>
            </a:r>
            <a:r>
              <a:rPr lang="en-US" dirty="0"/>
              <a:t>prints three congratulatory messages</a:t>
            </a:r>
            <a:r>
              <a:rPr lang="en-US" dirty="0" smtClean="0"/>
              <a:t>: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Congratulations</a:t>
            </a:r>
            <a:r>
              <a:rPr lang="en-US" dirty="0" smtClean="0"/>
              <a:t>!“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That's a high score</a:t>
            </a:r>
            <a:r>
              <a:rPr lang="en-US" dirty="0" smtClean="0"/>
              <a:t>.“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You deserve a pat on the back</a:t>
            </a:r>
            <a:r>
              <a:rPr lang="en-US" dirty="0" smtClean="0"/>
              <a:t>!“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Otherwise</a:t>
            </a:r>
            <a:r>
              <a:rPr lang="en-US" dirty="0"/>
              <a:t>, prints a single message: "Keep studying!"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0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2086</TotalTime>
  <Words>326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Hardcover</vt:lpstr>
      <vt:lpstr>Programming Fundamentals</vt:lpstr>
      <vt:lpstr>Lab Task 1</vt:lpstr>
      <vt:lpstr>Lab Task 2</vt:lpstr>
      <vt:lpstr>Lab Task 3</vt:lpstr>
      <vt:lpstr>Lab Task 4</vt:lpstr>
      <vt:lpstr>Lab Task 5</vt:lpstr>
      <vt:lpstr>Lab Task 6</vt:lpstr>
      <vt:lpstr>Lab Task 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91</cp:revision>
  <dcterms:created xsi:type="dcterms:W3CDTF">2023-02-13T17:33:34Z</dcterms:created>
  <dcterms:modified xsi:type="dcterms:W3CDTF">2025-10-08T18:15:43Z</dcterms:modified>
</cp:coreProperties>
</file>