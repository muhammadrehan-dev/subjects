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40" r:id="rId1"/>
  </p:sldMasterIdLst>
  <p:sldIdLst>
    <p:sldId id="275" r:id="rId2"/>
    <p:sldId id="276" r:id="rId3"/>
    <p:sldId id="277" r:id="rId4"/>
    <p:sldId id="278" r:id="rId5"/>
    <p:sldId id="279" r:id="rId6"/>
    <p:sldId id="282" r:id="rId7"/>
    <p:sldId id="283" r:id="rId8"/>
    <p:sldId id="284" r:id="rId9"/>
    <p:sldId id="285" r:id="rId10"/>
    <p:sldId id="286" r:id="rId11"/>
    <p:sldId id="287" r:id="rId12"/>
    <p:sldId id="288" r:id="rId13"/>
    <p:sldId id="289" r:id="rId14"/>
    <p:sldId id="290" r:id="rId15"/>
    <p:sldId id="291" r:id="rId16"/>
    <p:sldId id="292" r:id="rId17"/>
    <p:sldId id="293" r:id="rId18"/>
    <p:sldId id="294" r:id="rId19"/>
    <p:sldId id="295" r:id="rId20"/>
    <p:sldId id="296" r:id="rId21"/>
    <p:sldId id="297"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4" d="100"/>
          <a:sy n="54" d="100"/>
        </p:scale>
        <p:origin x="-970"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CoverOverlay.png"/>
          <p:cNvPicPr>
            <a:picLocks noChangeAspect="1"/>
          </p:cNvPicPr>
          <p:nvPr/>
        </p:nvPicPr>
        <p:blipFill>
          <a:blip r:embed="rId2" cstate="print"/>
          <a:stretch>
            <a:fillRect/>
          </a:stretch>
        </p:blipFill>
        <p:spPr>
          <a:xfrm>
            <a:off x="0" y="0"/>
            <a:ext cx="9144000" cy="6858000"/>
          </a:xfrm>
          <a:prstGeom prst="rect">
            <a:avLst/>
          </a:prstGeom>
        </p:spPr>
      </p:pic>
      <p:sp>
        <p:nvSpPr>
          <p:cNvPr id="4" name="Date Placeholder 3"/>
          <p:cNvSpPr>
            <a:spLocks noGrp="1"/>
          </p:cNvSpPr>
          <p:nvPr>
            <p:ph type="dt" sz="half" idx="10"/>
          </p:nvPr>
        </p:nvSpPr>
        <p:spPr/>
        <p:txBody>
          <a:bodyPr/>
          <a:lstStyle>
            <a:lvl1pPr>
              <a:defRPr>
                <a:solidFill>
                  <a:schemeClr val="tx2"/>
                </a:solidFill>
              </a:defRPr>
            </a:lvl1pPr>
          </a:lstStyle>
          <a:p>
            <a:fld id="{AFF4282D-DD47-4BD2-B4E4-03CD91B40D17}" type="datetimeFigureOut">
              <a:rPr lang="en-US" smtClean="0"/>
              <a:t>12/25/2025</a:t>
            </a:fld>
            <a:endParaRPr lang="en-US"/>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BBBAC41E-B5DD-4622-B453-5F4DACEC7AF7}" type="slidenum">
              <a:rPr lang="en-US" smtClean="0"/>
              <a:t>‹#›</a:t>
            </a:fld>
            <a:endParaRPr lang="en-US"/>
          </a:p>
        </p:txBody>
      </p:sp>
      <p:grpSp>
        <p:nvGrpSpPr>
          <p:cNvPr id="8" name="Group 7"/>
          <p:cNvGrpSpPr/>
          <p:nvPr/>
        </p:nvGrpSpPr>
        <p:grpSpPr>
          <a:xfrm>
            <a:off x="1194101" y="2887530"/>
            <a:ext cx="6779110" cy="923330"/>
            <a:chOff x="1172584" y="1381459"/>
            <a:chExt cx="6779110" cy="923330"/>
          </a:xfrm>
          <a:effectLst>
            <a:outerShdw blurRad="38100" dist="12700" dir="16200000" rotWithShape="0">
              <a:prstClr val="black">
                <a:alpha val="30000"/>
              </a:prstClr>
            </a:outerShdw>
          </a:effectLst>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rPr>
                <a:t></a:t>
              </a:r>
              <a:endParaRPr lang="en-US" sz="5400" dirty="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293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83341" y="1387737"/>
            <a:ext cx="6777318" cy="1731982"/>
          </a:xfrm>
        </p:spPr>
        <p:txBody>
          <a:bodyPr anchor="b"/>
          <a:lstStyle>
            <a:lvl1pPr>
              <a:defRPr>
                <a:ln w="3175">
                  <a:solidFill>
                    <a:schemeClr val="tx1">
                      <a:alpha val="65000"/>
                    </a:schemeClr>
                  </a:solidFill>
                </a:ln>
                <a:solidFill>
                  <a:schemeClr val="tx1"/>
                </a:solidFill>
                <a:effectLst>
                  <a:outerShdw blurRad="25400" dist="12700" dir="14220000" rotWithShape="0">
                    <a:prstClr val="black">
                      <a:alpha val="50000"/>
                    </a:prstClr>
                  </a:outerShdw>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3767862"/>
            <a:ext cx="6400800" cy="1752600"/>
          </a:xfrm>
        </p:spPr>
        <p:txBody>
          <a:bodyPr/>
          <a:lstStyle>
            <a:lvl1pPr marL="0" indent="0" algn="ctr">
              <a:buNone/>
              <a:defRPr>
                <a:solidFill>
                  <a:schemeClr val="tx1"/>
                </a:solidFill>
                <a:effectLst>
                  <a:outerShdw blurRad="34925" dist="12700" dir="14400000" rotWithShape="0">
                    <a:prstClr val="black">
                      <a:alpha val="21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F4282D-DD47-4BD2-B4E4-03CD91B40D17}" type="datetimeFigureOut">
              <a:rPr lang="en-US" smtClean="0"/>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C41E-B5DD-4622-B453-5F4DACEC7AF7}" type="slidenum">
              <a:rPr lang="en-US" smtClean="0"/>
              <a:t>‹#›</a:t>
            </a:fld>
            <a:endParaRPr lang="en-US"/>
          </a:p>
        </p:txBody>
      </p:sp>
      <p:sp>
        <p:nvSpPr>
          <p:cNvPr id="11" name="Title 10"/>
          <p:cNvSpPr>
            <a:spLocks noGrp="1"/>
          </p:cNvSpPr>
          <p:nvPr>
            <p:ph type="title"/>
          </p:nvPr>
        </p:nvSpPr>
        <p:spPr/>
        <p:txBody>
          <a:bodyPr/>
          <a:lstStyle/>
          <a:p>
            <a:r>
              <a:rPr lang="en-US" smtClean="0"/>
              <a:t>Click to edit Master title style</a:t>
            </a:r>
            <a:endParaRPr lang="en-US"/>
          </a:p>
        </p:txBody>
      </p:sp>
      <p:grpSp>
        <p:nvGrpSpPr>
          <p:cNvPr id="12" name="Group 11"/>
          <p:cNvGrpSpPr/>
          <p:nvPr/>
        </p:nvGrpSpPr>
        <p:grpSpPr>
          <a:xfrm>
            <a:off x="1172584" y="1392217"/>
            <a:ext cx="6779110" cy="923330"/>
            <a:chOff x="1172584" y="1381459"/>
            <a:chExt cx="6779110" cy="923330"/>
          </a:xfrm>
        </p:grpSpPr>
        <p:sp>
          <p:nvSpPr>
            <p:cNvPr id="13" name="TextBox 12"/>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4" name="Straight Connector 13"/>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2" name="Picture 11" descr="CoverOverlay.png"/>
          <p:cNvPicPr>
            <a:picLocks noChangeAspect="1"/>
          </p:cNvPicPr>
          <p:nvPr/>
        </p:nvPicPr>
        <p:blipFill>
          <a:blip r:embed="rId2" cstate="print">
            <a:lum/>
          </a:blip>
          <a:stretch>
            <a:fillRect/>
          </a:stretch>
        </p:blipFill>
        <p:spPr>
          <a:xfrm>
            <a:off x="0" y="0"/>
            <a:ext cx="9144000" cy="6858000"/>
          </a:xfrm>
          <a:prstGeom prst="rect">
            <a:avLst/>
          </a:prstGeom>
        </p:spPr>
      </p:pic>
      <p:grpSp>
        <p:nvGrpSpPr>
          <p:cNvPr id="7" name="Group 7"/>
          <p:cNvGrpSpPr/>
          <p:nvPr/>
        </p:nvGrpSpPr>
        <p:grpSpPr>
          <a:xfrm>
            <a:off x="1172584" y="2887579"/>
            <a:ext cx="6779110" cy="923330"/>
            <a:chOff x="1172584" y="1381459"/>
            <a:chExt cx="6779110" cy="923330"/>
          </a:xfrm>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7412"/>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690040" y="1204857"/>
            <a:ext cx="7754713" cy="1910716"/>
          </a:xfrm>
        </p:spPr>
        <p:txBody>
          <a:bodyPr anchor="b"/>
          <a:lstStyle>
            <a:lvl1pPr algn="ctr">
              <a:defRPr sz="5400" b="0" cap="none"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699248" y="3767316"/>
            <a:ext cx="7734747" cy="1500187"/>
          </a:xfrm>
        </p:spPr>
        <p:txBody>
          <a:bodyPr anchor="t"/>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FF4282D-DD47-4BD2-B4E4-03CD91B40D17}" type="datetimeFigureOut">
              <a:rPr lang="en-US" smtClean="0"/>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C41E-B5DD-4622-B453-5F4DACEC7AF7}"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FF4282D-DD47-4BD2-B4E4-03CD91B40D17}" type="datetimeFigureOut">
              <a:rPr lang="en-US" smtClean="0"/>
              <a:t>12/25/2025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BAC41E-B5DD-4622-B453-5F4DACEC7AF7}" type="slidenum">
              <a:rPr lang="en-US" smtClean="0"/>
              <a:t>‹#›</a:t>
            </a:fld>
            <a:endParaRPr lang="en-US"/>
          </a:p>
        </p:txBody>
      </p:sp>
      <p:sp>
        <p:nvSpPr>
          <p:cNvPr id="12" name="Title 11"/>
          <p:cNvSpPr>
            <a:spLocks noGrp="1"/>
          </p:cNvSpPr>
          <p:nvPr>
            <p:ph type="title"/>
          </p:nvPr>
        </p:nvSpPr>
        <p:spPr/>
        <p:txBody>
          <a:bodyPr/>
          <a:lstStyle>
            <a:lvl1pPr>
              <a:defRPr>
                <a:solidFill>
                  <a:schemeClr val="tx2"/>
                </a:solidFill>
              </a:defRPr>
            </a:lvl1pPr>
          </a:lstStyle>
          <a:p>
            <a:r>
              <a:rPr lang="en-US" smtClean="0"/>
              <a:t>Click to edit Master title style</a:t>
            </a:r>
            <a:endParaRPr lang="en-US" dirty="0"/>
          </a:p>
        </p:txBody>
      </p:sp>
      <p:grpSp>
        <p:nvGrpSpPr>
          <p:cNvPr id="13" name="Group 12"/>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8" name="Content Placeholder 7"/>
          <p:cNvSpPr>
            <a:spLocks noGrp="1"/>
          </p:cNvSpPr>
          <p:nvPr>
            <p:ph sz="quarter" idx="13"/>
          </p:nvPr>
        </p:nvSpPr>
        <p:spPr>
          <a:xfrm>
            <a:off x="685800" y="2240280"/>
            <a:ext cx="3803904" cy="387705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Content Placeholder 9"/>
          <p:cNvSpPr>
            <a:spLocks noGrp="1"/>
          </p:cNvSpPr>
          <p:nvPr>
            <p:ph sz="quarter" idx="14"/>
          </p:nvPr>
        </p:nvSpPr>
        <p:spPr>
          <a:xfrm>
            <a:off x="4645151" y="2240280"/>
            <a:ext cx="3803904" cy="387705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051560" y="2240280"/>
            <a:ext cx="3442446"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8488" y="2947595"/>
            <a:ext cx="3803904"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02306" y="2240280"/>
            <a:ext cx="3447288"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2944368"/>
            <a:ext cx="3799728"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FF4282D-DD47-4BD2-B4E4-03CD91B40D17}" type="datetimeFigureOut">
              <a:rPr lang="en-US" smtClean="0"/>
              <a:t>12/25/2025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BBAC41E-B5DD-4622-B453-5F4DACEC7AF7}" type="slidenum">
              <a:rPr lang="en-US" smtClean="0"/>
              <a:t>‹#›</a:t>
            </a:fld>
            <a:endParaRPr lang="en-US"/>
          </a:p>
        </p:txBody>
      </p:sp>
      <p:grpSp>
        <p:nvGrpSpPr>
          <p:cNvPr id="14" name="Group 13"/>
          <p:cNvGrpSpPr/>
          <p:nvPr/>
        </p:nvGrpSpPr>
        <p:grpSpPr>
          <a:xfrm>
            <a:off x="1172584" y="1392217"/>
            <a:ext cx="6779110" cy="923330"/>
            <a:chOff x="1172584" y="1381459"/>
            <a:chExt cx="6779110" cy="923330"/>
          </a:xfrm>
        </p:grpSpPr>
        <p:sp>
          <p:nvSpPr>
            <p:cNvPr id="16" name="TextBox 15"/>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7" name="Straight Connector 16"/>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AFF4282D-DD47-4BD2-B4E4-03CD91B40D17}" type="datetimeFigureOut">
              <a:rPr lang="en-US" smtClean="0"/>
              <a:t>12/25/2025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BBAC41E-B5DD-4622-B453-5F4DACEC7AF7}" type="slidenum">
              <a:rPr lang="en-US" smtClean="0"/>
              <a:t>‹#›</a:t>
            </a:fld>
            <a:endParaRPr lang="en-US"/>
          </a:p>
        </p:txBody>
      </p:sp>
      <p:grpSp>
        <p:nvGrpSpPr>
          <p:cNvPr id="10" name="Group 9"/>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F4282D-DD47-4BD2-B4E4-03CD91B40D17}" type="datetimeFigureOut">
              <a:rPr lang="en-US" smtClean="0"/>
              <a:t>12/25/2025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BBAC41E-B5DD-4622-B453-5F4DACEC7AF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34579" y="1678195"/>
            <a:ext cx="3422483" cy="1886921"/>
          </a:xfrm>
        </p:spPr>
        <p:txBody>
          <a:bodyPr anchor="b"/>
          <a:lstStyle>
            <a:lvl1pPr algn="l">
              <a:defRPr sz="2800" b="0"/>
            </a:lvl1pPr>
          </a:lstStyle>
          <a:p>
            <a:r>
              <a:rPr lang="en-US" smtClean="0"/>
              <a:t>Click to edit Master title style</a:t>
            </a:r>
            <a:endParaRPr lang="en-US"/>
          </a:p>
        </p:txBody>
      </p:sp>
      <p:sp>
        <p:nvSpPr>
          <p:cNvPr id="3" name="Content Placeholder 2"/>
          <p:cNvSpPr>
            <a:spLocks noGrp="1"/>
          </p:cNvSpPr>
          <p:nvPr>
            <p:ph idx="1"/>
          </p:nvPr>
        </p:nvSpPr>
        <p:spPr>
          <a:xfrm>
            <a:off x="692001" y="559398"/>
            <a:ext cx="4116667" cy="5566765"/>
          </a:xfrm>
        </p:spPr>
        <p:txBody>
          <a:bodyPr anchor="ct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034579" y="3603812"/>
            <a:ext cx="3411725" cy="2517289"/>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FF4282D-DD47-4BD2-B4E4-03CD91B40D17}" type="datetimeFigureOut">
              <a:rPr lang="en-US" smtClean="0"/>
              <a:t>12/25/2025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BAC41E-B5DD-4622-B453-5F4DACEC7AF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731" y="4668818"/>
            <a:ext cx="7767021" cy="644729"/>
          </a:xfrm>
        </p:spPr>
        <p:txBody>
          <a:bodyPr anchor="b"/>
          <a:lstStyle>
            <a:lvl1pPr algn="ctr">
              <a:defRPr sz="2800" b="0"/>
            </a:lvl1pPr>
          </a:lstStyle>
          <a:p>
            <a:r>
              <a:rPr lang="en-US" smtClean="0"/>
              <a:t>Click to edit Master title style</a:t>
            </a:r>
            <a:endParaRPr lang="en-US"/>
          </a:p>
        </p:txBody>
      </p:sp>
      <p:sp>
        <p:nvSpPr>
          <p:cNvPr id="3" name="Picture Placeholder 2"/>
          <p:cNvSpPr>
            <a:spLocks noGrp="1"/>
          </p:cNvSpPr>
          <p:nvPr>
            <p:ph type="pic" idx="1"/>
          </p:nvPr>
        </p:nvSpPr>
        <p:spPr>
          <a:xfrm rot="240000">
            <a:off x="2183792" y="666965"/>
            <a:ext cx="4772156" cy="3598016"/>
          </a:xfrm>
          <a:solidFill>
            <a:srgbClr val="FFFFFF">
              <a:shade val="85000"/>
            </a:srgbClr>
          </a:solidFill>
          <a:ln w="190500" cap="sq">
            <a:solidFill>
              <a:srgbClr val="FFFFFF"/>
            </a:solidFill>
            <a:miter lim="800000"/>
          </a:ln>
          <a:effectLst>
            <a:outerShdw blurRad="65000" dist="50800" dir="12900000" kx="195000" ky="145000" algn="tl" rotWithShape="0">
              <a:srgbClr val="000000">
                <a:alpha val="24000"/>
              </a:srgbClr>
            </a:outerShdw>
          </a:effectLst>
          <a:scene3d>
            <a:camera prst="orthographicFront">
              <a:rot lat="0" lon="0" rev="360000"/>
            </a:camera>
            <a:lightRig rig="twoPt" dir="t">
              <a:rot lat="0" lon="0" rev="7200000"/>
            </a:lightRig>
          </a:scene3d>
          <a:sp3d contourW="12700">
            <a:bevelT w="25400" h="19050"/>
            <a:contourClr>
              <a:srgbClr val="969696"/>
            </a:contourClr>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8489" y="5324306"/>
            <a:ext cx="7756264" cy="804862"/>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FF4282D-DD47-4BD2-B4E4-03CD91B40D17}" type="datetimeFigureOut">
              <a:rPr lang="en-US" smtClean="0"/>
              <a:t>12/25/2025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BAC41E-B5DD-4622-B453-5F4DACEC7AF7}"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F4282D-DD47-4BD2-B4E4-03CD91B40D17}" type="datetimeFigureOut">
              <a:rPr lang="en-US" smtClean="0"/>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C41E-B5DD-4622-B453-5F4DACEC7AF7}" type="slidenum">
              <a:rPr lang="en-US" smtClean="0"/>
              <a:t>‹#›</a:t>
            </a:fld>
            <a:endParaRPr lang="en-US"/>
          </a:p>
        </p:txBody>
      </p:sp>
      <p:grpSp>
        <p:nvGrpSpPr>
          <p:cNvPr id="11" name="Group 10"/>
          <p:cNvGrpSpPr/>
          <p:nvPr/>
        </p:nvGrpSpPr>
        <p:grpSpPr>
          <a:xfrm>
            <a:off x="1172584" y="1392217"/>
            <a:ext cx="6779110" cy="923330"/>
            <a:chOff x="1172584" y="1381459"/>
            <a:chExt cx="6779110" cy="923330"/>
          </a:xfrm>
        </p:grpSpPr>
        <p:sp>
          <p:nvSpPr>
            <p:cNvPr id="15" name="TextBox 14"/>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6" name="Straight Connector 15"/>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6560" y="559398"/>
            <a:ext cx="1678193" cy="556676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8488" y="849854"/>
            <a:ext cx="5507917" cy="502382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F4282D-DD47-4BD2-B4E4-03CD91B40D17}" type="datetimeFigureOut">
              <a:rPr lang="en-US" smtClean="0"/>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C41E-B5DD-4622-B453-5F4DACEC7AF7}" type="slidenum">
              <a:rPr lang="en-US" smtClean="0"/>
              <a:t>‹#›</a:t>
            </a:fld>
            <a:endParaRPr lang="en-US"/>
          </a:p>
        </p:txBody>
      </p:sp>
      <p:grpSp>
        <p:nvGrpSpPr>
          <p:cNvPr id="11" name="Group 10"/>
          <p:cNvGrpSpPr/>
          <p:nvPr/>
        </p:nvGrpSpPr>
        <p:grpSpPr>
          <a:xfrm rot="5400000">
            <a:off x="3909050" y="2880823"/>
            <a:ext cx="5480154" cy="923330"/>
            <a:chOff x="1815339" y="1381459"/>
            <a:chExt cx="5480154" cy="923330"/>
          </a:xfrm>
        </p:grpSpPr>
        <p:sp>
          <p:nvSpPr>
            <p:cNvPr id="12" name="TextBox 11"/>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3" name="Straight Connector 12"/>
            <p:cNvCxnSpPr/>
            <p:nvPr/>
          </p:nvCxnSpPr>
          <p:spPr>
            <a:xfrm flipH="1" flipV="1">
              <a:off x="1815339" y="1924709"/>
              <a:ext cx="2468880" cy="2505"/>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4826613" y="1927417"/>
              <a:ext cx="2468880"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gradFill flip="none" rotWithShape="1">
            <a:gsLst>
              <a:gs pos="83000">
                <a:schemeClr val="bg1">
                  <a:alpha val="11000"/>
                </a:schemeClr>
              </a:gs>
              <a:gs pos="100000">
                <a:schemeClr val="bg2">
                  <a:lumMod val="75000"/>
                  <a:alpha val="23000"/>
                </a:schemeClr>
              </a:gs>
            </a:gsLst>
            <a:path path="rect">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88490" y="570156"/>
            <a:ext cx="7756263" cy="105425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699247" y="2248347"/>
            <a:ext cx="7745505" cy="3877815"/>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360378" y="6161442"/>
            <a:ext cx="2133600" cy="365125"/>
          </a:xfrm>
          <a:prstGeom prst="rect">
            <a:avLst/>
          </a:prstGeom>
        </p:spPr>
        <p:txBody>
          <a:bodyPr vert="horz" lIns="91440" tIns="45720" rIns="91440" bIns="45720" rtlCol="0" anchor="ctr"/>
          <a:lstStyle>
            <a:lvl1pPr algn="l">
              <a:defRPr sz="1200">
                <a:solidFill>
                  <a:schemeClr val="tx2"/>
                </a:solidFill>
              </a:defRPr>
            </a:lvl1pPr>
          </a:lstStyle>
          <a:p>
            <a:fld id="{AFF4282D-DD47-4BD2-B4E4-03CD91B40D17}" type="datetimeFigureOut">
              <a:rPr lang="en-US" smtClean="0"/>
              <a:t>12/25/2025</a:t>
            </a:fld>
            <a:endParaRPr lang="en-US"/>
          </a:p>
        </p:txBody>
      </p:sp>
      <p:sp>
        <p:nvSpPr>
          <p:cNvPr id="5" name="Footer Placeholder 4"/>
          <p:cNvSpPr>
            <a:spLocks noGrp="1"/>
          </p:cNvSpPr>
          <p:nvPr>
            <p:ph type="ftr" sz="quarter" idx="3"/>
          </p:nvPr>
        </p:nvSpPr>
        <p:spPr>
          <a:xfrm>
            <a:off x="3124200" y="6161442"/>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n-US"/>
          </a:p>
        </p:txBody>
      </p:sp>
      <p:sp>
        <p:nvSpPr>
          <p:cNvPr id="6" name="Slide Number Placeholder 5"/>
          <p:cNvSpPr>
            <a:spLocks noGrp="1"/>
          </p:cNvSpPr>
          <p:nvPr>
            <p:ph type="sldNum" sz="quarter" idx="4"/>
          </p:nvPr>
        </p:nvSpPr>
        <p:spPr>
          <a:xfrm>
            <a:off x="6639264" y="6161442"/>
            <a:ext cx="2133600" cy="365125"/>
          </a:xfrm>
          <a:prstGeom prst="rect">
            <a:avLst/>
          </a:prstGeom>
        </p:spPr>
        <p:txBody>
          <a:bodyPr vert="horz" lIns="91440" tIns="45720" rIns="91440" bIns="45720" rtlCol="0" anchor="ctr"/>
          <a:lstStyle>
            <a:lvl1pPr algn="r">
              <a:defRPr sz="1200">
                <a:solidFill>
                  <a:schemeClr val="tx2"/>
                </a:solidFill>
              </a:defRPr>
            </a:lvl1pPr>
          </a:lstStyle>
          <a:p>
            <a:fld id="{BBBAC41E-B5DD-4622-B453-5F4DACEC7AF7}"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4441" r:id="rId1"/>
    <p:sldLayoutId id="2147484442" r:id="rId2"/>
    <p:sldLayoutId id="2147484443" r:id="rId3"/>
    <p:sldLayoutId id="2147484444" r:id="rId4"/>
    <p:sldLayoutId id="2147484445" r:id="rId5"/>
    <p:sldLayoutId id="2147484446" r:id="rId6"/>
    <p:sldLayoutId id="2147484447" r:id="rId7"/>
    <p:sldLayoutId id="2147484448" r:id="rId8"/>
    <p:sldLayoutId id="2147484449" r:id="rId9"/>
    <p:sldLayoutId id="2147484450" r:id="rId10"/>
    <p:sldLayoutId id="2147484451" r:id="rId11"/>
  </p:sldLayoutIdLst>
  <p:txStyles>
    <p:title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Programming Fundamentals</a:t>
            </a:r>
            <a:endParaRPr lang="en-US" dirty="0"/>
          </a:p>
        </p:txBody>
      </p:sp>
      <p:sp>
        <p:nvSpPr>
          <p:cNvPr id="3" name="Subtitle 2"/>
          <p:cNvSpPr>
            <a:spLocks noGrp="1"/>
          </p:cNvSpPr>
          <p:nvPr>
            <p:ph type="subTitle" idx="1"/>
          </p:nvPr>
        </p:nvSpPr>
        <p:spPr/>
        <p:txBody>
          <a:bodyPr>
            <a:normAutofit/>
          </a:bodyPr>
          <a:lstStyle/>
          <a:p>
            <a:r>
              <a:rPr lang="en-US" dirty="0" smtClean="0"/>
              <a:t>By</a:t>
            </a:r>
          </a:p>
          <a:p>
            <a:r>
              <a:rPr lang="en-US" dirty="0" smtClean="0"/>
              <a:t>Shazmeen Batool</a:t>
            </a:r>
            <a:endParaRPr lang="en-US" dirty="0"/>
          </a:p>
        </p:txBody>
      </p:sp>
    </p:spTree>
    <p:extLst>
      <p:ext uri="{BB962C8B-B14F-4D97-AF65-F5344CB8AC3E}">
        <p14:creationId xmlns:p14="http://schemas.microsoft.com/office/powerpoint/2010/main" val="284235889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dirty="0" smtClean="0"/>
          </a:p>
          <a:p>
            <a:endParaRPr lang="en-US" dirty="0"/>
          </a:p>
          <a:p>
            <a:r>
              <a:rPr lang="en-US" dirty="0"/>
              <a:t>Write </a:t>
            </a:r>
            <a:r>
              <a:rPr lang="en-US" dirty="0" smtClean="0"/>
              <a:t>a program to find first and last digit of a number.</a:t>
            </a:r>
            <a:endParaRPr lang="en-US" dirty="0"/>
          </a:p>
        </p:txBody>
      </p:sp>
      <p:sp>
        <p:nvSpPr>
          <p:cNvPr id="4" name="Title 2"/>
          <p:cNvSpPr>
            <a:spLocks noGrp="1"/>
          </p:cNvSpPr>
          <p:nvPr>
            <p:ph type="title"/>
          </p:nvPr>
        </p:nvSpPr>
        <p:spPr/>
        <p:txBody>
          <a:bodyPr/>
          <a:lstStyle/>
          <a:p>
            <a:r>
              <a:rPr lang="en-US" dirty="0" smtClean="0"/>
              <a:t>Lab Task </a:t>
            </a:r>
            <a:r>
              <a:rPr lang="en-US" dirty="0"/>
              <a:t>1</a:t>
            </a:r>
          </a:p>
        </p:txBody>
      </p:sp>
    </p:spTree>
    <p:extLst>
      <p:ext uri="{BB962C8B-B14F-4D97-AF65-F5344CB8AC3E}">
        <p14:creationId xmlns:p14="http://schemas.microsoft.com/office/powerpoint/2010/main" val="262175932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629400" y="2667000"/>
            <a:ext cx="1208985" cy="461665"/>
          </a:xfrm>
          <a:prstGeom prst="rect">
            <a:avLst/>
          </a:prstGeom>
          <a:noFill/>
        </p:spPr>
        <p:txBody>
          <a:bodyPr wrap="none" rtlCol="0">
            <a:spAutoFit/>
          </a:bodyPr>
          <a:lstStyle/>
          <a:p>
            <a:r>
              <a:rPr lang="en-US" sz="2400" b="1" dirty="0" smtClean="0"/>
              <a:t>Output</a:t>
            </a:r>
            <a:endParaRPr lang="en-US" sz="2400" b="1" dirty="0"/>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28599"/>
            <a:ext cx="5960873" cy="6571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9473" y="3224213"/>
            <a:ext cx="2268727" cy="966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3458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dirty="0" smtClean="0"/>
          </a:p>
          <a:p>
            <a:endParaRPr lang="en-US" dirty="0"/>
          </a:p>
          <a:p>
            <a:r>
              <a:rPr lang="en-US" dirty="0" smtClean="0"/>
              <a:t>Write </a:t>
            </a:r>
            <a:r>
              <a:rPr lang="en-US" dirty="0"/>
              <a:t>a C++ program counts the number of digits in the number entered by user</a:t>
            </a:r>
            <a:r>
              <a:rPr lang="en-US" dirty="0" smtClean="0"/>
              <a:t>?</a:t>
            </a:r>
            <a:endParaRPr lang="en-US" dirty="0"/>
          </a:p>
        </p:txBody>
      </p:sp>
      <p:sp>
        <p:nvSpPr>
          <p:cNvPr id="4" name="Title 2"/>
          <p:cNvSpPr>
            <a:spLocks noGrp="1"/>
          </p:cNvSpPr>
          <p:nvPr>
            <p:ph type="title"/>
          </p:nvPr>
        </p:nvSpPr>
        <p:spPr/>
        <p:txBody>
          <a:bodyPr/>
          <a:lstStyle/>
          <a:p>
            <a:r>
              <a:rPr lang="en-US" dirty="0" smtClean="0"/>
              <a:t>Lab Task </a:t>
            </a:r>
            <a:r>
              <a:rPr lang="en-US" dirty="0"/>
              <a:t>2</a:t>
            </a:r>
          </a:p>
        </p:txBody>
      </p:sp>
    </p:spTree>
    <p:extLst>
      <p:ext uri="{BB962C8B-B14F-4D97-AF65-F5344CB8AC3E}">
        <p14:creationId xmlns:p14="http://schemas.microsoft.com/office/powerpoint/2010/main" val="6330260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629400" y="2667000"/>
            <a:ext cx="1208985" cy="461665"/>
          </a:xfrm>
          <a:prstGeom prst="rect">
            <a:avLst/>
          </a:prstGeom>
          <a:noFill/>
        </p:spPr>
        <p:txBody>
          <a:bodyPr wrap="none" rtlCol="0">
            <a:spAutoFit/>
          </a:bodyPr>
          <a:lstStyle/>
          <a:p>
            <a:r>
              <a:rPr lang="en-US" sz="2400" b="1" dirty="0" smtClean="0"/>
              <a:t>Output</a:t>
            </a:r>
            <a:endParaRPr lang="en-US" sz="2400" b="1" dirty="0"/>
          </a:p>
        </p:txBody>
      </p:sp>
      <p:sp>
        <p:nvSpPr>
          <p:cNvPr id="7" name="TextBox 6"/>
          <p:cNvSpPr txBox="1"/>
          <p:nvPr/>
        </p:nvSpPr>
        <p:spPr>
          <a:xfrm>
            <a:off x="6248400" y="457200"/>
            <a:ext cx="2354972" cy="1015663"/>
          </a:xfrm>
          <a:prstGeom prst="rect">
            <a:avLst/>
          </a:prstGeom>
          <a:noFill/>
        </p:spPr>
        <p:txBody>
          <a:bodyPr wrap="square" rtlCol="0">
            <a:spAutoFit/>
          </a:bodyPr>
          <a:lstStyle/>
          <a:p>
            <a:r>
              <a:rPr lang="en-US" sz="2000" dirty="0" smtClean="0"/>
              <a:t>Also practice this code </a:t>
            </a:r>
            <a:r>
              <a:rPr lang="en-US" sz="2000" smtClean="0"/>
              <a:t>using for </a:t>
            </a:r>
            <a:r>
              <a:rPr lang="en-US" sz="2000" dirty="0" smtClean="0"/>
              <a:t>loop.</a:t>
            </a:r>
            <a:endParaRPr lang="en-US" sz="20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28600"/>
            <a:ext cx="5422835" cy="624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85296" y="3200400"/>
            <a:ext cx="2977704" cy="966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65774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smtClean="0"/>
              <a:t>Write </a:t>
            </a:r>
            <a:r>
              <a:rPr lang="en-US" dirty="0"/>
              <a:t>a program to check whether a number is Armstrong number or not</a:t>
            </a:r>
            <a:r>
              <a:rPr lang="en-US" dirty="0" smtClean="0"/>
              <a:t>.</a:t>
            </a:r>
          </a:p>
          <a:p>
            <a:pPr marL="0" indent="0">
              <a:buNone/>
            </a:pPr>
            <a:endParaRPr lang="en-US" dirty="0" smtClean="0"/>
          </a:p>
          <a:p>
            <a:pPr marL="0" indent="0">
              <a:buNone/>
            </a:pPr>
            <a:r>
              <a:rPr lang="en-US" dirty="0" smtClean="0"/>
              <a:t>In </a:t>
            </a:r>
            <a:r>
              <a:rPr lang="en-US" dirty="0"/>
              <a:t>the case of an Armstrong number of 3 digits, the sum of cubes of each digit is equal to the number itself. For example, 153 is an Armstrong number </a:t>
            </a:r>
            <a:r>
              <a:rPr lang="en-US" dirty="0" smtClean="0"/>
              <a:t>because</a:t>
            </a:r>
          </a:p>
          <a:p>
            <a:pPr marL="0" indent="0" algn="ctr">
              <a:buNone/>
            </a:pPr>
            <a:endParaRPr lang="en-US" dirty="0"/>
          </a:p>
          <a:p>
            <a:pPr marL="0" indent="0" algn="ctr">
              <a:buNone/>
            </a:pPr>
            <a:r>
              <a:rPr lang="en-US" dirty="0" smtClean="0"/>
              <a:t>153 </a:t>
            </a:r>
            <a:r>
              <a:rPr lang="en-US" dirty="0"/>
              <a:t>= 1*1*1 + 5*5*5 + 3*3*3 </a:t>
            </a:r>
          </a:p>
        </p:txBody>
      </p:sp>
      <p:sp>
        <p:nvSpPr>
          <p:cNvPr id="4" name="Title 2"/>
          <p:cNvSpPr>
            <a:spLocks noGrp="1"/>
          </p:cNvSpPr>
          <p:nvPr>
            <p:ph type="title"/>
          </p:nvPr>
        </p:nvSpPr>
        <p:spPr/>
        <p:txBody>
          <a:bodyPr/>
          <a:lstStyle/>
          <a:p>
            <a:r>
              <a:rPr lang="en-US" dirty="0" smtClean="0"/>
              <a:t>Lab Task 3</a:t>
            </a:r>
            <a:endParaRPr lang="en-US" dirty="0"/>
          </a:p>
        </p:txBody>
      </p:sp>
    </p:spTree>
    <p:extLst>
      <p:ext uri="{BB962C8B-B14F-4D97-AF65-F5344CB8AC3E}">
        <p14:creationId xmlns:p14="http://schemas.microsoft.com/office/powerpoint/2010/main" val="1780322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799" y="152400"/>
            <a:ext cx="6788451" cy="6596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70049" y="1447800"/>
            <a:ext cx="4221551" cy="6456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28028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animEffect transition="in" filter="fade">
                                      <p:cBhvr>
                                        <p:cTn id="7" dur="500"/>
                                        <p:tgtEl>
                                          <p:spTgt spid="1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endParaRPr lang="en-US" dirty="0"/>
          </a:p>
          <a:p>
            <a:pPr algn="just"/>
            <a:r>
              <a:rPr lang="en-US" b="1" dirty="0"/>
              <a:t>Write a do-while loop that asks the user to enter two numbers. The numbers should be added and the sum displayed. The user should be asked if he or she wishes to perform the operation again. If so, the loop should repeat; otherwise it should terminate. </a:t>
            </a:r>
          </a:p>
        </p:txBody>
      </p:sp>
      <p:sp>
        <p:nvSpPr>
          <p:cNvPr id="3" name="Title 2"/>
          <p:cNvSpPr>
            <a:spLocks noGrp="1"/>
          </p:cNvSpPr>
          <p:nvPr>
            <p:ph type="title"/>
          </p:nvPr>
        </p:nvSpPr>
        <p:spPr/>
        <p:txBody>
          <a:bodyPr/>
          <a:lstStyle/>
          <a:p>
            <a:r>
              <a:rPr lang="en-US" dirty="0" smtClean="0"/>
              <a:t>Lab Task 4</a:t>
            </a:r>
            <a:endParaRPr lang="en-US" dirty="0"/>
          </a:p>
        </p:txBody>
      </p:sp>
    </p:spTree>
    <p:extLst>
      <p:ext uri="{BB962C8B-B14F-4D97-AF65-F5344CB8AC3E}">
        <p14:creationId xmlns:p14="http://schemas.microsoft.com/office/powerpoint/2010/main" val="195200689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94192"/>
            <a:ext cx="6949218" cy="6611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87638" y="94192"/>
            <a:ext cx="5575387" cy="2115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92682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US" b="1" dirty="0"/>
              <a:t>Imagine you're building a simple security system for a phone app. The app asks the user to guess a secret password (e.g., "open123"). The user must keep trying until they get it right. Use a do-while loop to handle this, since the loop should run at least once (to ask for the first guess).</a:t>
            </a:r>
          </a:p>
        </p:txBody>
      </p:sp>
      <p:sp>
        <p:nvSpPr>
          <p:cNvPr id="3" name="Title 2"/>
          <p:cNvSpPr>
            <a:spLocks noGrp="1"/>
          </p:cNvSpPr>
          <p:nvPr>
            <p:ph type="title"/>
          </p:nvPr>
        </p:nvSpPr>
        <p:spPr/>
        <p:txBody>
          <a:bodyPr/>
          <a:lstStyle/>
          <a:p>
            <a:r>
              <a:rPr lang="en-US" dirty="0" smtClean="0"/>
              <a:t>Lab Task </a:t>
            </a:r>
            <a:r>
              <a:rPr lang="en-US" dirty="0"/>
              <a:t>5</a:t>
            </a:r>
          </a:p>
        </p:txBody>
      </p:sp>
    </p:spTree>
    <p:extLst>
      <p:ext uri="{BB962C8B-B14F-4D97-AF65-F5344CB8AC3E}">
        <p14:creationId xmlns:p14="http://schemas.microsoft.com/office/powerpoint/2010/main" val="412074168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152400"/>
            <a:ext cx="6363256" cy="662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152400"/>
            <a:ext cx="3972713" cy="2509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70918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lgn="just">
              <a:buNone/>
            </a:pPr>
            <a:endParaRPr lang="en-US" b="1" dirty="0" smtClean="0"/>
          </a:p>
          <a:p>
            <a:pPr algn="just"/>
            <a:r>
              <a:rPr lang="en-US" b="1" dirty="0"/>
              <a:t>Write a program to </a:t>
            </a:r>
            <a:r>
              <a:rPr lang="en-US" b="1" dirty="0" smtClean="0"/>
              <a:t>print right triangle star pattern </a:t>
            </a:r>
            <a:r>
              <a:rPr lang="en-US" b="1" dirty="0"/>
              <a:t>by using nested loops.</a:t>
            </a:r>
          </a:p>
        </p:txBody>
      </p:sp>
      <p:sp>
        <p:nvSpPr>
          <p:cNvPr id="3" name="Title 2"/>
          <p:cNvSpPr>
            <a:spLocks noGrp="1"/>
          </p:cNvSpPr>
          <p:nvPr>
            <p:ph type="title"/>
          </p:nvPr>
        </p:nvSpPr>
        <p:spPr/>
        <p:txBody>
          <a:bodyPr/>
          <a:lstStyle/>
          <a:p>
            <a:r>
              <a:rPr lang="en-US" dirty="0" smtClean="0"/>
              <a:t>Lab Task </a:t>
            </a:r>
            <a:r>
              <a:rPr lang="en-US" dirty="0"/>
              <a:t>6</a:t>
            </a: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4608" y="3733800"/>
            <a:ext cx="1471188"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0034357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450" y="228600"/>
            <a:ext cx="5755904" cy="632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7707" y="4419600"/>
            <a:ext cx="3763925"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4972472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lgn="just">
              <a:buNone/>
            </a:pPr>
            <a:endParaRPr lang="en-US" b="1" dirty="0" smtClean="0"/>
          </a:p>
          <a:p>
            <a:pPr algn="just"/>
            <a:r>
              <a:rPr lang="en-US" b="1" dirty="0"/>
              <a:t>Write a program to </a:t>
            </a:r>
            <a:r>
              <a:rPr lang="en-US" b="1" dirty="0" smtClean="0"/>
              <a:t>print mirrored right triangle star pattern </a:t>
            </a:r>
            <a:r>
              <a:rPr lang="en-US" b="1" dirty="0"/>
              <a:t>by using nested loops.</a:t>
            </a:r>
          </a:p>
        </p:txBody>
      </p:sp>
      <p:sp>
        <p:nvSpPr>
          <p:cNvPr id="3" name="Title 2"/>
          <p:cNvSpPr>
            <a:spLocks noGrp="1"/>
          </p:cNvSpPr>
          <p:nvPr>
            <p:ph type="title"/>
          </p:nvPr>
        </p:nvSpPr>
        <p:spPr/>
        <p:txBody>
          <a:bodyPr/>
          <a:lstStyle/>
          <a:p>
            <a:r>
              <a:rPr lang="en-US" dirty="0" smtClean="0"/>
              <a:t>Lab Task </a:t>
            </a:r>
            <a:r>
              <a:rPr lang="en-US" dirty="0"/>
              <a:t>7</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2524" y="3657600"/>
            <a:ext cx="1625276" cy="2413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8849201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1" y="144195"/>
            <a:ext cx="5599728" cy="662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20556" y="4791075"/>
            <a:ext cx="3294844" cy="183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15695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lgn="just">
              <a:buNone/>
            </a:pPr>
            <a:endParaRPr lang="en-US" b="1" dirty="0" smtClean="0"/>
          </a:p>
          <a:p>
            <a:pPr algn="just"/>
            <a:r>
              <a:rPr lang="en-US" b="1" dirty="0"/>
              <a:t>Write a program to </a:t>
            </a:r>
            <a:r>
              <a:rPr lang="en-US" b="1" dirty="0" smtClean="0"/>
              <a:t>print inverted right triangle star pattern </a:t>
            </a:r>
            <a:r>
              <a:rPr lang="en-US" b="1" dirty="0"/>
              <a:t>by using nested loops.</a:t>
            </a:r>
          </a:p>
        </p:txBody>
      </p:sp>
      <p:sp>
        <p:nvSpPr>
          <p:cNvPr id="3" name="Title 2"/>
          <p:cNvSpPr>
            <a:spLocks noGrp="1"/>
          </p:cNvSpPr>
          <p:nvPr>
            <p:ph type="title"/>
          </p:nvPr>
        </p:nvSpPr>
        <p:spPr/>
        <p:txBody>
          <a:bodyPr/>
          <a:lstStyle/>
          <a:p>
            <a:r>
              <a:rPr lang="en-US" dirty="0" smtClean="0"/>
              <a:t>Lab Task </a:t>
            </a:r>
            <a:r>
              <a:rPr lang="en-US" dirty="0"/>
              <a:t>8</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8282" y="3581401"/>
            <a:ext cx="1412688"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6564355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222" y="70095"/>
            <a:ext cx="5267178" cy="66738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6501" y="4495800"/>
            <a:ext cx="3888899" cy="2128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0098664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lgn="just">
              <a:buNone/>
            </a:pPr>
            <a:endParaRPr lang="en-US" b="1" dirty="0" smtClean="0"/>
          </a:p>
          <a:p>
            <a:pPr algn="just"/>
            <a:r>
              <a:rPr lang="en-US" b="1" dirty="0"/>
              <a:t>Write a program to </a:t>
            </a:r>
            <a:r>
              <a:rPr lang="en-US" b="1" dirty="0" smtClean="0"/>
              <a:t>print inverted mirrored right triangle star pattern </a:t>
            </a:r>
            <a:r>
              <a:rPr lang="en-US" b="1" dirty="0"/>
              <a:t>by using nested loops.</a:t>
            </a:r>
          </a:p>
        </p:txBody>
      </p:sp>
      <p:sp>
        <p:nvSpPr>
          <p:cNvPr id="3" name="Title 2"/>
          <p:cNvSpPr>
            <a:spLocks noGrp="1"/>
          </p:cNvSpPr>
          <p:nvPr>
            <p:ph type="title"/>
          </p:nvPr>
        </p:nvSpPr>
        <p:spPr/>
        <p:txBody>
          <a:bodyPr/>
          <a:lstStyle/>
          <a:p>
            <a:r>
              <a:rPr lang="en-US" dirty="0" smtClean="0"/>
              <a:t>Lab Task </a:t>
            </a:r>
            <a:r>
              <a:rPr lang="en-US" dirty="0"/>
              <a:t>9</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0425" y="3676106"/>
            <a:ext cx="1628775" cy="24198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6151233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9200" y="4451131"/>
            <a:ext cx="3810000" cy="21020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71450"/>
            <a:ext cx="4267200" cy="660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6151413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Lab Task </a:t>
            </a:r>
            <a:r>
              <a:rPr lang="en-US" dirty="0" smtClean="0"/>
              <a:t>10</a:t>
            </a:r>
            <a:endParaRPr lang="en-US" dirty="0"/>
          </a:p>
        </p:txBody>
      </p:sp>
      <p:sp>
        <p:nvSpPr>
          <p:cNvPr id="4" name="Content Placeholder 3"/>
          <p:cNvSpPr>
            <a:spLocks noGrp="1"/>
          </p:cNvSpPr>
          <p:nvPr>
            <p:ph idx="1"/>
          </p:nvPr>
        </p:nvSpPr>
        <p:spPr/>
        <p:txBody>
          <a:bodyPr/>
          <a:lstStyle/>
          <a:p>
            <a:endParaRPr lang="en-US" dirty="0" smtClean="0"/>
          </a:p>
          <a:p>
            <a:r>
              <a:rPr lang="en-US" dirty="0" smtClean="0"/>
              <a:t>Write </a:t>
            </a:r>
            <a:r>
              <a:rPr lang="en-US" dirty="0"/>
              <a:t>a </a:t>
            </a:r>
            <a:r>
              <a:rPr lang="en-US" dirty="0" smtClean="0"/>
              <a:t>program </a:t>
            </a:r>
            <a:r>
              <a:rPr lang="en-US" dirty="0"/>
              <a:t>to print pyramid star pattern series</a:t>
            </a:r>
          </a:p>
        </p:txBody>
      </p:sp>
      <p:sp>
        <p:nvSpPr>
          <p:cNvPr id="6" name="AutoShape 5" descr="https://www.math.net/img/a/algebra/polynomial/pascals-triangle/pascal3.svg"/>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a:p>
        </p:txBody>
      </p:sp>
      <p:sp>
        <p:nvSpPr>
          <p:cNvPr id="7" name="Rectangle 6" descr="https://www.math.net/img/a/algebra/polynomial/pascals-triangle/pascal2.svg"/>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a:p>
        </p:txBody>
      </p:sp>
      <p:sp>
        <p:nvSpPr>
          <p:cNvPr id="8" name="Rectangle 7"/>
          <p:cNvSpPr>
            <a:spLocks noChangeArrowheads="1"/>
          </p:cNvSpPr>
          <p:nvPr/>
        </p:nvSpPr>
        <p:spPr bwMode="auto">
          <a:xfrm>
            <a:off x="0" y="762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smtClean="0">
                <a:ln>
                  <a:noFill/>
                </a:ln>
                <a:solidFill>
                  <a:schemeClr val="tx1"/>
                </a:solidFill>
                <a:effectLst/>
                <a:latin typeface="Cambri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9" name="Rectangle 8"/>
          <p:cNvSpPr>
            <a:spLocks noChangeArrowheads="1"/>
          </p:cNvSpPr>
          <p:nvPr/>
        </p:nvSpPr>
        <p:spPr bwMode="auto">
          <a:xfrm>
            <a:off x="0" y="1066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smtClean="0">
                <a:ln>
                  <a:noFill/>
                </a:ln>
                <a:solidFill>
                  <a:srgbClr val="000000"/>
                </a:solidFill>
                <a:effectLst/>
                <a:latin typeface="Cambria" pitchFamily="18" charset="0"/>
                <a:ea typeface="Times New Roman" pitchFamily="18"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 name="Rectangle 9"/>
          <p:cNvSpPr>
            <a:spLocks noChangeArrowheads="1"/>
          </p:cNvSpPr>
          <p:nvPr/>
        </p:nvSpPr>
        <p:spPr bwMode="auto">
          <a:xfrm>
            <a:off x="0" y="2689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pic>
        <p:nvPicPr>
          <p:cNvPr id="6155"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4570" y="3343275"/>
            <a:ext cx="2201830" cy="229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22977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155"/>
                                        </p:tgtEl>
                                        <p:attrNameLst>
                                          <p:attrName>style.visibility</p:attrName>
                                        </p:attrNameLst>
                                      </p:cBhvr>
                                      <p:to>
                                        <p:strVal val="visible"/>
                                      </p:to>
                                    </p:set>
                                    <p:anim calcmode="lin" valueType="num">
                                      <p:cBhvr additive="base">
                                        <p:cTn id="7" dur="500" fill="hold"/>
                                        <p:tgtEl>
                                          <p:spTgt spid="6155"/>
                                        </p:tgtEl>
                                        <p:attrNameLst>
                                          <p:attrName>ppt_x</p:attrName>
                                        </p:attrNameLst>
                                      </p:cBhvr>
                                      <p:tavLst>
                                        <p:tav tm="0">
                                          <p:val>
                                            <p:strVal val="#ppt_x"/>
                                          </p:val>
                                        </p:tav>
                                        <p:tav tm="100000">
                                          <p:val>
                                            <p:strVal val="#ppt_x"/>
                                          </p:val>
                                        </p:tav>
                                      </p:tavLst>
                                    </p:anim>
                                    <p:anim calcmode="lin" valueType="num">
                                      <p:cBhvr additive="base">
                                        <p:cTn id="8" dur="500" fill="hold"/>
                                        <p:tgtEl>
                                          <p:spTgt spid="61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80863"/>
            <a:ext cx="5410200" cy="6721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8250" y="4495800"/>
            <a:ext cx="268235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5943600" y="4019490"/>
            <a:ext cx="1103187" cy="400110"/>
          </a:xfrm>
          <a:prstGeom prst="rect">
            <a:avLst/>
          </a:prstGeom>
          <a:noFill/>
        </p:spPr>
        <p:txBody>
          <a:bodyPr wrap="none" rtlCol="0">
            <a:spAutoFit/>
          </a:bodyPr>
          <a:lstStyle/>
          <a:p>
            <a:r>
              <a:rPr lang="en-US" sz="2000" b="1" dirty="0" smtClean="0"/>
              <a:t>Output:</a:t>
            </a:r>
            <a:endParaRPr lang="en-US" sz="2000" b="1" dirty="0"/>
          </a:p>
        </p:txBody>
      </p:sp>
    </p:spTree>
    <p:extLst>
      <p:ext uri="{BB962C8B-B14F-4D97-AF65-F5344CB8AC3E}">
        <p14:creationId xmlns:p14="http://schemas.microsoft.com/office/powerpoint/2010/main" val="1884453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171"/>
                                        </p:tgtEl>
                                        <p:attrNameLst>
                                          <p:attrName>style.visibility</p:attrName>
                                        </p:attrNameLst>
                                      </p:cBhvr>
                                      <p:to>
                                        <p:strVal val="visible"/>
                                      </p:to>
                                    </p:set>
                                    <p:anim calcmode="lin" valueType="num">
                                      <p:cBhvr additive="base">
                                        <p:cTn id="13" dur="500" fill="hold"/>
                                        <p:tgtEl>
                                          <p:spTgt spid="7171"/>
                                        </p:tgtEl>
                                        <p:attrNameLst>
                                          <p:attrName>ppt_x</p:attrName>
                                        </p:attrNameLst>
                                      </p:cBhvr>
                                      <p:tavLst>
                                        <p:tav tm="0">
                                          <p:val>
                                            <p:strVal val="#ppt_x"/>
                                          </p:val>
                                        </p:tav>
                                        <p:tav tm="100000">
                                          <p:val>
                                            <p:strVal val="#ppt_x"/>
                                          </p:val>
                                        </p:tav>
                                      </p:tavLst>
                                    </p:anim>
                                    <p:anim calcmode="lin" valueType="num">
                                      <p:cBhvr additive="base">
                                        <p:cTn id="14" dur="500" fill="hold"/>
                                        <p:tgtEl>
                                          <p:spTgt spid="717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Hardcover">
  <a:themeElements>
    <a:clrScheme name="Hardcover">
      <a:dk1>
        <a:sysClr val="windowText" lastClr="000000"/>
      </a:dk1>
      <a:lt1>
        <a:sysClr val="window" lastClr="FFFFFF"/>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9900"/>
      </a:hlink>
      <a:folHlink>
        <a:srgbClr val="B2B2B2"/>
      </a:folHlink>
    </a:clrScheme>
    <a:fontScheme name="Hardcover">
      <a:majorFont>
        <a:latin typeface="Book Antiqua"/>
        <a:ea typeface=""/>
        <a:cs typeface=""/>
        <a:font script="Grek" typeface="Times New Roman"/>
        <a:font script="Cyrl" typeface="Times New Roman"/>
        <a:font script="Jpan" typeface="HGS明朝E"/>
        <a:font script="Hang" typeface="궁서"/>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ook Antiqua"/>
        <a:ea typeface=""/>
        <a:cs typeface=""/>
        <a:font script="Grek" typeface="Times New Roman"/>
        <a:font script="Cyrl" typeface="Times New Roman"/>
        <a:font script="Jpan" typeface="HGS明朝E"/>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Hardcover">
      <a:fillStyleLst>
        <a:solidFill>
          <a:schemeClr val="phClr"/>
        </a:solidFill>
        <a:solidFill>
          <a:schemeClr val="phClr">
            <a:tint val="68000"/>
            <a:shade val="94000"/>
            <a:satMod val="300000"/>
            <a:lumMod val="110000"/>
          </a:schemeClr>
        </a:solidFill>
        <a:gradFill rotWithShape="1">
          <a:gsLst>
            <a:gs pos="0">
              <a:schemeClr val="phClr">
                <a:tint val="94000"/>
                <a:satMod val="180000"/>
                <a:lumMod val="98000"/>
              </a:schemeClr>
            </a:gs>
            <a:gs pos="100000">
              <a:schemeClr val="phClr">
                <a:satMod val="130000"/>
              </a:schemeClr>
            </a:gs>
          </a:gsLst>
          <a:lin ang="5160000" scaled="0"/>
        </a:gradFill>
      </a:fillStyleLst>
      <a:lnStyleLst>
        <a:ln w="12700" cap="flat" cmpd="sng" algn="ctr">
          <a:solidFill>
            <a:schemeClr val="phClr">
              <a:shade val="90000"/>
              <a:lumMod val="90000"/>
            </a:schemeClr>
          </a:solidFill>
          <a:prstDash val="solid"/>
        </a:ln>
        <a:ln w="19050" cap="flat" cmpd="sng" algn="ctr">
          <a:solidFill>
            <a:schemeClr val="phClr">
              <a:shade val="75000"/>
              <a:lumMod val="90000"/>
            </a:schemeClr>
          </a:solidFill>
          <a:prstDash val="solid"/>
        </a:ln>
        <a:ln w="25400" cap="flat" cmpd="sng" algn="ctr">
          <a:solidFill>
            <a:schemeClr val="phClr"/>
          </a:solidFill>
          <a:prstDash val="solid"/>
        </a:ln>
      </a:lnStyleLst>
      <a:effectStyleLst>
        <a:effectStyle>
          <a:effectLst>
            <a:outerShdw blurRad="38100" dist="12700" dir="5400000" rotWithShape="0">
              <a:srgbClr val="000000">
                <a:alpha val="15000"/>
              </a:srgbClr>
            </a:outerShdw>
          </a:effectLst>
        </a:effectStyle>
        <a:effectStyle>
          <a:effectLst>
            <a:outerShdw blurRad="50800" dist="25400" dir="5400000" rotWithShape="0">
              <a:srgbClr val="000000">
                <a:alpha val="46000"/>
              </a:srgbClr>
            </a:outerShdw>
          </a:effectLst>
        </a:effectStyle>
        <a:effectStyle>
          <a:effectLst>
            <a:outerShdw blurRad="50800" dist="25400" dir="5400000" rotWithShape="0">
              <a:srgbClr val="000000">
                <a:alpha val="48000"/>
              </a:srgbClr>
            </a:outerShdw>
          </a:effectLst>
          <a:scene3d>
            <a:camera prst="orthographicFront">
              <a:rot lat="0" lon="0" rev="0"/>
            </a:camera>
            <a:lightRig rig="threePt" dir="tl">
              <a:rot lat="0" lon="0" rev="2400000"/>
            </a:lightRig>
          </a:scene3d>
          <a:sp3d>
            <a:bevelT w="25400" h="25400"/>
          </a:sp3d>
        </a:effectStyle>
      </a:effectStyleLst>
      <a:bgFillStyleLst>
        <a:solidFill>
          <a:schemeClr val="phClr">
            <a:tint val="96000"/>
            <a:lumMod val="110000"/>
          </a:schemeClr>
        </a:solidFill>
        <a:blipFill rotWithShape="1">
          <a:blip xmlns:r="http://schemas.openxmlformats.org/officeDocument/2006/relationships" r:embed="rId1">
            <a:duotone>
              <a:schemeClr val="phClr">
                <a:tint val="93000"/>
                <a:shade val="20000"/>
              </a:schemeClr>
              <a:schemeClr val="phClr">
                <a:tint val="90000"/>
                <a:shade val="85000"/>
                <a:satMod val="115000"/>
              </a:schemeClr>
            </a:duotone>
          </a:blip>
          <a:tile tx="0" ty="0" sx="60000" sy="60000" flip="none" algn="tl"/>
        </a:blipFill>
        <a:blipFill rotWithShape="1">
          <a:blip xmlns:r="http://schemas.openxmlformats.org/officeDocument/2006/relationships" r:embed="rId2">
            <a:duotone>
              <a:schemeClr val="phClr">
                <a:shade val="50000"/>
                <a:satMod val="340000"/>
                <a:lumMod val="40000"/>
              </a:schemeClr>
              <a:schemeClr val="phClr">
                <a:tint val="92000"/>
                <a:shade val="94000"/>
                <a:hueMod val="110000"/>
                <a:satMod val="236000"/>
                <a:lumMod val="120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Hardcover</Template>
  <TotalTime>2098</TotalTime>
  <Words>318</Words>
  <Application>Microsoft Office PowerPoint</Application>
  <PresentationFormat>On-screen Show (4:3)</PresentationFormat>
  <Paragraphs>43</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Hardcover</vt:lpstr>
      <vt:lpstr>Programming Fundamentals</vt:lpstr>
      <vt:lpstr>Lab Task 1</vt:lpstr>
      <vt:lpstr>PowerPoint Presentation</vt:lpstr>
      <vt:lpstr>Lab Task 2</vt:lpstr>
      <vt:lpstr>PowerPoint Presentation</vt:lpstr>
      <vt:lpstr>Lab Task 3</vt:lpstr>
      <vt:lpstr>PowerPoint Presentation</vt:lpstr>
      <vt:lpstr>Lab Task 4</vt:lpstr>
      <vt:lpstr>PowerPoint Presentation</vt:lpstr>
      <vt:lpstr>Lab Task 5</vt:lpstr>
      <vt:lpstr>PowerPoint Presentation</vt:lpstr>
      <vt:lpstr>Lab Task 6</vt:lpstr>
      <vt:lpstr>PowerPoint Presentation</vt:lpstr>
      <vt:lpstr>Lab Task 7</vt:lpstr>
      <vt:lpstr>PowerPoint Presentation</vt:lpstr>
      <vt:lpstr>Lab Task 8</vt:lpstr>
      <vt:lpstr>PowerPoint Presentation</vt:lpstr>
      <vt:lpstr>Lab Task 9</vt:lpstr>
      <vt:lpstr>PowerPoint Presentation</vt:lpstr>
      <vt:lpstr>Lab Task 10</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Programming Fundamentals</dc:title>
  <dc:creator>p06</dc:creator>
  <cp:lastModifiedBy>p06</cp:lastModifiedBy>
  <cp:revision>99</cp:revision>
  <dcterms:created xsi:type="dcterms:W3CDTF">2023-02-13T17:33:34Z</dcterms:created>
  <dcterms:modified xsi:type="dcterms:W3CDTF">2025-12-25T11:34:51Z</dcterms:modified>
</cp:coreProperties>
</file>