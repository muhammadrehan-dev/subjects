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sldIdLst>
    <p:sldId id="256" r:id="rId2"/>
    <p:sldId id="257" r:id="rId3"/>
    <p:sldId id="259" r:id="rId4"/>
    <p:sldId id="261" r:id="rId5"/>
    <p:sldId id="263" r:id="rId6"/>
    <p:sldId id="265" r:id="rId7"/>
    <p:sldId id="267" r:id="rId8"/>
    <p:sldId id="269" r:id="rId9"/>
    <p:sldId id="271" r:id="rId10"/>
    <p:sldId id="273" r:id="rId11"/>
    <p:sldId id="275" r:id="rId12"/>
    <p:sldId id="277" r:id="rId13"/>
    <p:sldId id="279" r:id="rId14"/>
    <p:sldId id="281" r:id="rId15"/>
    <p:sldId id="283" r:id="rId16"/>
    <p:sldId id="285" r:id="rId17"/>
    <p:sldId id="287" r:id="rId18"/>
    <p:sldId id="289" r:id="rId19"/>
    <p:sldId id="291" r:id="rId20"/>
    <p:sldId id="293" r:id="rId21"/>
    <p:sldId id="295" r:id="rId22"/>
    <p:sldId id="29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11/5/2025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9317606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endParaRPr lang="en-US" dirty="0"/>
          </a:p>
          <a:p>
            <a:r>
              <a:rPr lang="en-US" dirty="0"/>
              <a:t>Write </a:t>
            </a:r>
            <a:r>
              <a:rPr lang="en-US" dirty="0" smtClean="0"/>
              <a:t>a program to find first and last digit of a number.</a:t>
            </a:r>
            <a:endParaRPr lang="en-US" dirty="0"/>
          </a:p>
        </p:txBody>
      </p:sp>
      <p:sp>
        <p:nvSpPr>
          <p:cNvPr id="4" name="Title 2"/>
          <p:cNvSpPr>
            <a:spLocks noGrp="1"/>
          </p:cNvSpPr>
          <p:nvPr>
            <p:ph type="title"/>
          </p:nvPr>
        </p:nvSpPr>
        <p:spPr/>
        <p:txBody>
          <a:bodyPr/>
          <a:lstStyle/>
          <a:p>
            <a:r>
              <a:rPr lang="en-US" dirty="0" smtClean="0"/>
              <a:t>Lab Task </a:t>
            </a:r>
            <a:r>
              <a:rPr lang="en-US" dirty="0"/>
              <a:t>1</a:t>
            </a:r>
          </a:p>
        </p:txBody>
      </p:sp>
    </p:spTree>
    <p:extLst>
      <p:ext uri="{BB962C8B-B14F-4D97-AF65-F5344CB8AC3E}">
        <p14:creationId xmlns:p14="http://schemas.microsoft.com/office/powerpoint/2010/main" val="35996996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endParaRPr lang="en-US" dirty="0"/>
          </a:p>
          <a:p>
            <a:r>
              <a:rPr lang="en-US" dirty="0" smtClean="0"/>
              <a:t>Write </a:t>
            </a:r>
            <a:r>
              <a:rPr lang="en-US" dirty="0"/>
              <a:t>a C++ program counts the number of digits in the number entered by user</a:t>
            </a:r>
            <a:r>
              <a:rPr lang="en-US" dirty="0" smtClean="0"/>
              <a:t>?</a:t>
            </a:r>
            <a:endParaRPr lang="en-US" dirty="0"/>
          </a:p>
        </p:txBody>
      </p:sp>
      <p:sp>
        <p:nvSpPr>
          <p:cNvPr id="4" name="Title 2"/>
          <p:cNvSpPr>
            <a:spLocks noGrp="1"/>
          </p:cNvSpPr>
          <p:nvPr>
            <p:ph type="title"/>
          </p:nvPr>
        </p:nvSpPr>
        <p:spPr/>
        <p:txBody>
          <a:bodyPr/>
          <a:lstStyle/>
          <a:p>
            <a:r>
              <a:rPr lang="en-US" dirty="0" smtClean="0"/>
              <a:t>Lab Task </a:t>
            </a:r>
            <a:r>
              <a:rPr lang="en-US" dirty="0"/>
              <a:t>2</a:t>
            </a:r>
          </a:p>
        </p:txBody>
      </p:sp>
    </p:spTree>
    <p:extLst>
      <p:ext uri="{BB962C8B-B14F-4D97-AF65-F5344CB8AC3E}">
        <p14:creationId xmlns:p14="http://schemas.microsoft.com/office/powerpoint/2010/main" val="24686172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Write </a:t>
            </a:r>
            <a:r>
              <a:rPr lang="en-US" dirty="0"/>
              <a:t>a program to check whether a number is Armstrong number or not</a:t>
            </a:r>
            <a:r>
              <a:rPr lang="en-US" dirty="0" smtClean="0"/>
              <a:t>.</a:t>
            </a:r>
          </a:p>
          <a:p>
            <a:pPr marL="0" indent="0">
              <a:buNone/>
            </a:pPr>
            <a:endParaRPr lang="en-US" dirty="0" smtClean="0"/>
          </a:p>
          <a:p>
            <a:pPr marL="0" indent="0">
              <a:buNone/>
            </a:pPr>
            <a:r>
              <a:rPr lang="en-US" dirty="0" smtClean="0"/>
              <a:t>In </a:t>
            </a:r>
            <a:r>
              <a:rPr lang="en-US" dirty="0"/>
              <a:t>the case of an Armstrong number of 3 digits, the sum of cubes of each digit is equal to the number itself. For example, 153 is an Armstrong number </a:t>
            </a:r>
            <a:r>
              <a:rPr lang="en-US" dirty="0" smtClean="0"/>
              <a:t>because</a:t>
            </a:r>
          </a:p>
          <a:p>
            <a:pPr marL="0" indent="0" algn="ctr">
              <a:buNone/>
            </a:pPr>
            <a:endParaRPr lang="en-US" dirty="0"/>
          </a:p>
          <a:p>
            <a:pPr marL="0" indent="0" algn="ctr">
              <a:buNone/>
            </a:pPr>
            <a:r>
              <a:rPr lang="en-US" dirty="0" smtClean="0"/>
              <a:t>153 </a:t>
            </a:r>
            <a:r>
              <a:rPr lang="en-US" dirty="0"/>
              <a:t>= 1*1*1 + 5*5*5 + 3*3*3 </a:t>
            </a:r>
          </a:p>
        </p:txBody>
      </p:sp>
      <p:sp>
        <p:nvSpPr>
          <p:cNvPr id="4" name="Title 2"/>
          <p:cNvSpPr>
            <a:spLocks noGrp="1"/>
          </p:cNvSpPr>
          <p:nvPr>
            <p:ph type="title"/>
          </p:nvPr>
        </p:nvSpPr>
        <p:spPr/>
        <p:txBody>
          <a:bodyPr/>
          <a:lstStyle/>
          <a:p>
            <a:r>
              <a:rPr lang="en-US" dirty="0" smtClean="0"/>
              <a:t>Lab Task 3</a:t>
            </a:r>
            <a:endParaRPr lang="en-US" dirty="0"/>
          </a:p>
        </p:txBody>
      </p:sp>
    </p:spTree>
    <p:extLst>
      <p:ext uri="{BB962C8B-B14F-4D97-AF65-F5344CB8AC3E}">
        <p14:creationId xmlns:p14="http://schemas.microsoft.com/office/powerpoint/2010/main" val="227738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US" dirty="0"/>
          </a:p>
          <a:p>
            <a:pPr algn="just"/>
            <a:r>
              <a:rPr lang="en-US" b="1" dirty="0"/>
              <a:t>Write a do-while loop that asks the user to enter two numbers. The numbers should be added and the sum displayed. The user should be asked if he or she wishes to perform the operation again. If so, the loop should repeat; otherwise it should terminate. </a:t>
            </a:r>
          </a:p>
        </p:txBody>
      </p:sp>
      <p:sp>
        <p:nvSpPr>
          <p:cNvPr id="3" name="Title 2"/>
          <p:cNvSpPr>
            <a:spLocks noGrp="1"/>
          </p:cNvSpPr>
          <p:nvPr>
            <p:ph type="title"/>
          </p:nvPr>
        </p:nvSpPr>
        <p:spPr/>
        <p:txBody>
          <a:bodyPr/>
          <a:lstStyle/>
          <a:p>
            <a:r>
              <a:rPr lang="en-US" dirty="0" smtClean="0"/>
              <a:t>Lab Task 4</a:t>
            </a:r>
            <a:endParaRPr lang="en-US" dirty="0"/>
          </a:p>
        </p:txBody>
      </p:sp>
    </p:spTree>
    <p:extLst>
      <p:ext uri="{BB962C8B-B14F-4D97-AF65-F5344CB8AC3E}">
        <p14:creationId xmlns:p14="http://schemas.microsoft.com/office/powerpoint/2010/main" val="9418325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t>Imagine you're building a simple security system for a phone app. The app asks the user to guess a secret password (e.g., "open123"). The user must keep trying until they get it right. Use a do-while loop to handle this, since the loop should run at least once (to ask for the first guess).</a:t>
            </a:r>
          </a:p>
        </p:txBody>
      </p:sp>
      <p:sp>
        <p:nvSpPr>
          <p:cNvPr id="3" name="Title 2"/>
          <p:cNvSpPr>
            <a:spLocks noGrp="1"/>
          </p:cNvSpPr>
          <p:nvPr>
            <p:ph type="title"/>
          </p:nvPr>
        </p:nvSpPr>
        <p:spPr/>
        <p:txBody>
          <a:bodyPr/>
          <a:lstStyle/>
          <a:p>
            <a:r>
              <a:rPr lang="en-US" dirty="0" smtClean="0"/>
              <a:t>Lab Task </a:t>
            </a:r>
            <a:r>
              <a:rPr lang="en-US" dirty="0"/>
              <a:t>5</a:t>
            </a:r>
          </a:p>
        </p:txBody>
      </p:sp>
    </p:spTree>
    <p:extLst>
      <p:ext uri="{BB962C8B-B14F-4D97-AF65-F5344CB8AC3E}">
        <p14:creationId xmlns:p14="http://schemas.microsoft.com/office/powerpoint/2010/main" val="28725205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6</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4608" y="3733800"/>
            <a:ext cx="1471188"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57632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mirrored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7</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2524" y="3657600"/>
            <a:ext cx="1625276" cy="2413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6257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inverted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8</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282" y="3581401"/>
            <a:ext cx="1412688"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46205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inverted mirrored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9</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425" y="3676106"/>
            <a:ext cx="1628775" cy="2419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81595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Lab Task </a:t>
            </a:r>
            <a:r>
              <a:rPr lang="en-US" dirty="0" smtClean="0"/>
              <a:t>10</a:t>
            </a:r>
            <a:endParaRPr lang="en-US" dirty="0"/>
          </a:p>
        </p:txBody>
      </p:sp>
      <p:sp>
        <p:nvSpPr>
          <p:cNvPr id="4" name="Content Placeholder 3"/>
          <p:cNvSpPr>
            <a:spLocks noGrp="1"/>
          </p:cNvSpPr>
          <p:nvPr>
            <p:ph idx="1"/>
          </p:nvPr>
        </p:nvSpPr>
        <p:spPr/>
        <p:txBody>
          <a:bodyPr/>
          <a:lstStyle/>
          <a:p>
            <a:endParaRPr lang="en-US" dirty="0" smtClean="0"/>
          </a:p>
          <a:p>
            <a:r>
              <a:rPr lang="en-US" dirty="0" smtClean="0"/>
              <a:t>Write </a:t>
            </a:r>
            <a:r>
              <a:rPr lang="en-US" dirty="0"/>
              <a:t>a </a:t>
            </a:r>
            <a:r>
              <a:rPr lang="en-US" dirty="0" smtClean="0"/>
              <a:t>program </a:t>
            </a:r>
            <a:r>
              <a:rPr lang="en-US" dirty="0"/>
              <a:t>to print pyramid star pattern series</a:t>
            </a:r>
          </a:p>
        </p:txBody>
      </p:sp>
      <p:sp>
        <p:nvSpPr>
          <p:cNvPr id="6" name="AutoShape 5" descr="https://www.math.net/img/a/algebra/polynomial/pascals-triangle/pascal3.sv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7" name="Rectangle 6" descr="https://www.math.net/img/a/algebra/polynomial/pascals-triangle/pascal2.sv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8" name="Rectangle 7"/>
          <p:cNvSpPr>
            <a:spLocks noChangeArrowheads="1"/>
          </p:cNvSpPr>
          <p:nvPr/>
        </p:nvSpPr>
        <p:spPr bwMode="auto">
          <a:xfrm>
            <a:off x="0" y="762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Cambri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9" name="Rectangle 8"/>
          <p:cNvSpPr>
            <a:spLocks noChangeArrowheads="1"/>
          </p:cNvSpPr>
          <p:nvPr/>
        </p:nvSpPr>
        <p:spPr bwMode="auto">
          <a:xfrm>
            <a:off x="0" y="1066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rgbClr val="000000"/>
                </a:solidFill>
                <a:effectLst/>
                <a:latin typeface="Cambria" pitchFamily="18"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 name="Rectangle 9"/>
          <p:cNvSpPr>
            <a:spLocks noChangeArrowheads="1"/>
          </p:cNvSpPr>
          <p:nvPr/>
        </p:nvSpPr>
        <p:spPr bwMode="auto">
          <a:xfrm>
            <a:off x="0" y="2689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615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570" y="3343275"/>
            <a:ext cx="2201830"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892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55"/>
                                        </p:tgtEl>
                                        <p:attrNameLst>
                                          <p:attrName>style.visibility</p:attrName>
                                        </p:attrNameLst>
                                      </p:cBhvr>
                                      <p:to>
                                        <p:strVal val="visible"/>
                                      </p:to>
                                    </p:set>
                                    <p:anim calcmode="lin" valueType="num">
                                      <p:cBhvr additive="base">
                                        <p:cTn id="7" dur="500" fill="hold"/>
                                        <p:tgtEl>
                                          <p:spTgt spid="6155"/>
                                        </p:tgtEl>
                                        <p:attrNameLst>
                                          <p:attrName>ppt_x</p:attrName>
                                        </p:attrNameLst>
                                      </p:cBhvr>
                                      <p:tavLst>
                                        <p:tav tm="0">
                                          <p:val>
                                            <p:strVal val="#ppt_x"/>
                                          </p:val>
                                        </p:tav>
                                        <p:tav tm="100000">
                                          <p:val>
                                            <p:strVal val="#ppt_x"/>
                                          </p:val>
                                        </p:tav>
                                      </p:tavLst>
                                    </p:anim>
                                    <p:anim calcmode="lin" valueType="num">
                                      <p:cBhvr additive="base">
                                        <p:cTn id="8" dur="500" fill="hold"/>
                                        <p:tgtEl>
                                          <p:spTgt spid="6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endParaRPr lang="en-US" b="1" dirty="0" smtClean="0"/>
          </a:p>
          <a:p>
            <a:pPr algn="just"/>
            <a:endParaRPr lang="en-US" b="1" dirty="0"/>
          </a:p>
          <a:p>
            <a:pPr algn="just"/>
            <a:endParaRPr lang="en-US" b="1" dirty="0" smtClean="0"/>
          </a:p>
          <a:p>
            <a:pPr algn="just"/>
            <a:r>
              <a:rPr lang="en-US" b="1" dirty="0" smtClean="0"/>
              <a:t>Write a code to print the sum of all the elements in the array.</a:t>
            </a:r>
            <a:endParaRPr lang="en-US" b="1" dirty="0"/>
          </a:p>
        </p:txBody>
      </p:sp>
      <p:sp>
        <p:nvSpPr>
          <p:cNvPr id="3" name="Title 2"/>
          <p:cNvSpPr>
            <a:spLocks noGrp="1"/>
          </p:cNvSpPr>
          <p:nvPr>
            <p:ph type="title"/>
          </p:nvPr>
        </p:nvSpPr>
        <p:spPr/>
        <p:txBody>
          <a:bodyPr/>
          <a:lstStyle/>
          <a:p>
            <a:r>
              <a:rPr lang="en-US" dirty="0" smtClean="0"/>
              <a:t>Lab Task 11</a:t>
            </a:r>
            <a:endParaRPr lang="en-US" dirty="0"/>
          </a:p>
        </p:txBody>
      </p:sp>
    </p:spTree>
    <p:extLst>
      <p:ext uri="{BB962C8B-B14F-4D97-AF65-F5344CB8AC3E}">
        <p14:creationId xmlns:p14="http://schemas.microsoft.com/office/powerpoint/2010/main" val="9703392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endParaRPr lang="en-US" b="1" dirty="0" smtClean="0"/>
          </a:p>
          <a:p>
            <a:pPr marL="0" indent="0" algn="just">
              <a:buNone/>
            </a:pPr>
            <a:endParaRPr lang="en-US" b="1" dirty="0" smtClean="0"/>
          </a:p>
          <a:p>
            <a:pPr algn="just"/>
            <a:r>
              <a:rPr lang="en-US" b="1" dirty="0" smtClean="0"/>
              <a:t>Read </a:t>
            </a:r>
            <a:r>
              <a:rPr lang="en-US" b="1" dirty="0"/>
              <a:t>the entries of an array of 5 integers from a user. Print the sum of all the elements in the array.</a:t>
            </a:r>
          </a:p>
          <a:p>
            <a:pPr algn="just"/>
            <a:endParaRPr lang="en-US" b="1" dirty="0"/>
          </a:p>
        </p:txBody>
      </p:sp>
      <p:sp>
        <p:nvSpPr>
          <p:cNvPr id="3" name="Title 2"/>
          <p:cNvSpPr>
            <a:spLocks noGrp="1"/>
          </p:cNvSpPr>
          <p:nvPr>
            <p:ph type="title"/>
          </p:nvPr>
        </p:nvSpPr>
        <p:spPr/>
        <p:txBody>
          <a:bodyPr/>
          <a:lstStyle/>
          <a:p>
            <a:r>
              <a:rPr lang="en-US" dirty="0" smtClean="0"/>
              <a:t>Lab Task 12</a:t>
            </a:r>
            <a:endParaRPr lang="en-US" dirty="0"/>
          </a:p>
        </p:txBody>
      </p:sp>
    </p:spTree>
    <p:extLst>
      <p:ext uri="{BB962C8B-B14F-4D97-AF65-F5344CB8AC3E}">
        <p14:creationId xmlns:p14="http://schemas.microsoft.com/office/powerpoint/2010/main" val="37954119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US" dirty="0"/>
          </a:p>
          <a:p>
            <a:r>
              <a:rPr lang="en-US" b="1" dirty="0"/>
              <a:t>Read the entries of an array of 10 integers from a user. </a:t>
            </a:r>
            <a:endParaRPr lang="en-US" b="1" dirty="0" smtClean="0"/>
          </a:p>
          <a:p>
            <a:pPr indent="0">
              <a:buNone/>
            </a:pPr>
            <a:r>
              <a:rPr lang="en-US" b="1" dirty="0" smtClean="0"/>
              <a:t>Compute </a:t>
            </a:r>
            <a:r>
              <a:rPr lang="en-US" b="1" dirty="0"/>
              <a:t>x as the average of the 10 entries and then compute the average and display those entries that are greater than or equal to x. </a:t>
            </a:r>
            <a:endParaRPr lang="en-US" b="1" dirty="0" smtClean="0"/>
          </a:p>
          <a:p>
            <a:pPr indent="0">
              <a:buNone/>
            </a:pPr>
            <a:r>
              <a:rPr lang="en-US" b="1" dirty="0" smtClean="0"/>
              <a:t>Print </a:t>
            </a:r>
            <a:r>
              <a:rPr lang="en-US" b="1" dirty="0"/>
              <a:t>this final average.</a:t>
            </a:r>
          </a:p>
        </p:txBody>
      </p:sp>
      <p:sp>
        <p:nvSpPr>
          <p:cNvPr id="3" name="Title 2"/>
          <p:cNvSpPr>
            <a:spLocks noGrp="1"/>
          </p:cNvSpPr>
          <p:nvPr>
            <p:ph type="title"/>
          </p:nvPr>
        </p:nvSpPr>
        <p:spPr/>
        <p:txBody>
          <a:bodyPr/>
          <a:lstStyle/>
          <a:p>
            <a:r>
              <a:rPr lang="en-US" dirty="0" smtClean="0"/>
              <a:t>Lab Task 13</a:t>
            </a:r>
            <a:endParaRPr lang="en-US" dirty="0"/>
          </a:p>
        </p:txBody>
      </p:sp>
    </p:spTree>
    <p:extLst>
      <p:ext uri="{BB962C8B-B14F-4D97-AF65-F5344CB8AC3E}">
        <p14:creationId xmlns:p14="http://schemas.microsoft.com/office/powerpoint/2010/main" val="34778990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US" dirty="0"/>
          </a:p>
          <a:p>
            <a:endParaRPr lang="en-US" dirty="0" smtClean="0"/>
          </a:p>
          <a:p>
            <a:endParaRPr lang="en-US" dirty="0" smtClean="0"/>
          </a:p>
          <a:p>
            <a:r>
              <a:rPr lang="en-US" b="1" dirty="0" smtClean="0"/>
              <a:t>Write </a:t>
            </a:r>
            <a:r>
              <a:rPr lang="en-US" b="1" dirty="0"/>
              <a:t>a code to find maximum </a:t>
            </a:r>
            <a:r>
              <a:rPr lang="en-US" b="1" dirty="0" smtClean="0"/>
              <a:t>number in array</a:t>
            </a:r>
            <a:r>
              <a:rPr lang="en-US" b="1" dirty="0"/>
              <a:t>. </a:t>
            </a:r>
          </a:p>
          <a:p>
            <a:endParaRPr lang="en-US" dirty="0"/>
          </a:p>
        </p:txBody>
      </p:sp>
      <p:sp>
        <p:nvSpPr>
          <p:cNvPr id="3" name="Title 2"/>
          <p:cNvSpPr>
            <a:spLocks noGrp="1"/>
          </p:cNvSpPr>
          <p:nvPr>
            <p:ph type="title"/>
          </p:nvPr>
        </p:nvSpPr>
        <p:spPr/>
        <p:txBody>
          <a:bodyPr/>
          <a:lstStyle/>
          <a:p>
            <a:r>
              <a:rPr lang="en-US" dirty="0" smtClean="0"/>
              <a:t>Lab Task 14</a:t>
            </a:r>
            <a:endParaRPr lang="en-US" dirty="0"/>
          </a:p>
        </p:txBody>
      </p:sp>
    </p:spTree>
    <p:extLst>
      <p:ext uri="{BB962C8B-B14F-4D97-AF65-F5344CB8AC3E}">
        <p14:creationId xmlns:p14="http://schemas.microsoft.com/office/powerpoint/2010/main" val="2222377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US" dirty="0"/>
          </a:p>
          <a:p>
            <a:endParaRPr lang="en-US" dirty="0" smtClean="0"/>
          </a:p>
          <a:p>
            <a:endParaRPr lang="en-US" dirty="0" smtClean="0"/>
          </a:p>
          <a:p>
            <a:r>
              <a:rPr lang="en-US" b="1" dirty="0" smtClean="0"/>
              <a:t>Write </a:t>
            </a:r>
            <a:r>
              <a:rPr lang="en-US" b="1" dirty="0"/>
              <a:t>a code to </a:t>
            </a:r>
            <a:r>
              <a:rPr lang="en-US" b="1" dirty="0" smtClean="0"/>
              <a:t>find minimum </a:t>
            </a:r>
            <a:r>
              <a:rPr lang="en-US" b="1" dirty="0"/>
              <a:t>number in array. </a:t>
            </a:r>
          </a:p>
          <a:p>
            <a:endParaRPr lang="en-US" dirty="0"/>
          </a:p>
        </p:txBody>
      </p:sp>
      <p:sp>
        <p:nvSpPr>
          <p:cNvPr id="3" name="Title 2"/>
          <p:cNvSpPr>
            <a:spLocks noGrp="1"/>
          </p:cNvSpPr>
          <p:nvPr>
            <p:ph type="title"/>
          </p:nvPr>
        </p:nvSpPr>
        <p:spPr/>
        <p:txBody>
          <a:bodyPr/>
          <a:lstStyle/>
          <a:p>
            <a:r>
              <a:rPr lang="en-US" dirty="0" smtClean="0"/>
              <a:t>Lab Task 15</a:t>
            </a:r>
            <a:endParaRPr lang="en-US" dirty="0"/>
          </a:p>
        </p:txBody>
      </p:sp>
    </p:spTree>
    <p:extLst>
      <p:ext uri="{BB962C8B-B14F-4D97-AF65-F5344CB8AC3E}">
        <p14:creationId xmlns:p14="http://schemas.microsoft.com/office/powerpoint/2010/main" val="31047588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endParaRPr lang="en-US" b="1" dirty="0" smtClean="0"/>
          </a:p>
          <a:p>
            <a:pPr algn="just"/>
            <a:endParaRPr lang="en-US" b="1" dirty="0"/>
          </a:p>
          <a:p>
            <a:pPr algn="just"/>
            <a:r>
              <a:rPr lang="en-US" b="1" dirty="0" smtClean="0"/>
              <a:t>Write a code to swap the value of 2</a:t>
            </a:r>
            <a:r>
              <a:rPr lang="en-US" b="1" baseline="30000" dirty="0" smtClean="0"/>
              <a:t>nd</a:t>
            </a:r>
            <a:r>
              <a:rPr lang="en-US" b="1" dirty="0" smtClean="0"/>
              <a:t> and 3</a:t>
            </a:r>
            <a:r>
              <a:rPr lang="en-US" b="1" baseline="30000" dirty="0" smtClean="0"/>
              <a:t>rd</a:t>
            </a:r>
            <a:r>
              <a:rPr lang="en-US" b="1" dirty="0" smtClean="0"/>
              <a:t> element of the array.</a:t>
            </a:r>
            <a:endParaRPr lang="en-US" b="1" dirty="0"/>
          </a:p>
        </p:txBody>
      </p:sp>
      <p:sp>
        <p:nvSpPr>
          <p:cNvPr id="3" name="Title 2"/>
          <p:cNvSpPr>
            <a:spLocks noGrp="1"/>
          </p:cNvSpPr>
          <p:nvPr>
            <p:ph type="title"/>
          </p:nvPr>
        </p:nvSpPr>
        <p:spPr/>
        <p:txBody>
          <a:bodyPr/>
          <a:lstStyle/>
          <a:p>
            <a:r>
              <a:rPr lang="en-US" dirty="0" smtClean="0"/>
              <a:t>Lab Task 16</a:t>
            </a:r>
            <a:endParaRPr lang="en-US" dirty="0"/>
          </a:p>
        </p:txBody>
      </p:sp>
    </p:spTree>
    <p:extLst>
      <p:ext uri="{BB962C8B-B14F-4D97-AF65-F5344CB8AC3E}">
        <p14:creationId xmlns:p14="http://schemas.microsoft.com/office/powerpoint/2010/main" val="23325591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endParaRPr lang="en-US" b="1" dirty="0"/>
          </a:p>
          <a:p>
            <a:r>
              <a:rPr lang="en-US" b="1" dirty="0"/>
              <a:t>Take </a:t>
            </a:r>
            <a:r>
              <a:rPr lang="en-US" b="1" dirty="0" smtClean="0"/>
              <a:t>numbers </a:t>
            </a:r>
            <a:r>
              <a:rPr lang="en-US" b="1" dirty="0"/>
              <a:t>from </a:t>
            </a:r>
            <a:r>
              <a:rPr lang="en-US" b="1" dirty="0" smtClean="0"/>
              <a:t>user in an array, </a:t>
            </a:r>
            <a:r>
              <a:rPr lang="en-US" b="1" dirty="0"/>
              <a:t>sort them in </a:t>
            </a:r>
            <a:r>
              <a:rPr lang="en-US" b="1" dirty="0" smtClean="0"/>
              <a:t>ascending </a:t>
            </a:r>
            <a:r>
              <a:rPr lang="en-US" b="1" dirty="0"/>
              <a:t>order.</a:t>
            </a:r>
          </a:p>
        </p:txBody>
      </p:sp>
      <p:sp>
        <p:nvSpPr>
          <p:cNvPr id="3" name="Title 2"/>
          <p:cNvSpPr>
            <a:spLocks noGrp="1"/>
          </p:cNvSpPr>
          <p:nvPr>
            <p:ph type="title"/>
          </p:nvPr>
        </p:nvSpPr>
        <p:spPr/>
        <p:txBody>
          <a:bodyPr/>
          <a:lstStyle/>
          <a:p>
            <a:r>
              <a:rPr lang="en-US" dirty="0" smtClean="0"/>
              <a:t>Lab Task 17</a:t>
            </a:r>
            <a:endParaRPr lang="en-US" dirty="0"/>
          </a:p>
        </p:txBody>
      </p:sp>
    </p:spTree>
    <p:extLst>
      <p:ext uri="{BB962C8B-B14F-4D97-AF65-F5344CB8AC3E}">
        <p14:creationId xmlns:p14="http://schemas.microsoft.com/office/powerpoint/2010/main" val="2235017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endParaRPr lang="en-US" b="1" dirty="0"/>
          </a:p>
          <a:p>
            <a:r>
              <a:rPr lang="en-US" b="1" dirty="0"/>
              <a:t>Take </a:t>
            </a:r>
            <a:r>
              <a:rPr lang="en-US" b="1" dirty="0" smtClean="0"/>
              <a:t>numbers </a:t>
            </a:r>
            <a:r>
              <a:rPr lang="en-US" b="1" dirty="0"/>
              <a:t>from </a:t>
            </a:r>
            <a:r>
              <a:rPr lang="en-US" b="1" dirty="0" smtClean="0"/>
              <a:t>user in an array, </a:t>
            </a:r>
            <a:r>
              <a:rPr lang="en-US" b="1" dirty="0"/>
              <a:t>sort them </a:t>
            </a:r>
            <a:r>
              <a:rPr lang="en-US" b="1" dirty="0" smtClean="0"/>
              <a:t>in descending </a:t>
            </a:r>
            <a:r>
              <a:rPr lang="en-US" b="1" dirty="0"/>
              <a:t>order.</a:t>
            </a:r>
          </a:p>
        </p:txBody>
      </p:sp>
      <p:sp>
        <p:nvSpPr>
          <p:cNvPr id="3" name="Title 2"/>
          <p:cNvSpPr>
            <a:spLocks noGrp="1"/>
          </p:cNvSpPr>
          <p:nvPr>
            <p:ph type="title"/>
          </p:nvPr>
        </p:nvSpPr>
        <p:spPr/>
        <p:txBody>
          <a:bodyPr/>
          <a:lstStyle/>
          <a:p>
            <a:r>
              <a:rPr lang="en-US" dirty="0" smtClean="0"/>
              <a:t>Lab Task 18</a:t>
            </a:r>
            <a:endParaRPr lang="en-US" dirty="0"/>
          </a:p>
        </p:txBody>
      </p:sp>
    </p:spTree>
    <p:extLst>
      <p:ext uri="{BB962C8B-B14F-4D97-AF65-F5344CB8AC3E}">
        <p14:creationId xmlns:p14="http://schemas.microsoft.com/office/powerpoint/2010/main" val="8794042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endParaRPr lang="en-US" b="1" dirty="0"/>
          </a:p>
          <a:p>
            <a:r>
              <a:rPr lang="en-US" b="1" dirty="0"/>
              <a:t>Take array of 5 numbers from user, now print them in reverse order.</a:t>
            </a:r>
          </a:p>
        </p:txBody>
      </p:sp>
      <p:sp>
        <p:nvSpPr>
          <p:cNvPr id="3" name="Title 2"/>
          <p:cNvSpPr>
            <a:spLocks noGrp="1"/>
          </p:cNvSpPr>
          <p:nvPr>
            <p:ph type="title"/>
          </p:nvPr>
        </p:nvSpPr>
        <p:spPr/>
        <p:txBody>
          <a:bodyPr/>
          <a:lstStyle/>
          <a:p>
            <a:r>
              <a:rPr lang="en-US" dirty="0" smtClean="0"/>
              <a:t>Lab Task 19</a:t>
            </a:r>
            <a:endParaRPr lang="en-US" dirty="0"/>
          </a:p>
        </p:txBody>
      </p:sp>
    </p:spTree>
    <p:extLst>
      <p:ext uri="{BB962C8B-B14F-4D97-AF65-F5344CB8AC3E}">
        <p14:creationId xmlns:p14="http://schemas.microsoft.com/office/powerpoint/2010/main" val="4509255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endParaRPr lang="en-US" b="1" dirty="0"/>
          </a:p>
          <a:p>
            <a:r>
              <a:rPr lang="en-US" b="1" dirty="0"/>
              <a:t>Take 10 float numbers from user, now find second greatest number from array.</a:t>
            </a:r>
          </a:p>
        </p:txBody>
      </p:sp>
      <p:sp>
        <p:nvSpPr>
          <p:cNvPr id="3" name="Title 2"/>
          <p:cNvSpPr>
            <a:spLocks noGrp="1"/>
          </p:cNvSpPr>
          <p:nvPr>
            <p:ph type="title"/>
          </p:nvPr>
        </p:nvSpPr>
        <p:spPr/>
        <p:txBody>
          <a:bodyPr/>
          <a:lstStyle/>
          <a:p>
            <a:r>
              <a:rPr lang="en-US" dirty="0" smtClean="0"/>
              <a:t>Lab Task 20</a:t>
            </a:r>
            <a:endParaRPr lang="en-US" dirty="0"/>
          </a:p>
        </p:txBody>
      </p:sp>
    </p:spTree>
    <p:extLst>
      <p:ext uri="{BB962C8B-B14F-4D97-AF65-F5344CB8AC3E}">
        <p14:creationId xmlns:p14="http://schemas.microsoft.com/office/powerpoint/2010/main" val="34198866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smtClean="0"/>
          </a:p>
          <a:p>
            <a:endParaRPr lang="en-US" b="1" dirty="0"/>
          </a:p>
          <a:p>
            <a:pPr algn="just"/>
            <a:r>
              <a:rPr lang="en-US" b="1" dirty="0"/>
              <a:t>Write a C++ program to search any element in an array.</a:t>
            </a:r>
          </a:p>
        </p:txBody>
      </p:sp>
      <p:sp>
        <p:nvSpPr>
          <p:cNvPr id="3" name="Title 2"/>
          <p:cNvSpPr>
            <a:spLocks noGrp="1"/>
          </p:cNvSpPr>
          <p:nvPr>
            <p:ph type="title"/>
          </p:nvPr>
        </p:nvSpPr>
        <p:spPr/>
        <p:txBody>
          <a:bodyPr/>
          <a:lstStyle/>
          <a:p>
            <a:r>
              <a:rPr lang="en-US" dirty="0" smtClean="0"/>
              <a:t>Lab </a:t>
            </a:r>
            <a:r>
              <a:rPr lang="en-US" smtClean="0"/>
              <a:t>Task 21</a:t>
            </a:r>
            <a:endParaRPr lang="en-US" dirty="0"/>
          </a:p>
        </p:txBody>
      </p:sp>
    </p:spTree>
    <p:extLst>
      <p:ext uri="{BB962C8B-B14F-4D97-AF65-F5344CB8AC3E}">
        <p14:creationId xmlns:p14="http://schemas.microsoft.com/office/powerpoint/2010/main" val="136202816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2092</TotalTime>
  <Words>530</Words>
  <Application>Microsoft Office PowerPoint</Application>
  <PresentationFormat>On-screen Show (4:3)</PresentationFormat>
  <Paragraphs>87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Hardcover</vt:lpstr>
      <vt:lpstr>Programming Fundamentals</vt:lpstr>
      <vt:lpstr>Lab Task 1</vt:lpstr>
      <vt:lpstr>Lab Task 2</vt:lpstr>
      <vt:lpstr>Lab Task 3</vt:lpstr>
      <vt:lpstr>Lab Task 4</vt:lpstr>
      <vt:lpstr>Lab Task 5</vt:lpstr>
      <vt:lpstr>Lab Task 6</vt:lpstr>
      <vt:lpstr>Lab Task 7</vt:lpstr>
      <vt:lpstr>Lab Task 8</vt:lpstr>
      <vt:lpstr>Lab Task 9</vt:lpstr>
      <vt:lpstr>Lab Task 10</vt:lpstr>
      <vt:lpstr>Lab Task 11</vt:lpstr>
      <vt:lpstr>Lab Task 12</vt:lpstr>
      <vt:lpstr>Lab Task 13</vt:lpstr>
      <vt:lpstr>Lab Task 14</vt:lpstr>
      <vt:lpstr>Lab Task 15</vt:lpstr>
      <vt:lpstr>Lab Task 16</vt:lpstr>
      <vt:lpstr>Lab Task 17</vt:lpstr>
      <vt:lpstr>Lab Task 18</vt:lpstr>
      <vt:lpstr>Lab Task 19</vt:lpstr>
      <vt:lpstr>Lab Task 20</vt:lpstr>
      <vt:lpstr>Lab Task 21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95</cp:revision>
  <dcterms:created xsi:type="dcterms:W3CDTF">2023-02-13T17:33:34Z</dcterms:created>
  <dcterms:modified xsi:type="dcterms:W3CDTF">2025-11-05T18:11:43Z</dcterms:modified>
</cp:coreProperties>
</file>