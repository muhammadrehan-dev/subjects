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</a:t>
            </a:r>
            <a:r>
              <a:rPr lang="en-US" b="1" dirty="0" smtClean="0"/>
              <a:t>to simulate flipping a coin event using rand().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3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-1"/>
            <a:ext cx="4115779" cy="5963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963911"/>
            <a:ext cx="4396155" cy="81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711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</a:t>
            </a:r>
            <a:r>
              <a:rPr lang="en-US" b="1" dirty="0" smtClean="0"/>
              <a:t>to simulate </a:t>
            </a:r>
            <a:r>
              <a:rPr lang="en-US" b="1" dirty="0"/>
              <a:t>r</a:t>
            </a:r>
            <a:r>
              <a:rPr lang="en-US" b="1" dirty="0" smtClean="0"/>
              <a:t>olling </a:t>
            </a:r>
            <a:r>
              <a:rPr lang="en-US" b="1" dirty="0"/>
              <a:t>a six-sided </a:t>
            </a:r>
            <a:r>
              <a:rPr lang="en-US" b="1" dirty="0" smtClean="0"/>
              <a:t>dice event using rand().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3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934"/>
            <a:ext cx="4191000" cy="6315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934"/>
            <a:ext cx="3581400" cy="4004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66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/>
              <a:t>Write a C++ program to input an upper bound by user and print all numbers up to that limit?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2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381000"/>
            <a:ext cx="5778231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29400" y="26670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248400" y="4572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using while loop.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00400"/>
            <a:ext cx="2507496" cy="245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66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Write a C++ program to input an upper bound and separate even &amp; odd from that limit?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49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0" y="26670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4191000" cy="6304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05" y="6248400"/>
            <a:ext cx="3496995" cy="57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415" y="3148863"/>
            <a:ext cx="2439385" cy="3678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48400" y="4572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using while loop.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368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/>
              <a:t>Write a C++ program that prints </a:t>
            </a:r>
            <a:r>
              <a:rPr lang="en-US" b="1" dirty="0" smtClean="0"/>
              <a:t>complete alphabets </a:t>
            </a:r>
            <a:r>
              <a:rPr lang="en-US" b="1" dirty="0"/>
              <a:t>using for loop? (a-z)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303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8400" y="4572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using while loop.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152400"/>
            <a:ext cx="4836987" cy="365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914" y="3048000"/>
            <a:ext cx="4692913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141785" y="2482948"/>
            <a:ext cx="2354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Uppercase (A – Z)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0811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Write a C++ program that ask the user a number and prints the table of that number up to 10?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4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7057616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6602"/>
            <a:ext cx="2385760" cy="3226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283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" y="1143000"/>
            <a:ext cx="7168039" cy="510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522" y="718810"/>
            <a:ext cx="2342272" cy="316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1182" y="457200"/>
            <a:ext cx="8101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Using while loop.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715000" y="54864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using </a:t>
            </a:r>
            <a:r>
              <a:rPr lang="en-US" sz="2000" b="1" dirty="0" smtClean="0"/>
              <a:t>do while</a:t>
            </a:r>
            <a:r>
              <a:rPr lang="en-US" sz="2000" dirty="0" smtClean="0"/>
              <a:t> loop.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38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Write a C++ program that displays the product of all odd numbers from 1 to 10 using for loop?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4408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0" y="26670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5257800" cy="6620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686" y="3200400"/>
            <a:ext cx="2060314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26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0" y="26670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686" y="3200400"/>
            <a:ext cx="2060314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950068"/>
            <a:ext cx="4226719" cy="5755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1182" y="314980"/>
            <a:ext cx="8101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Using while loop.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560428" y="2286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using </a:t>
            </a:r>
            <a:r>
              <a:rPr lang="en-US" sz="2000" b="1" dirty="0" smtClean="0"/>
              <a:t>do while</a:t>
            </a:r>
            <a:r>
              <a:rPr lang="en-US" sz="2000" dirty="0" smtClean="0"/>
              <a:t> loop.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26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b="1" dirty="0"/>
                  <a:t>Write a C++ program that finds the sum of squares of integer from 1 to n. Where n is a positive value entered by user (i.e.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/>
                      </a:rPr>
                      <m:t>……….+</m:t>
                    </m:r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02" r="-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9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0" y="26670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568"/>
            <a:ext cx="4267200" cy="673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998" y="3223757"/>
            <a:ext cx="2871787" cy="2185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248400" y="457200"/>
            <a:ext cx="23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Also practice this code </a:t>
            </a:r>
            <a:r>
              <a:rPr lang="en-US" sz="2000" smtClean="0"/>
              <a:t>using for </a:t>
            </a:r>
            <a:r>
              <a:rPr lang="en-US" sz="2000" dirty="0" smtClean="0"/>
              <a:t>loop.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097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2094</TotalTime>
  <Words>273</Words>
  <Application>Microsoft Office PowerPoint</Application>
  <PresentationFormat>On-screen Show (4:3)</PresentationFormat>
  <Paragraphs>49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  <vt:lpstr>Lab Task 6</vt:lpstr>
      <vt:lpstr>PowerPoint Presentation</vt:lpstr>
      <vt:lpstr>PowerPoint Presentation</vt:lpstr>
      <vt:lpstr>Lab Task 7</vt:lpstr>
      <vt:lpstr>PowerPoint Presentation</vt:lpstr>
      <vt:lpstr>PowerPoint Presentation</vt:lpstr>
      <vt:lpstr>Lab Task 8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95</cp:revision>
  <dcterms:created xsi:type="dcterms:W3CDTF">2023-02-13T17:33:34Z</dcterms:created>
  <dcterms:modified xsi:type="dcterms:W3CDTF">2025-10-23T20:01:09Z</dcterms:modified>
</cp:coreProperties>
</file>