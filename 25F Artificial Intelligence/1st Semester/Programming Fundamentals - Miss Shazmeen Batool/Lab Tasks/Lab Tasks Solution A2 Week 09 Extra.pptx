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40" r:id="rId1"/>
  </p:sldMasterIdLst>
  <p:sldIdLst>
    <p:sldId id="275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970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Shazmeen Batool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5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endParaRPr lang="en-US" b="1" dirty="0" smtClean="0"/>
          </a:p>
          <a:p>
            <a:pPr algn="just"/>
            <a:r>
              <a:rPr lang="en-US" b="1" dirty="0" smtClean="0"/>
              <a:t>Write a C++ program which counts the number of a’s in the string.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716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219" y="229862"/>
            <a:ext cx="6865331" cy="6170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1884" y="4443413"/>
            <a:ext cx="4859716" cy="966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6883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endParaRPr lang="en-US" b="1" dirty="0" smtClean="0"/>
          </a:p>
          <a:p>
            <a:pPr algn="just"/>
            <a:r>
              <a:rPr lang="en-US" b="1" dirty="0" smtClean="0"/>
              <a:t>Write a C++ program to count the uppercase alphabets in a string.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656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7891"/>
            <a:ext cx="7391400" cy="6653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4576763"/>
            <a:ext cx="5029200" cy="681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1743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76200"/>
            <a:ext cx="7542166" cy="670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7120" y="685800"/>
            <a:ext cx="528828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7053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marL="0" indent="0" algn="just">
              <a:buNone/>
            </a:pPr>
            <a:endParaRPr lang="en-US" b="1" dirty="0" smtClean="0"/>
          </a:p>
          <a:p>
            <a:pPr algn="just"/>
            <a:r>
              <a:rPr lang="en-US" b="1" dirty="0" smtClean="0"/>
              <a:t>Write a C++ program which store names of 5 students in a string. Print the name of those students whose name start with vowels.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16574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37" y="261938"/>
            <a:ext cx="7425852" cy="4538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4456289"/>
            <a:ext cx="1219200" cy="1715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33400" y="5410200"/>
            <a:ext cx="52148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What’s the issue in the above code?</a:t>
            </a:r>
            <a:endParaRPr lang="en-US" sz="24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6553200" y="152400"/>
            <a:ext cx="2362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Also Practice it using C style stri</a:t>
            </a:r>
            <a:r>
              <a:rPr lang="en-US" sz="2000" b="1" dirty="0"/>
              <a:t>n</a:t>
            </a:r>
            <a:r>
              <a:rPr lang="en-US" sz="2000" b="1" dirty="0" smtClean="0"/>
              <a:t>g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930572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8731378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021" y="6072003"/>
            <a:ext cx="8699757" cy="557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186" y="457200"/>
            <a:ext cx="4404289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3799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endParaRPr lang="en-US" b="1" dirty="0" smtClean="0"/>
          </a:p>
          <a:p>
            <a:pPr algn="just"/>
            <a:r>
              <a:rPr lang="en-US" b="1" dirty="0"/>
              <a:t>Write a C++ program which stores names of five cities and print the names of only those cities which start from K.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80166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2124</TotalTime>
  <Words>112</Words>
  <Application>Microsoft Office PowerPoint</Application>
  <PresentationFormat>On-screen Show (4:3)</PresentationFormat>
  <Paragraphs>24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Hardcover</vt:lpstr>
      <vt:lpstr>Programming Fundamentals</vt:lpstr>
      <vt:lpstr>Lab Task 1</vt:lpstr>
      <vt:lpstr>PowerPoint Presentation</vt:lpstr>
      <vt:lpstr>Lab Task 2</vt:lpstr>
      <vt:lpstr>PowerPoint Presentation</vt:lpstr>
      <vt:lpstr>PowerPoint Presentation</vt:lpstr>
      <vt:lpstr>Lab Task 3</vt:lpstr>
      <vt:lpstr>PowerPoint Presentation</vt:lpstr>
      <vt:lpstr>PowerPoint Presentation</vt:lpstr>
      <vt:lpstr>Lab Task 4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p06</dc:creator>
  <cp:lastModifiedBy>p06</cp:lastModifiedBy>
  <cp:revision>103</cp:revision>
  <dcterms:created xsi:type="dcterms:W3CDTF">2023-02-13T17:33:34Z</dcterms:created>
  <dcterms:modified xsi:type="dcterms:W3CDTF">2025-12-25T11:38:03Z</dcterms:modified>
</cp:coreProperties>
</file>