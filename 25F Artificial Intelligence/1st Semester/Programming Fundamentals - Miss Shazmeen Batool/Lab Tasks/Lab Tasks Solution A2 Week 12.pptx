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7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9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program which accept a string and an integer, and print the string specified times mentioned in integer.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9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1816"/>
            <a:ext cx="4083584" cy="482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977384"/>
            <a:ext cx="3657600" cy="180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514600"/>
            <a:ext cx="1981200" cy="2951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459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function which accept a character and return its ASCII value.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5977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304800"/>
            <a:ext cx="7086601" cy="6191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5" y="1828800"/>
            <a:ext cx="3590925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931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/>
              <a:t>Write a function to find whether the character passed as an argument to function is in upper case or lower case.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294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0999"/>
            <a:ext cx="5136968" cy="3887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4267200"/>
            <a:ext cx="5136969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971925"/>
            <a:ext cx="3062654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76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b="1" dirty="0" smtClean="0"/>
          </a:p>
          <a:p>
            <a:pPr algn="just"/>
            <a:endParaRPr lang="en-US" b="1" dirty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Write a function which accept a string and return its length.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Task </a:t>
            </a: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3191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885557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50" y="2438400"/>
            <a:ext cx="4284450" cy="70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545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Write a function named </a:t>
            </a:r>
            <a:r>
              <a:rPr lang="en-US" b="1" dirty="0" err="1"/>
              <a:t>getNumber</a:t>
            </a:r>
            <a:r>
              <a:rPr lang="en-US" b="1" dirty="0"/>
              <a:t> that uses a reference parameter variable to accept an integer argument. The function should prompt the user to enter a number in the range of 1 through 100. The input should be validated and stored in the parameter variable.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smtClean="0"/>
              <a:t>Task </a:t>
            </a:r>
            <a:r>
              <a:rPr lang="en-US" smtClean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"/>
            <a:ext cx="7086600" cy="6671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28600"/>
            <a:ext cx="4463195" cy="639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593" y="3810000"/>
            <a:ext cx="4007407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685800" y="3962400"/>
            <a:ext cx="16002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3"/>
          </p:cNvCxnSpPr>
          <p:nvPr/>
        </p:nvCxnSpPr>
        <p:spPr>
          <a:xfrm>
            <a:off x="2286000" y="4114800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2514600" y="3411789"/>
            <a:ext cx="0" cy="703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55990" y="2639148"/>
            <a:ext cx="243840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The while (true) loop means that the loop will run indefinitely until it encounters a break statement (or the program is terminated).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514600" y="3411789"/>
            <a:ext cx="14139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7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2182</TotalTime>
  <Words>161</Words>
  <Application>Microsoft Office PowerPoint</Application>
  <PresentationFormat>On-screen Show (4:3)</PresentationFormat>
  <Paragraphs>26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Hardcover</vt:lpstr>
      <vt:lpstr>Programming Fundamentals</vt:lpstr>
      <vt:lpstr>Lab Task 1</vt:lpstr>
      <vt:lpstr>PowerPoint Presentation</vt:lpstr>
      <vt:lpstr>Lab Task 2</vt:lpstr>
      <vt:lpstr>PowerPoint Presentation</vt:lpstr>
      <vt:lpstr>Lab Task 3</vt:lpstr>
      <vt:lpstr>PowerPoint Presentation</vt:lpstr>
      <vt:lpstr>Lab Task 4</vt:lpstr>
      <vt:lpstr>PowerPoint Presentation</vt:lpstr>
      <vt:lpstr>Lab Task 5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114</cp:revision>
  <dcterms:created xsi:type="dcterms:W3CDTF">2023-02-13T17:33:34Z</dcterms:created>
  <dcterms:modified xsi:type="dcterms:W3CDTF">2025-12-25T11:44:41Z</dcterms:modified>
</cp:coreProperties>
</file>