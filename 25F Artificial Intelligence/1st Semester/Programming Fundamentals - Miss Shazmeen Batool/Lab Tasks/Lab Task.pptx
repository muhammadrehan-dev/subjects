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63" r:id="rId4"/>
    <p:sldId id="258" r:id="rId5"/>
    <p:sldId id="264" r:id="rId6"/>
    <p:sldId id="259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-960" y="-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EB471EA8-50A0-4F42-87FA-A253E295BA57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3FCA79C-F632-4E7D-91C3-8853C53A049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Programming Fundamentals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</a:t>
            </a:r>
          </a:p>
          <a:p>
            <a:r>
              <a:rPr lang="en-US" dirty="0" smtClean="0"/>
              <a:t>Shazmeen Batool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1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Print the below patterns?</a:t>
            </a:r>
            <a:endParaRPr lang="en-US" dirty="0"/>
          </a:p>
          <a:p>
            <a:pPr marL="457200" indent="0">
              <a:buNone/>
            </a:pPr>
            <a:r>
              <a:rPr lang="en-US" dirty="0"/>
              <a:t>************</a:t>
            </a:r>
          </a:p>
          <a:p>
            <a:pPr marL="457200" indent="0">
              <a:buNone/>
            </a:pPr>
            <a:r>
              <a:rPr lang="en-US" dirty="0"/>
              <a:t>**********</a:t>
            </a:r>
          </a:p>
          <a:p>
            <a:pPr marL="457200" indent="0">
              <a:buNone/>
            </a:pPr>
            <a:r>
              <a:rPr lang="en-US" dirty="0"/>
              <a:t>*****</a:t>
            </a:r>
          </a:p>
          <a:p>
            <a:pPr marL="457200" indent="0">
              <a:buNone/>
            </a:pPr>
            <a:r>
              <a:rPr lang="en-US" dirty="0"/>
              <a:t>**</a:t>
            </a:r>
          </a:p>
          <a:p>
            <a:pPr marL="457200" indent="0">
              <a:buNone/>
            </a:pPr>
            <a:r>
              <a:rPr lang="en-US" dirty="0"/>
              <a:t>Xx</a:t>
            </a:r>
          </a:p>
          <a:p>
            <a:pPr marL="457200" indent="0">
              <a:buNone/>
            </a:pPr>
            <a:r>
              <a:rPr lang="en-US" dirty="0" err="1"/>
              <a:t>Xxxxxxxx</a:t>
            </a:r>
            <a:endParaRPr lang="en-US" dirty="0"/>
          </a:p>
          <a:p>
            <a:pPr marL="457200" indent="0">
              <a:buNone/>
            </a:pPr>
            <a:r>
              <a:rPr lang="en-US" dirty="0" err="1"/>
              <a:t>Xxxxxxxxxxxx</a:t>
            </a:r>
            <a:endParaRPr lang="en-US" dirty="0"/>
          </a:p>
          <a:p>
            <a:pPr lvl="0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01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025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12420"/>
            <a:ext cx="4663146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617961"/>
            <a:ext cx="2357437" cy="25387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2"/>
          <p:cNvSpPr txBox="1">
            <a:spLocks/>
          </p:cNvSpPr>
          <p:nvPr/>
        </p:nvSpPr>
        <p:spPr>
          <a:xfrm rot="16200000">
            <a:off x="-3334870" y="2436331"/>
            <a:ext cx="7756263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4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endParaRPr lang="en-US" dirty="0" smtClean="0"/>
          </a:p>
          <a:p>
            <a:pPr lvl="0"/>
            <a:endParaRPr lang="en-US" dirty="0"/>
          </a:p>
          <a:p>
            <a:pPr lvl="0"/>
            <a:r>
              <a:rPr lang="en-US" dirty="0" smtClean="0"/>
              <a:t>Make </a:t>
            </a:r>
            <a:r>
              <a:rPr lang="en-US" dirty="0"/>
              <a:t>your CV that includes your Name, Father’s Name, CNIC, Qualification, Semester, CGPA etc.? Print each line separately using “</a:t>
            </a:r>
            <a:r>
              <a:rPr lang="en-US" dirty="0" err="1"/>
              <a:t>endl</a:t>
            </a:r>
            <a:r>
              <a:rPr lang="en-US" dirty="0"/>
              <a:t>”. Use comments also.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02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775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 txBox="1">
            <a:spLocks/>
          </p:cNvSpPr>
          <p:nvPr/>
        </p:nvSpPr>
        <p:spPr>
          <a:xfrm rot="16200000">
            <a:off x="-3334870" y="2436331"/>
            <a:ext cx="7756263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387" y="228600"/>
            <a:ext cx="5731908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4343400"/>
            <a:ext cx="3672161" cy="2033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179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99247" y="2248347"/>
            <a:ext cx="8063753" cy="445725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As a small restaurant owner, you want a console-based program to print a basic menu for customers to view quickly at a counter. This avoids printing physical menus and saves paper in a real-world eco-friendly setup.</a:t>
            </a:r>
          </a:p>
          <a:p>
            <a:pPr algn="just"/>
            <a:r>
              <a:rPr lang="en-US" b="1" dirty="0"/>
              <a:t>Requirements</a:t>
            </a:r>
            <a:r>
              <a:rPr lang="en-US" dirty="0"/>
              <a:t>: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/>
              <a:t>Use </a:t>
            </a:r>
            <a:r>
              <a:rPr lang="en-US" b="1" dirty="0" err="1"/>
              <a:t>cout</a:t>
            </a:r>
            <a:r>
              <a:rPr lang="en-US" b="1" dirty="0"/>
              <a:t>&lt;&lt;</a:t>
            </a:r>
            <a:r>
              <a:rPr lang="en-US" dirty="0"/>
              <a:t> to output menu items with prices.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/>
              <a:t>Use </a:t>
            </a:r>
            <a:r>
              <a:rPr lang="en-US" b="1" dirty="0" err="1"/>
              <a:t>endl</a:t>
            </a:r>
            <a:r>
              <a:rPr lang="en-US" dirty="0"/>
              <a:t> to separate items and sections (e.g., appetizers from mains).</a:t>
            </a:r>
          </a:p>
          <a:p>
            <a:pPr marL="800100" indent="-342900" algn="just">
              <a:buFont typeface="Arial" pitchFamily="34" charset="0"/>
              <a:buChar char="•"/>
            </a:pPr>
            <a:r>
              <a:rPr lang="en-US" dirty="0"/>
              <a:t>Include comments (</a:t>
            </a:r>
            <a:r>
              <a:rPr lang="en-US" b="1" dirty="0"/>
              <a:t>//</a:t>
            </a:r>
            <a:r>
              <a:rPr lang="en-US" dirty="0"/>
              <a:t>) to label sections like "Appetizers" and "Main Courses," and explain any formatting.</a:t>
            </a:r>
          </a:p>
        </p:txBody>
      </p:sp>
      <p:sp>
        <p:nvSpPr>
          <p:cNvPr id="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03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107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 txBox="1">
            <a:spLocks/>
          </p:cNvSpPr>
          <p:nvPr/>
        </p:nvSpPr>
        <p:spPr>
          <a:xfrm rot="16200000">
            <a:off x="-3334870" y="2436331"/>
            <a:ext cx="7756263" cy="10542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72" y="152400"/>
            <a:ext cx="6671052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81200"/>
            <a:ext cx="280987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1440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ardcover">
  <a:themeElements>
    <a:clrScheme name="Hardcover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Hardcover</Template>
  <TotalTime>681</TotalTime>
  <Words>100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Hardcover</vt:lpstr>
      <vt:lpstr>Programming Fundamentals</vt:lpstr>
      <vt:lpstr>Task 01</vt:lpstr>
      <vt:lpstr>PowerPoint Presentation</vt:lpstr>
      <vt:lpstr>Task 02</vt:lpstr>
      <vt:lpstr>PowerPoint Presentation</vt:lpstr>
      <vt:lpstr>Task 03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problem solving</dc:title>
  <dc:creator>p06</dc:creator>
  <cp:lastModifiedBy>p06</cp:lastModifiedBy>
  <cp:revision>55</cp:revision>
  <dcterms:created xsi:type="dcterms:W3CDTF">2023-01-14T12:48:14Z</dcterms:created>
  <dcterms:modified xsi:type="dcterms:W3CDTF">2025-09-22T18:25:02Z</dcterms:modified>
</cp:coreProperties>
</file>