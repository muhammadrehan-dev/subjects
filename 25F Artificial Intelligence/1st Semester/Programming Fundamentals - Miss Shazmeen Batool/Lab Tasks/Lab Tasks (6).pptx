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9" r:id="rId2"/>
    <p:sldId id="270" r:id="rId3"/>
    <p:sldId id="272" r:id="rId4"/>
    <p:sldId id="273" r:id="rId5"/>
    <p:sldId id="275" r:id="rId6"/>
    <p:sldId id="278" r:id="rId7"/>
    <p:sldId id="28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B471EA8-50A0-4F42-87FA-A253E295BA5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66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r>
              <a:rPr lang="en-US" b="1" dirty="0" smtClean="0"/>
              <a:t>Develop </a:t>
            </a:r>
            <a:r>
              <a:rPr lang="en-US" b="1" dirty="0"/>
              <a:t>a C++ program that declare almost 2 types of identifiers and display their sizes in bytes on the screen.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35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Develop </a:t>
            </a:r>
            <a:r>
              <a:rPr lang="en-US" b="1" dirty="0"/>
              <a:t>a C++ program that prints the table of 2 without using loop?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800" b="1" dirty="0" smtClean="0"/>
          </a:p>
          <a:p>
            <a:pPr marL="0" indent="0" algn="just">
              <a:buNone/>
            </a:pPr>
            <a:endParaRPr lang="en-US" sz="2800" b="1" dirty="0" smtClean="0"/>
          </a:p>
          <a:p>
            <a:pPr algn="just"/>
            <a:r>
              <a:rPr lang="en-US" sz="2800" b="1" dirty="0" smtClean="0"/>
              <a:t>Develop </a:t>
            </a:r>
            <a:r>
              <a:rPr lang="en-US" sz="2800" b="1" dirty="0"/>
              <a:t>a C++ program </a:t>
            </a:r>
            <a:r>
              <a:rPr lang="en-US" sz="2800" b="1" dirty="0" smtClean="0"/>
              <a:t>that takes a number from user and </a:t>
            </a:r>
            <a:r>
              <a:rPr lang="en-US" sz="2800" b="1" dirty="0"/>
              <a:t>prints </a:t>
            </a:r>
            <a:r>
              <a:rPr lang="en-US" sz="2800" b="1" dirty="0" smtClean="0"/>
              <a:t>it’s table without </a:t>
            </a:r>
            <a:r>
              <a:rPr lang="en-US" sz="2800" b="1" dirty="0"/>
              <a:t>using loop?</a:t>
            </a:r>
            <a:endParaRPr lang="en-US" sz="2800" dirty="0"/>
          </a:p>
          <a:p>
            <a:pPr algn="just"/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Task 3</a:t>
            </a:r>
          </a:p>
        </p:txBody>
      </p:sp>
    </p:spTree>
    <p:extLst>
      <p:ext uri="{BB962C8B-B14F-4D97-AF65-F5344CB8AC3E}">
        <p14:creationId xmlns:p14="http://schemas.microsoft.com/office/powerpoint/2010/main" val="354591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program to swap the value of a and b</a:t>
            </a:r>
            <a:endParaRPr lang="en-US" dirty="0"/>
          </a:p>
          <a:p>
            <a:pPr marL="914400" indent="0" algn="just">
              <a:buNone/>
            </a:pPr>
            <a:r>
              <a:rPr lang="en-US" b="1" dirty="0"/>
              <a:t>let  a=10 and b = </a:t>
            </a:r>
            <a:r>
              <a:rPr lang="en-US" b="1" dirty="0" smtClean="0"/>
              <a:t>20</a:t>
            </a:r>
            <a:endParaRPr lang="en-US" dirty="0"/>
          </a:p>
          <a:p>
            <a:pPr algn="just"/>
            <a:r>
              <a:rPr lang="en-US" b="1" dirty="0"/>
              <a:t>Y</a:t>
            </a:r>
            <a:r>
              <a:rPr lang="en-US" b="1" dirty="0" smtClean="0"/>
              <a:t>our </a:t>
            </a:r>
            <a:r>
              <a:rPr lang="en-US" b="1" dirty="0"/>
              <a:t>output should </a:t>
            </a:r>
            <a:r>
              <a:rPr lang="en-US" b="1" dirty="0" smtClean="0"/>
              <a:t>be</a:t>
            </a:r>
            <a:endParaRPr lang="en-US" dirty="0"/>
          </a:p>
          <a:p>
            <a:pPr marL="914400" indent="0" algn="just">
              <a:buNone/>
            </a:pPr>
            <a:r>
              <a:rPr lang="en-US" b="1" dirty="0" smtClean="0"/>
              <a:t>a </a:t>
            </a:r>
            <a:r>
              <a:rPr lang="en-US" b="1" dirty="0"/>
              <a:t>= 20 and b = 10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29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Write a program that calculates the product of three integers.</a:t>
            </a:r>
          </a:p>
          <a:p>
            <a:pPr marL="800100" indent="-342900"/>
            <a:r>
              <a:rPr lang="en-US" dirty="0"/>
              <a:t>Read three integers from the keyboard and store them in the variables x, y and </a:t>
            </a:r>
            <a:r>
              <a:rPr lang="en-US" dirty="0" smtClean="0"/>
              <a:t>z.</a:t>
            </a:r>
          </a:p>
          <a:p>
            <a:pPr marL="800100" indent="-342900"/>
            <a:r>
              <a:rPr lang="en-US" dirty="0" smtClean="0"/>
              <a:t>Compute </a:t>
            </a:r>
            <a:r>
              <a:rPr lang="en-US" dirty="0"/>
              <a:t>the product of the three integers contained in variables x, y and z, and assign the result to the variable </a:t>
            </a:r>
            <a:r>
              <a:rPr lang="en-US" dirty="0" smtClean="0"/>
              <a:t>result</a:t>
            </a:r>
          </a:p>
          <a:p>
            <a:pPr marL="800100" indent="-342900"/>
            <a:r>
              <a:rPr lang="en-US" dirty="0" smtClean="0"/>
              <a:t>Print </a:t>
            </a:r>
            <a:r>
              <a:rPr lang="en-US" dirty="0"/>
              <a:t>"The product is " followed by the value of the variable </a:t>
            </a:r>
            <a:r>
              <a:rPr lang="en-US" dirty="0" smtClean="0"/>
              <a:t>result</a:t>
            </a:r>
          </a:p>
          <a:p>
            <a:pPr marL="800100" indent="-342900"/>
            <a:r>
              <a:rPr lang="en-US" dirty="0" smtClean="0"/>
              <a:t>Return </a:t>
            </a:r>
            <a:r>
              <a:rPr lang="en-US" dirty="0"/>
              <a:t>a value from main indicating that the program terminated successfully.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68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Write </a:t>
            </a:r>
            <a:r>
              <a:rPr lang="en-US" dirty="0"/>
              <a:t>a program that converts a Fahrenheit degree to Celsius using the formula </a:t>
            </a:r>
            <a:br>
              <a:rPr lang="en-US" dirty="0"/>
            </a:br>
            <a:r>
              <a:rPr lang="en-US" dirty="0" err="1"/>
              <a:t>celsius</a:t>
            </a:r>
            <a:r>
              <a:rPr lang="en-US" dirty="0"/>
              <a:t> = (5/9)(</a:t>
            </a:r>
            <a:r>
              <a:rPr lang="en-US" dirty="0" err="1"/>
              <a:t>fahrenheit</a:t>
            </a:r>
            <a:r>
              <a:rPr lang="en-US" dirty="0"/>
              <a:t> – 32)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9170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781</TotalTime>
  <Words>199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Hardcover</vt:lpstr>
      <vt:lpstr>Programming Fundamentals</vt:lpstr>
      <vt:lpstr>Lab Task 1</vt:lpstr>
      <vt:lpstr>Lab Task 2</vt:lpstr>
      <vt:lpstr>Lab Task 3</vt:lpstr>
      <vt:lpstr>Lab Task 4</vt:lpstr>
      <vt:lpstr>Lab Task 5</vt:lpstr>
      <vt:lpstr>Lab Task 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problem solving</dc:title>
  <dc:creator>p06</dc:creator>
  <cp:lastModifiedBy>p06</cp:lastModifiedBy>
  <cp:revision>69</cp:revision>
  <dcterms:created xsi:type="dcterms:W3CDTF">2023-01-14T12:48:14Z</dcterms:created>
  <dcterms:modified xsi:type="dcterms:W3CDTF">2025-09-29T18:31:12Z</dcterms:modified>
</cp:coreProperties>
</file>