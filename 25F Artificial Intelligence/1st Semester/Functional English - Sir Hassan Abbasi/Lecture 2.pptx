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8.jpg" ContentType="image/jpeg"/>
  <Override PartName="/ppt/media/image74.jpg" ContentType="image/jpeg"/>
  <Override PartName="/ppt/media/image76.jpg" ContentType="image/jpeg"/>
  <Override PartName="/ppt/media/image77.jpg" ContentType="image/jpeg"/>
  <Override PartName="/ppt/media/image78.jpg" ContentType="image/jpeg"/>
  <Override PartName="/ppt/media/image79.jpg" ContentType="image/jpeg"/>
  <Override PartName="/ppt/media/image80.jpg" ContentType="image/jpeg"/>
  <Override PartName="/ppt/media/image81.jpg" ContentType="image/jpeg"/>
  <Override PartName="/ppt/media/image82.jpg" ContentType="image/jpeg"/>
  <Override PartName="/ppt/media/image83.jpg" ContentType="image/jpeg"/>
  <Override PartName="/ppt/media/image84.jpg" ContentType="image/jpeg"/>
  <Override PartName="/ppt/media/image86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3" r:id="rId2"/>
    <p:sldId id="284" r:id="rId3"/>
    <p:sldId id="285" r:id="rId4"/>
    <p:sldId id="286" r:id="rId5"/>
    <p:sldId id="282" r:id="rId6"/>
    <p:sldId id="315" r:id="rId7"/>
    <p:sldId id="316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4" r:id="rId38"/>
    <p:sldId id="305" r:id="rId39"/>
    <p:sldId id="308" r:id="rId40"/>
    <p:sldId id="309" r:id="rId41"/>
    <p:sldId id="310" r:id="rId42"/>
    <p:sldId id="311" r:id="rId43"/>
    <p:sldId id="312" r:id="rId44"/>
    <p:sldId id="313" r:id="rId45"/>
    <p:sldId id="314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744E72-86A0-44A3-B07A-7CE3F0194068}" type="doc">
      <dgm:prSet loTypeId="urn:microsoft.com/office/officeart/2005/8/layout/arrow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99CFAA-CC39-4DBF-B22F-31503840FC3B}">
      <dgm:prSet phldrT="[Text]"/>
      <dgm:spPr/>
      <dgm:t>
        <a:bodyPr/>
        <a:lstStyle/>
        <a:p>
          <a:r>
            <a:rPr lang="en-US" b="1" dirty="0" smtClean="0">
              <a:latin typeface="Arial" panose="020B0604020202020204" pitchFamily="34" charset="0"/>
              <a:cs typeface="Arial" panose="020B0604020202020204" pitchFamily="34" charset="0"/>
            </a:rPr>
            <a:t>Curse</a:t>
          </a:r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Less Family Time 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Isolation 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Mental Issues 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Toxic /Stress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Draining energy </a:t>
          </a:r>
        </a:p>
        <a:p>
          <a:r>
            <a:rPr lang="en-US" dirty="0" smtClean="0">
              <a:latin typeface="Arial" panose="020B0604020202020204" pitchFamily="34" charset="0"/>
              <a:cs typeface="Arial" panose="020B0604020202020204" pitchFamily="34" charset="0"/>
            </a:rPr>
            <a:t>Artificial  </a:t>
          </a:r>
        </a:p>
        <a:p>
          <a:endParaRPr lang="en-US" dirty="0"/>
        </a:p>
      </dgm:t>
    </dgm:pt>
    <dgm:pt modelId="{74E6CCBD-306E-4E3D-98E3-B07561F3A52D}" type="sibTrans" cxnId="{215FDF60-24B2-4853-B7B9-FC33ECCC536C}">
      <dgm:prSet/>
      <dgm:spPr/>
      <dgm:t>
        <a:bodyPr/>
        <a:lstStyle/>
        <a:p>
          <a:endParaRPr lang="en-US"/>
        </a:p>
      </dgm:t>
    </dgm:pt>
    <dgm:pt modelId="{326D9D52-32B7-4B53-BAC2-9B190B04ED81}" type="parTrans" cxnId="{215FDF60-24B2-4853-B7B9-FC33ECCC536C}">
      <dgm:prSet/>
      <dgm:spPr/>
      <dgm:t>
        <a:bodyPr/>
        <a:lstStyle/>
        <a:p>
          <a:endParaRPr lang="en-US"/>
        </a:p>
      </dgm:t>
    </dgm:pt>
    <dgm:pt modelId="{02F6D0BD-7D5C-41F3-B3D7-0504F32D9625}">
      <dgm:prSet phldrT="[Text]"/>
      <dgm:spPr/>
      <dgm:t>
        <a:bodyPr/>
        <a:lstStyle/>
        <a:p>
          <a:r>
            <a:rPr lang="en-US" b="1" dirty="0" smtClean="0">
              <a:latin typeface="Arial" panose="020B0604020202020204" pitchFamily="34" charset="0"/>
              <a:cs typeface="Arial" panose="020B0604020202020204" pitchFamily="34" charset="0"/>
            </a:rPr>
            <a:t>Blessing</a:t>
          </a:r>
          <a:r>
            <a:rPr lang="en-US" dirty="0" smtClean="0"/>
            <a:t> </a:t>
          </a:r>
        </a:p>
        <a:p>
          <a:endParaRPr lang="en-US" dirty="0" smtClean="0"/>
        </a:p>
        <a:p>
          <a:r>
            <a:rPr lang="en-US" dirty="0" smtClean="0"/>
            <a:t>Connectivity with the world</a:t>
          </a:r>
        </a:p>
        <a:p>
          <a:r>
            <a:rPr lang="en-US" dirty="0" smtClean="0"/>
            <a:t>Information </a:t>
          </a:r>
        </a:p>
        <a:p>
          <a:r>
            <a:rPr lang="en-US" dirty="0" smtClean="0"/>
            <a:t>Online Education </a:t>
          </a:r>
        </a:p>
        <a:p>
          <a:r>
            <a:rPr lang="en-US" dirty="0" smtClean="0"/>
            <a:t>Business </a:t>
          </a:r>
        </a:p>
        <a:p>
          <a:r>
            <a:rPr lang="en-US" dirty="0" smtClean="0"/>
            <a:t>Awareness </a:t>
          </a:r>
        </a:p>
        <a:p>
          <a:endParaRPr lang="en-US" dirty="0" smtClean="0"/>
        </a:p>
        <a:p>
          <a:endParaRPr lang="en-US" dirty="0"/>
        </a:p>
      </dgm:t>
    </dgm:pt>
    <dgm:pt modelId="{3420FBED-26BD-4588-AF54-F8E6ED9B0291}" type="sibTrans" cxnId="{EBEC5B8A-3CD0-4932-88C8-5703A177F3DC}">
      <dgm:prSet/>
      <dgm:spPr/>
      <dgm:t>
        <a:bodyPr/>
        <a:lstStyle/>
        <a:p>
          <a:endParaRPr lang="en-US"/>
        </a:p>
      </dgm:t>
    </dgm:pt>
    <dgm:pt modelId="{AD5A6682-66C5-456B-AC3C-5F96E4966EEF}" type="parTrans" cxnId="{EBEC5B8A-3CD0-4932-88C8-5703A177F3DC}">
      <dgm:prSet/>
      <dgm:spPr/>
      <dgm:t>
        <a:bodyPr/>
        <a:lstStyle/>
        <a:p>
          <a:endParaRPr lang="en-US"/>
        </a:p>
      </dgm:t>
    </dgm:pt>
    <dgm:pt modelId="{B67FBF2F-1A3A-49D7-9F2A-DD55CE0E18FA}" type="pres">
      <dgm:prSet presAssocID="{8F744E72-86A0-44A3-B07A-7CE3F0194068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D6EE306-0BD6-4E34-9C14-7B13532CCC11}" type="pres">
      <dgm:prSet presAssocID="{02F6D0BD-7D5C-41F3-B3D7-0504F32D9625}" presName="upArrow" presStyleLbl="node1" presStyleIdx="0" presStyleCnt="2"/>
      <dgm:spPr/>
    </dgm:pt>
    <dgm:pt modelId="{55A4D786-0F20-402C-A02B-DF54E4647981}" type="pres">
      <dgm:prSet presAssocID="{02F6D0BD-7D5C-41F3-B3D7-0504F32D9625}" presName="upArrowText" presStyleLbl="revTx" presStyleIdx="0" presStyleCnt="2" custScaleY="138473" custLinFactNeighborX="457" custLinFactNeighborY="1934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F9DB5A-6DF4-4963-B509-4BD1BC9FA917}" type="pres">
      <dgm:prSet presAssocID="{4599CFAA-CC39-4DBF-B22F-31503840FC3B}" presName="downArrow" presStyleLbl="node1" presStyleIdx="1" presStyleCnt="2"/>
      <dgm:spPr/>
    </dgm:pt>
    <dgm:pt modelId="{428F7FFA-D777-4771-B26B-FC9CE5C46366}" type="pres">
      <dgm:prSet presAssocID="{4599CFAA-CC39-4DBF-B22F-31503840FC3B}" presName="downArrowText" presStyleLbl="revTx" presStyleIdx="1" presStyleCnt="2" custScaleY="155731" custLinFactNeighborX="686" custLinFactNeighborY="280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5FDF60-24B2-4853-B7B9-FC33ECCC536C}" srcId="{8F744E72-86A0-44A3-B07A-7CE3F0194068}" destId="{4599CFAA-CC39-4DBF-B22F-31503840FC3B}" srcOrd="1" destOrd="0" parTransId="{326D9D52-32B7-4B53-BAC2-9B190B04ED81}" sibTransId="{74E6CCBD-306E-4E3D-98E3-B07561F3A52D}"/>
    <dgm:cxn modelId="{6D84E864-679A-49B0-8358-307031BE8FF4}" type="presOf" srcId="{8F744E72-86A0-44A3-B07A-7CE3F0194068}" destId="{B67FBF2F-1A3A-49D7-9F2A-DD55CE0E18FA}" srcOrd="0" destOrd="0" presId="urn:microsoft.com/office/officeart/2005/8/layout/arrow4"/>
    <dgm:cxn modelId="{EBEC5B8A-3CD0-4932-88C8-5703A177F3DC}" srcId="{8F744E72-86A0-44A3-B07A-7CE3F0194068}" destId="{02F6D0BD-7D5C-41F3-B3D7-0504F32D9625}" srcOrd="0" destOrd="0" parTransId="{AD5A6682-66C5-456B-AC3C-5F96E4966EEF}" sibTransId="{3420FBED-26BD-4588-AF54-F8E6ED9B0291}"/>
    <dgm:cxn modelId="{694F111F-7F44-49FD-8A6E-219821378CDC}" type="presOf" srcId="{4599CFAA-CC39-4DBF-B22F-31503840FC3B}" destId="{428F7FFA-D777-4771-B26B-FC9CE5C46366}" srcOrd="0" destOrd="0" presId="urn:microsoft.com/office/officeart/2005/8/layout/arrow4"/>
    <dgm:cxn modelId="{328E5693-32B0-473E-9EA1-8C58D0091D90}" type="presOf" srcId="{02F6D0BD-7D5C-41F3-B3D7-0504F32D9625}" destId="{55A4D786-0F20-402C-A02B-DF54E4647981}" srcOrd="0" destOrd="0" presId="urn:microsoft.com/office/officeart/2005/8/layout/arrow4"/>
    <dgm:cxn modelId="{0438C3E0-230E-4FCC-AF71-5F2D08D4F4D6}" type="presParOf" srcId="{B67FBF2F-1A3A-49D7-9F2A-DD55CE0E18FA}" destId="{ED6EE306-0BD6-4E34-9C14-7B13532CCC11}" srcOrd="0" destOrd="0" presId="urn:microsoft.com/office/officeart/2005/8/layout/arrow4"/>
    <dgm:cxn modelId="{307D55F8-B0FD-4E95-9B3F-E808E1FC5B60}" type="presParOf" srcId="{B67FBF2F-1A3A-49D7-9F2A-DD55CE0E18FA}" destId="{55A4D786-0F20-402C-A02B-DF54E4647981}" srcOrd="1" destOrd="0" presId="urn:microsoft.com/office/officeart/2005/8/layout/arrow4"/>
    <dgm:cxn modelId="{69F79ED1-5354-4DDF-8D08-6780EFC2B2B1}" type="presParOf" srcId="{B67FBF2F-1A3A-49D7-9F2A-DD55CE0E18FA}" destId="{37F9DB5A-6DF4-4963-B509-4BD1BC9FA917}" srcOrd="2" destOrd="0" presId="urn:microsoft.com/office/officeart/2005/8/layout/arrow4"/>
    <dgm:cxn modelId="{82AE6309-F4E9-4AE8-9CDA-EE18915E5A32}" type="presParOf" srcId="{B67FBF2F-1A3A-49D7-9F2A-DD55CE0E18FA}" destId="{428F7FFA-D777-4771-B26B-FC9CE5C46366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EE306-0BD6-4E34-9C14-7B13532CCC11}">
      <dsp:nvSpPr>
        <dsp:cNvPr id="0" name=""/>
        <dsp:cNvSpPr/>
      </dsp:nvSpPr>
      <dsp:spPr>
        <a:xfrm>
          <a:off x="4232" y="-93106"/>
          <a:ext cx="2539746" cy="2157984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4D786-0F20-402C-A02B-DF54E4647981}">
      <dsp:nvSpPr>
        <dsp:cNvPr id="0" name=""/>
        <dsp:cNvSpPr/>
      </dsp:nvSpPr>
      <dsp:spPr>
        <a:xfrm>
          <a:off x="2639867" y="-90807"/>
          <a:ext cx="4309872" cy="2988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0" rIns="113792" bIns="113792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Blessing</a:t>
          </a:r>
          <a:r>
            <a:rPr lang="en-US" sz="1600" kern="1200" dirty="0" smtClean="0"/>
            <a:t>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Connectivity with the world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Information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Online Education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Business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Awareness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</dsp:txBody>
      <dsp:txXfrm>
        <a:off x="2639867" y="-90807"/>
        <a:ext cx="4309872" cy="2988225"/>
      </dsp:txXfrm>
    </dsp:sp>
    <dsp:sp modelId="{37F9DB5A-6DF4-4963-B509-4BD1BC9FA917}">
      <dsp:nvSpPr>
        <dsp:cNvPr id="0" name=""/>
        <dsp:cNvSpPr/>
      </dsp:nvSpPr>
      <dsp:spPr>
        <a:xfrm>
          <a:off x="766156" y="2244709"/>
          <a:ext cx="2539746" cy="2157984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F7FFA-D777-4771-B26B-FC9CE5C46366}">
      <dsp:nvSpPr>
        <dsp:cNvPr id="0" name=""/>
        <dsp:cNvSpPr/>
      </dsp:nvSpPr>
      <dsp:spPr>
        <a:xfrm>
          <a:off x="3386327" y="1643376"/>
          <a:ext cx="4309872" cy="3360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0" rIns="106680" bIns="10668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Curse</a:t>
          </a: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Less Family Time 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Isolation 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Mental Issues 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Toxic /Stress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Draining energy 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latin typeface="Arial" panose="020B0604020202020204" pitchFamily="34" charset="0"/>
              <a:cs typeface="Arial" panose="020B0604020202020204" pitchFamily="34" charset="0"/>
            </a:rPr>
            <a:t>Artificial  </a:t>
          </a: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 dirty="0"/>
        </a:p>
      </dsp:txBody>
      <dsp:txXfrm>
        <a:off x="3386327" y="1643376"/>
        <a:ext cx="4309872" cy="3360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4816A3A-3EC1-45BF-B349-03F07A7E7A7C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8FF755C-9A7E-40C7-9DBC-832C34107BF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24.png"/><Relationship Id="rId2" Type="http://schemas.openxmlformats.org/officeDocument/2006/relationships/image" Target="../media/image5.png"/><Relationship Id="rId16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7.png"/><Relationship Id="rId18" Type="http://schemas.openxmlformats.org/officeDocument/2006/relationships/image" Target="../media/image31.jp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image" Target="../media/image30.png"/><Relationship Id="rId2" Type="http://schemas.openxmlformats.org/officeDocument/2006/relationships/image" Target="../media/image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5" Type="http://schemas.openxmlformats.org/officeDocument/2006/relationships/image" Target="../media/image28.png"/><Relationship Id="rId10" Type="http://schemas.openxmlformats.org/officeDocument/2006/relationships/image" Target="../media/image26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Relationship Id="rId1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30.png"/><Relationship Id="rId2" Type="http://schemas.openxmlformats.org/officeDocument/2006/relationships/image" Target="../media/image5.png"/><Relationship Id="rId16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5" Type="http://schemas.openxmlformats.org/officeDocument/2006/relationships/image" Target="../media/image35.png"/><Relationship Id="rId10" Type="http://schemas.openxmlformats.org/officeDocument/2006/relationships/image" Target="../media/image32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1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7.png"/><Relationship Id="rId18" Type="http://schemas.openxmlformats.org/officeDocument/2006/relationships/image" Target="../media/image38.png"/><Relationship Id="rId3" Type="http://schemas.openxmlformats.org/officeDocument/2006/relationships/image" Target="../media/image6.png"/><Relationship Id="rId21" Type="http://schemas.openxmlformats.org/officeDocument/2006/relationships/image" Target="../media/image4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37.png"/><Relationship Id="rId2" Type="http://schemas.openxmlformats.org/officeDocument/2006/relationships/image" Target="../media/image5.png"/><Relationship Id="rId16" Type="http://schemas.openxmlformats.org/officeDocument/2006/relationships/image" Target="../media/image3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5" Type="http://schemas.openxmlformats.org/officeDocument/2006/relationships/image" Target="../media/image29.png"/><Relationship Id="rId23" Type="http://schemas.openxmlformats.org/officeDocument/2006/relationships/image" Target="../media/image43.jpg"/><Relationship Id="rId10" Type="http://schemas.openxmlformats.org/officeDocument/2006/relationships/image" Target="../media/image15.png"/><Relationship Id="rId19" Type="http://schemas.openxmlformats.org/officeDocument/2006/relationships/image" Target="../media/image39.png"/><Relationship Id="rId4" Type="http://schemas.openxmlformats.org/officeDocument/2006/relationships/image" Target="../media/image19.png"/><Relationship Id="rId9" Type="http://schemas.openxmlformats.org/officeDocument/2006/relationships/image" Target="../media/image36.png"/><Relationship Id="rId14" Type="http://schemas.openxmlformats.org/officeDocument/2006/relationships/image" Target="../media/image28.png"/><Relationship Id="rId22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5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40.png"/><Relationship Id="rId5" Type="http://schemas.openxmlformats.org/officeDocument/2006/relationships/image" Target="../media/image8.png"/><Relationship Id="rId10" Type="http://schemas.openxmlformats.org/officeDocument/2006/relationships/image" Target="../media/image32.png"/><Relationship Id="rId4" Type="http://schemas.openxmlformats.org/officeDocument/2006/relationships/image" Target="../media/image19.png"/><Relationship Id="rId9" Type="http://schemas.openxmlformats.org/officeDocument/2006/relationships/image" Target="../media/image38.png"/><Relationship Id="rId14" Type="http://schemas.openxmlformats.org/officeDocument/2006/relationships/image" Target="../media/image43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7.png"/><Relationship Id="rId18" Type="http://schemas.openxmlformats.org/officeDocument/2006/relationships/image" Target="../media/image38.png"/><Relationship Id="rId3" Type="http://schemas.openxmlformats.org/officeDocument/2006/relationships/image" Target="../media/image6.png"/><Relationship Id="rId21" Type="http://schemas.openxmlformats.org/officeDocument/2006/relationships/image" Target="../media/image4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37.png"/><Relationship Id="rId25" Type="http://schemas.openxmlformats.org/officeDocument/2006/relationships/image" Target="../media/image49.jpg"/><Relationship Id="rId2" Type="http://schemas.openxmlformats.org/officeDocument/2006/relationships/image" Target="../media/image5.png"/><Relationship Id="rId16" Type="http://schemas.openxmlformats.org/officeDocument/2006/relationships/image" Target="../media/image3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6.png"/><Relationship Id="rId24" Type="http://schemas.openxmlformats.org/officeDocument/2006/relationships/image" Target="../media/image48.png"/><Relationship Id="rId5" Type="http://schemas.openxmlformats.org/officeDocument/2006/relationships/image" Target="../media/image8.png"/><Relationship Id="rId15" Type="http://schemas.openxmlformats.org/officeDocument/2006/relationships/image" Target="../media/image29.png"/><Relationship Id="rId23" Type="http://schemas.openxmlformats.org/officeDocument/2006/relationships/image" Target="../media/image47.png"/><Relationship Id="rId10" Type="http://schemas.openxmlformats.org/officeDocument/2006/relationships/image" Target="../media/image15.png"/><Relationship Id="rId19" Type="http://schemas.openxmlformats.org/officeDocument/2006/relationships/image" Target="../media/image39.png"/><Relationship Id="rId4" Type="http://schemas.openxmlformats.org/officeDocument/2006/relationships/image" Target="../media/image19.png"/><Relationship Id="rId9" Type="http://schemas.openxmlformats.org/officeDocument/2006/relationships/image" Target="../media/image46.png"/><Relationship Id="rId14" Type="http://schemas.openxmlformats.org/officeDocument/2006/relationships/image" Target="../media/image28.png"/><Relationship Id="rId22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9.jp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7.png"/><Relationship Id="rId18" Type="http://schemas.openxmlformats.org/officeDocument/2006/relationships/image" Target="../media/image38.png"/><Relationship Id="rId26" Type="http://schemas.openxmlformats.org/officeDocument/2006/relationships/image" Target="../media/image54.png"/><Relationship Id="rId3" Type="http://schemas.openxmlformats.org/officeDocument/2006/relationships/image" Target="../media/image5.png"/><Relationship Id="rId21" Type="http://schemas.openxmlformats.org/officeDocument/2006/relationships/image" Target="../media/image41.png"/><Relationship Id="rId7" Type="http://schemas.openxmlformats.org/officeDocument/2006/relationships/image" Target="../media/image20.png"/><Relationship Id="rId12" Type="http://schemas.openxmlformats.org/officeDocument/2006/relationships/image" Target="../media/image17.png"/><Relationship Id="rId17" Type="http://schemas.openxmlformats.org/officeDocument/2006/relationships/image" Target="../media/image37.png"/><Relationship Id="rId25" Type="http://schemas.openxmlformats.org/officeDocument/2006/relationships/image" Target="../media/image53.png"/><Relationship Id="rId2" Type="http://schemas.openxmlformats.org/officeDocument/2006/relationships/image" Target="../media/image12.png"/><Relationship Id="rId16" Type="http://schemas.openxmlformats.org/officeDocument/2006/relationships/image" Target="../media/image3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24" Type="http://schemas.openxmlformats.org/officeDocument/2006/relationships/image" Target="../media/image4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47.png"/><Relationship Id="rId28" Type="http://schemas.openxmlformats.org/officeDocument/2006/relationships/image" Target="../media/image56.jpg"/><Relationship Id="rId10" Type="http://schemas.openxmlformats.org/officeDocument/2006/relationships/image" Target="../media/image15.png"/><Relationship Id="rId19" Type="http://schemas.openxmlformats.org/officeDocument/2006/relationships/image" Target="../media/image39.png"/><Relationship Id="rId4" Type="http://schemas.openxmlformats.org/officeDocument/2006/relationships/image" Target="../media/image6.png"/><Relationship Id="rId9" Type="http://schemas.openxmlformats.org/officeDocument/2006/relationships/image" Target="../media/image52.png"/><Relationship Id="rId14" Type="http://schemas.openxmlformats.org/officeDocument/2006/relationships/image" Target="../media/image28.png"/><Relationship Id="rId22" Type="http://schemas.openxmlformats.org/officeDocument/2006/relationships/image" Target="../media/image42.png"/><Relationship Id="rId27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57.png"/><Relationship Id="rId3" Type="http://schemas.openxmlformats.org/officeDocument/2006/relationships/image" Target="../media/image6.png"/><Relationship Id="rId7" Type="http://schemas.openxmlformats.org/officeDocument/2006/relationships/image" Target="../media/image56.jpg"/><Relationship Id="rId12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32.png"/><Relationship Id="rId5" Type="http://schemas.openxmlformats.org/officeDocument/2006/relationships/image" Target="../media/image8.png"/><Relationship Id="rId10" Type="http://schemas.openxmlformats.org/officeDocument/2006/relationships/image" Target="../media/image54.png"/><Relationship Id="rId4" Type="http://schemas.openxmlformats.org/officeDocument/2006/relationships/image" Target="../media/image19.png"/><Relationship Id="rId9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4645357"/>
            <a:ext cx="6400800" cy="17526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b="1" dirty="0" smtClean="0"/>
              <a:t>Functional English</a:t>
            </a:r>
          </a:p>
          <a:p>
            <a:pPr algn="ctr"/>
            <a:r>
              <a:rPr lang="en-US" b="1" dirty="0" smtClean="0"/>
              <a:t>Mr. Muhammad Hassan </a:t>
            </a:r>
            <a:r>
              <a:rPr lang="en-US" b="1" dirty="0" err="1" smtClean="0"/>
              <a:t>Abbasi</a:t>
            </a:r>
            <a:endParaRPr lang="en-US" b="1" dirty="0" smtClean="0"/>
          </a:p>
          <a:p>
            <a:pPr algn="ctr"/>
            <a:r>
              <a:rPr lang="en-US" b="1" dirty="0" smtClean="0"/>
              <a:t>Lecturer English </a:t>
            </a:r>
          </a:p>
          <a:p>
            <a:pPr algn="ctr"/>
            <a:r>
              <a:rPr lang="en-US" b="1" dirty="0" smtClean="0"/>
              <a:t>PhD Scholar </a:t>
            </a:r>
            <a:r>
              <a:rPr lang="en-US" b="1" smtClean="0"/>
              <a:t>English Linguistics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5800"/>
            <a:ext cx="7698475" cy="36108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45009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9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Find Someone Who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" indent="0">
              <a:buNone/>
            </a:pPr>
            <a:r>
              <a:rPr lang="en-US" u="sng" dirty="0"/>
              <a:t>Instructions:</a:t>
            </a:r>
          </a:p>
          <a:p>
            <a:r>
              <a:rPr lang="en-US" dirty="0"/>
              <a:t>G</a:t>
            </a:r>
            <a:r>
              <a:rPr lang="en-US" dirty="0"/>
              <a:t>o </a:t>
            </a:r>
            <a:r>
              <a:rPr lang="en-US" dirty="0"/>
              <a:t>around </a:t>
            </a:r>
            <a:r>
              <a:rPr lang="en-US" dirty="0"/>
              <a:t>the class </a:t>
            </a:r>
            <a:r>
              <a:rPr lang="en-US" dirty="0"/>
              <a:t>asking each other questions to find a person who fits one of the sentences. </a:t>
            </a:r>
            <a:endParaRPr lang="en-US" dirty="0"/>
          </a:p>
          <a:p>
            <a:r>
              <a:rPr lang="en-US" dirty="0"/>
              <a:t>When you </a:t>
            </a:r>
            <a:r>
              <a:rPr lang="en-US" dirty="0"/>
              <a:t>find </a:t>
            </a:r>
            <a:r>
              <a:rPr lang="en-US" dirty="0"/>
              <a:t>that person</a:t>
            </a:r>
            <a:r>
              <a:rPr lang="en-US" dirty="0"/>
              <a:t>, </a:t>
            </a:r>
            <a:r>
              <a:rPr lang="en-US" dirty="0"/>
              <a:t> </a:t>
            </a:r>
            <a:r>
              <a:rPr lang="en-US" dirty="0"/>
              <a:t>write their name in the </a:t>
            </a:r>
            <a:r>
              <a:rPr lang="en-US" dirty="0"/>
              <a:t>space provided.</a:t>
            </a:r>
          </a:p>
          <a:p>
            <a:r>
              <a:rPr lang="en-US" dirty="0"/>
              <a:t>Example to </a:t>
            </a:r>
            <a:r>
              <a:rPr lang="en-US" dirty="0"/>
              <a:t>elicit questions: </a:t>
            </a:r>
            <a:r>
              <a:rPr lang="en-US" b="1" u="sng" dirty="0"/>
              <a:t>(Do </a:t>
            </a:r>
            <a:r>
              <a:rPr lang="en-US" b="1" u="sng" dirty="0"/>
              <a:t>you recover from illnesses very quickly? Do you often begin arguments </a:t>
            </a:r>
            <a:r>
              <a:rPr lang="en-US" b="1" u="sng" dirty="0"/>
              <a:t>with strangers?)</a:t>
            </a:r>
          </a:p>
          <a:p>
            <a:r>
              <a:rPr lang="en-US" dirty="0"/>
              <a:t>Do not have </a:t>
            </a:r>
            <a:r>
              <a:rPr lang="en-US" dirty="0"/>
              <a:t>the same name written down more than two </a:t>
            </a:r>
            <a:r>
              <a:rPr lang="en-US" dirty="0" smtClean="0"/>
              <a:t>times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Phrasal verbs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/>
              <a:t>verb that is made up of a </a:t>
            </a:r>
            <a:r>
              <a:rPr lang="en-US" dirty="0">
                <a:solidFill>
                  <a:srgbClr val="FF0000"/>
                </a:solidFill>
              </a:rPr>
              <a:t>main verb </a:t>
            </a:r>
            <a:r>
              <a:rPr lang="en-US" dirty="0"/>
              <a:t>together with an </a:t>
            </a:r>
            <a:r>
              <a:rPr lang="en-US" dirty="0">
                <a:solidFill>
                  <a:srgbClr val="FF0000"/>
                </a:solidFill>
              </a:rPr>
              <a:t>adverb or a preposition</a:t>
            </a:r>
            <a:r>
              <a:rPr lang="en-US" dirty="0"/>
              <a:t>, or both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/>
              <a:t>     Example :                           </a:t>
            </a:r>
            <a:r>
              <a:rPr lang="en-US" dirty="0">
                <a:solidFill>
                  <a:srgbClr val="FF0000"/>
                </a:solidFill>
              </a:rPr>
              <a:t>Look after </a:t>
            </a:r>
          </a:p>
          <a:p>
            <a:r>
              <a:rPr lang="en-US" dirty="0"/>
              <a:t>They </a:t>
            </a:r>
            <a:r>
              <a:rPr lang="en-US" dirty="0"/>
              <a:t>are </a:t>
            </a:r>
            <a:r>
              <a:rPr lang="en-US" dirty="0"/>
              <a:t>more common </a:t>
            </a:r>
            <a:r>
              <a:rPr lang="en-US" dirty="0"/>
              <a:t>in spoken English than in written English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u="sng" dirty="0"/>
              <a:t>Lets learn some </a:t>
            </a:r>
            <a:r>
              <a:rPr lang="en-US" u="sng" dirty="0"/>
              <a:t>phrasal verbs related to the </a:t>
            </a:r>
            <a:r>
              <a:rPr lang="en-US" u="sng" dirty="0"/>
              <a:t>activity we </a:t>
            </a:r>
            <a:r>
              <a:rPr lang="en-US" u="sng" dirty="0"/>
              <a:t>have just </a:t>
            </a:r>
            <a:r>
              <a:rPr lang="en-US" u="sng" dirty="0"/>
              <a:t>completed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2125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Task: Phrasal Verbs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725" indent="0">
              <a:buNone/>
            </a:pPr>
            <a:r>
              <a:rPr lang="en-US" sz="2100" u="sng" dirty="0"/>
              <a:t>Instructions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/>
              <a:t>M</a:t>
            </a:r>
            <a:r>
              <a:rPr lang="en-US" sz="2800" dirty="0"/>
              <a:t>atch </a:t>
            </a:r>
            <a:r>
              <a:rPr lang="en-US" sz="2800" dirty="0"/>
              <a:t>the phrasal verb to its </a:t>
            </a:r>
            <a:r>
              <a:rPr lang="en-US" sz="2800" dirty="0"/>
              <a:t>equivalent meanings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/>
              <a:t>Each </a:t>
            </a:r>
            <a:r>
              <a:rPr lang="en-US" sz="2800" dirty="0"/>
              <a:t>phrasal verb is listed with some common collocations (words that go with other words</a:t>
            </a:r>
            <a:r>
              <a:rPr lang="en-US" sz="2800" dirty="0" smtClean="0"/>
              <a:t>)</a:t>
            </a:r>
          </a:p>
          <a:p>
            <a:pPr>
              <a:buFont typeface="Wingdings" pitchFamily="2" charset="2"/>
              <a:buChar char="v"/>
            </a:pPr>
            <a:endParaRPr lang="en-US" sz="2800" dirty="0"/>
          </a:p>
          <a:p>
            <a:pPr>
              <a:buFont typeface="Wingdings" pitchFamily="2" charset="2"/>
              <a:buChar char="v"/>
            </a:pPr>
            <a:r>
              <a:rPr lang="en-US" sz="2800" dirty="0"/>
              <a:t>L</a:t>
            </a:r>
            <a:r>
              <a:rPr lang="en-US" sz="2800" dirty="0"/>
              <a:t>ook </a:t>
            </a:r>
            <a:r>
              <a:rPr lang="en-US" sz="2800" dirty="0"/>
              <a:t>at </a:t>
            </a:r>
            <a:r>
              <a:rPr lang="en-US" sz="2800" dirty="0"/>
              <a:t>the activity worksheet </a:t>
            </a:r>
            <a:r>
              <a:rPr lang="en-US" sz="2800" dirty="0"/>
              <a:t>for more </a:t>
            </a:r>
            <a:r>
              <a:rPr lang="en-US" sz="2800" dirty="0"/>
              <a:t>help to understand the meanings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101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1847"/>
            <a:ext cx="8229600" cy="9906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Share some examples</a:t>
            </a:r>
            <a:r>
              <a:rPr lang="en-US" sz="5400" dirty="0" smtClean="0"/>
              <a:t>!</a:t>
            </a:r>
            <a:endParaRPr lang="en-US" sz="5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276600"/>
            <a:ext cx="2785707" cy="27857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8200" y="1828800"/>
            <a:ext cx="7910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/>
              <a:t>After matching, rewrite the completed sentences from the first worksheet using the phrasal verbs.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515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961" y="229361"/>
            <a:ext cx="7162800" cy="609600"/>
          </a:xfrm>
          <a:custGeom>
            <a:avLst/>
            <a:gdLst/>
            <a:ahLst/>
            <a:cxnLst/>
            <a:rect l="l" t="t" r="r" b="b"/>
            <a:pathLst>
              <a:path w="7162800" h="609600">
                <a:moveTo>
                  <a:pt x="7061200" y="0"/>
                </a:moveTo>
                <a:lnTo>
                  <a:pt x="101600" y="0"/>
                </a:lnTo>
                <a:lnTo>
                  <a:pt x="62054" y="7981"/>
                </a:lnTo>
                <a:lnTo>
                  <a:pt x="29759" y="29749"/>
                </a:lnTo>
                <a:lnTo>
                  <a:pt x="7984" y="62043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56"/>
                </a:lnTo>
                <a:lnTo>
                  <a:pt x="29759" y="579850"/>
                </a:lnTo>
                <a:lnTo>
                  <a:pt x="62054" y="601618"/>
                </a:lnTo>
                <a:lnTo>
                  <a:pt x="101600" y="609600"/>
                </a:lnTo>
                <a:lnTo>
                  <a:pt x="7061200" y="609600"/>
                </a:lnTo>
                <a:lnTo>
                  <a:pt x="7100756" y="601618"/>
                </a:lnTo>
                <a:lnTo>
                  <a:pt x="7133050" y="579850"/>
                </a:lnTo>
                <a:lnTo>
                  <a:pt x="7154818" y="547556"/>
                </a:lnTo>
                <a:lnTo>
                  <a:pt x="7162800" y="508000"/>
                </a:lnTo>
                <a:lnTo>
                  <a:pt x="7162800" y="101600"/>
                </a:lnTo>
                <a:lnTo>
                  <a:pt x="7154818" y="62043"/>
                </a:lnTo>
                <a:lnTo>
                  <a:pt x="7133050" y="29749"/>
                </a:lnTo>
                <a:lnTo>
                  <a:pt x="7100756" y="7981"/>
                </a:lnTo>
                <a:lnTo>
                  <a:pt x="7061200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8961" y="229361"/>
            <a:ext cx="7162800" cy="609600"/>
          </a:xfrm>
          <a:custGeom>
            <a:avLst/>
            <a:gdLst/>
            <a:ahLst/>
            <a:cxnLst/>
            <a:rect l="l" t="t" r="r" b="b"/>
            <a:pathLst>
              <a:path w="7162800" h="609600">
                <a:moveTo>
                  <a:pt x="0" y="101600"/>
                </a:moveTo>
                <a:lnTo>
                  <a:pt x="7984" y="62043"/>
                </a:lnTo>
                <a:lnTo>
                  <a:pt x="29759" y="29749"/>
                </a:lnTo>
                <a:lnTo>
                  <a:pt x="62054" y="7981"/>
                </a:lnTo>
                <a:lnTo>
                  <a:pt x="101600" y="0"/>
                </a:lnTo>
                <a:lnTo>
                  <a:pt x="7061200" y="0"/>
                </a:lnTo>
                <a:lnTo>
                  <a:pt x="7100756" y="7981"/>
                </a:lnTo>
                <a:lnTo>
                  <a:pt x="7133050" y="29749"/>
                </a:lnTo>
                <a:lnTo>
                  <a:pt x="7154818" y="62043"/>
                </a:lnTo>
                <a:lnTo>
                  <a:pt x="7162800" y="101600"/>
                </a:lnTo>
                <a:lnTo>
                  <a:pt x="7162800" y="508000"/>
                </a:lnTo>
                <a:lnTo>
                  <a:pt x="7154818" y="547556"/>
                </a:lnTo>
                <a:lnTo>
                  <a:pt x="7133050" y="579850"/>
                </a:lnTo>
                <a:lnTo>
                  <a:pt x="7100756" y="601618"/>
                </a:lnTo>
                <a:lnTo>
                  <a:pt x="7061200" y="609600"/>
                </a:lnTo>
                <a:lnTo>
                  <a:pt x="101600" y="609600"/>
                </a:lnTo>
                <a:lnTo>
                  <a:pt x="62054" y="601618"/>
                </a:lnTo>
                <a:lnTo>
                  <a:pt x="29759" y="579850"/>
                </a:lnTo>
                <a:lnTo>
                  <a:pt x="7984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ln w="25908">
            <a:solidFill>
              <a:srgbClr val="9389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08579" y="217678"/>
            <a:ext cx="3625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60" dirty="0">
                <a:solidFill>
                  <a:srgbClr val="1E1C11"/>
                </a:solidFill>
                <a:latin typeface="Trebuchet MS"/>
                <a:cs typeface="Trebuchet MS"/>
              </a:rPr>
              <a:t>WHAT </a:t>
            </a:r>
            <a:r>
              <a:rPr sz="3600" b="0" spc="-90" dirty="0">
                <a:solidFill>
                  <a:srgbClr val="1E1C11"/>
                </a:solidFill>
                <a:latin typeface="Trebuchet MS"/>
                <a:cs typeface="Trebuchet MS"/>
              </a:rPr>
              <a:t>IS</a:t>
            </a:r>
            <a:r>
              <a:rPr sz="3600" b="0" spc="-465" dirty="0">
                <a:solidFill>
                  <a:srgbClr val="1E1C11"/>
                </a:solidFill>
                <a:latin typeface="Trebuchet MS"/>
                <a:cs typeface="Trebuchet MS"/>
              </a:rPr>
              <a:t> </a:t>
            </a:r>
            <a:r>
              <a:rPr sz="3600" b="0" spc="-35" dirty="0">
                <a:solidFill>
                  <a:srgbClr val="1E1C11"/>
                </a:solidFill>
                <a:latin typeface="Trebuchet MS"/>
                <a:cs typeface="Trebuchet MS"/>
              </a:rPr>
              <a:t>READING?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745742"/>
            <a:ext cx="7272020" cy="2997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“</a:t>
            </a:r>
            <a:r>
              <a:rPr sz="4400" b="1" spc="10" dirty="0">
                <a:solidFill>
                  <a:srgbClr val="1B1B1B"/>
                </a:solidFill>
                <a:latin typeface="Arial"/>
                <a:cs typeface="Arial"/>
              </a:rPr>
              <a:t>Reading </a:t>
            </a:r>
            <a:r>
              <a:rPr sz="4400" b="1" spc="-165" dirty="0">
                <a:solidFill>
                  <a:srgbClr val="1B1B1B"/>
                </a:solidFill>
                <a:latin typeface="Arial"/>
                <a:cs typeface="Arial"/>
              </a:rPr>
              <a:t>is </a:t>
            </a:r>
            <a:r>
              <a:rPr sz="4400" b="1" spc="50" dirty="0">
                <a:solidFill>
                  <a:srgbClr val="1B1B1B"/>
                </a:solidFill>
                <a:latin typeface="Arial"/>
                <a:cs typeface="Arial"/>
              </a:rPr>
              <a:t>an </a:t>
            </a:r>
            <a:r>
              <a:rPr sz="4400" b="1" spc="-25" dirty="0">
                <a:solidFill>
                  <a:srgbClr val="1B1B1B"/>
                </a:solidFill>
                <a:latin typeface="Arial"/>
                <a:cs typeface="Arial"/>
              </a:rPr>
              <a:t>interactive, </a:t>
            </a:r>
            <a:r>
              <a:rPr sz="4400" b="1" spc="-30" dirty="0">
                <a:solidFill>
                  <a:srgbClr val="1B1B1B"/>
                </a:solidFill>
                <a:latin typeface="Arial"/>
                <a:cs typeface="Arial"/>
              </a:rPr>
              <a:t>problem-solving  </a:t>
            </a:r>
            <a:r>
              <a:rPr sz="4400" b="1" spc="-120" dirty="0">
                <a:solidFill>
                  <a:srgbClr val="1B1B1B"/>
                </a:solidFill>
                <a:latin typeface="Arial"/>
                <a:cs typeface="Arial"/>
              </a:rPr>
              <a:t>process </a:t>
            </a:r>
            <a:r>
              <a:rPr sz="4400" b="1" spc="25" dirty="0">
                <a:solidFill>
                  <a:srgbClr val="1B1B1B"/>
                </a:solidFill>
                <a:latin typeface="Arial"/>
                <a:cs typeface="Arial"/>
              </a:rPr>
              <a:t>of </a:t>
            </a:r>
            <a:r>
              <a:rPr sz="4400" b="1" spc="35" dirty="0">
                <a:solidFill>
                  <a:srgbClr val="1B1B1B"/>
                </a:solidFill>
                <a:latin typeface="Arial"/>
                <a:cs typeface="Arial"/>
              </a:rPr>
              <a:t>making </a:t>
            </a:r>
            <a:r>
              <a:rPr sz="4400" b="1" dirty="0">
                <a:solidFill>
                  <a:srgbClr val="1B1B1B"/>
                </a:solidFill>
                <a:latin typeface="Arial"/>
                <a:cs typeface="Arial"/>
              </a:rPr>
              <a:t>meaning </a:t>
            </a:r>
            <a:r>
              <a:rPr sz="4400" b="1" spc="20" dirty="0">
                <a:solidFill>
                  <a:srgbClr val="1B1B1B"/>
                </a:solidFill>
                <a:latin typeface="Arial"/>
                <a:cs typeface="Arial"/>
              </a:rPr>
              <a:t>from </a:t>
            </a:r>
            <a:r>
              <a:rPr sz="4400" b="1" spc="5" dirty="0">
                <a:solidFill>
                  <a:srgbClr val="1B1B1B"/>
                </a:solidFill>
                <a:latin typeface="Arial"/>
                <a:cs typeface="Arial"/>
              </a:rPr>
              <a:t>texts.”  </a:t>
            </a:r>
            <a:r>
              <a:rPr b="1" i="1" spc="-45" dirty="0">
                <a:solidFill>
                  <a:srgbClr val="1B1B1B"/>
                </a:solidFill>
                <a:latin typeface="Arial"/>
                <a:cs typeface="Arial"/>
              </a:rPr>
              <a:t>Literacy </a:t>
            </a:r>
            <a:r>
              <a:rPr b="1" i="1" spc="35" dirty="0">
                <a:solidFill>
                  <a:srgbClr val="1B1B1B"/>
                </a:solidFill>
                <a:latin typeface="Arial"/>
                <a:cs typeface="Arial"/>
              </a:rPr>
              <a:t>for </a:t>
            </a:r>
            <a:r>
              <a:rPr b="1" i="1" spc="-50" dirty="0">
                <a:solidFill>
                  <a:srgbClr val="1B1B1B"/>
                </a:solidFill>
                <a:latin typeface="Arial"/>
                <a:cs typeface="Arial"/>
              </a:rPr>
              <a:t>Learning, </a:t>
            </a:r>
            <a:r>
              <a:rPr b="1" i="1" spc="-140" dirty="0">
                <a:solidFill>
                  <a:srgbClr val="1B1B1B"/>
                </a:solidFill>
                <a:latin typeface="Arial"/>
                <a:cs typeface="Arial"/>
              </a:rPr>
              <a:t>The </a:t>
            </a:r>
            <a:r>
              <a:rPr b="1" i="1" spc="-25" dirty="0">
                <a:solidFill>
                  <a:srgbClr val="1B1B1B"/>
                </a:solidFill>
                <a:latin typeface="Arial"/>
                <a:cs typeface="Arial"/>
              </a:rPr>
              <a:t>Report </a:t>
            </a:r>
            <a:r>
              <a:rPr b="1" i="1" spc="25" dirty="0">
                <a:solidFill>
                  <a:srgbClr val="1B1B1B"/>
                </a:solidFill>
                <a:latin typeface="Arial"/>
                <a:cs typeface="Arial"/>
              </a:rPr>
              <a:t>of </a:t>
            </a:r>
            <a:r>
              <a:rPr b="1" i="1" spc="-15" dirty="0">
                <a:solidFill>
                  <a:srgbClr val="1B1B1B"/>
                </a:solidFill>
                <a:latin typeface="Arial"/>
                <a:cs typeface="Arial"/>
              </a:rPr>
              <a:t>the  </a:t>
            </a:r>
            <a:r>
              <a:rPr b="1" i="1" spc="-25" dirty="0">
                <a:solidFill>
                  <a:srgbClr val="1B1B1B"/>
                </a:solidFill>
                <a:latin typeface="Arial"/>
                <a:cs typeface="Arial"/>
              </a:rPr>
              <a:t>Expert </a:t>
            </a:r>
            <a:r>
              <a:rPr b="1" i="1" spc="-20" dirty="0">
                <a:solidFill>
                  <a:srgbClr val="1B1B1B"/>
                </a:solidFill>
                <a:latin typeface="Arial"/>
                <a:cs typeface="Arial"/>
              </a:rPr>
              <a:t>Panel </a:t>
            </a:r>
            <a:r>
              <a:rPr b="1" i="1" spc="-25" dirty="0">
                <a:solidFill>
                  <a:srgbClr val="1B1B1B"/>
                </a:solidFill>
                <a:latin typeface="Arial"/>
                <a:cs typeface="Arial"/>
              </a:rPr>
              <a:t>on </a:t>
            </a:r>
            <a:r>
              <a:rPr b="1" i="1" spc="-45" dirty="0">
                <a:solidFill>
                  <a:srgbClr val="1B1B1B"/>
                </a:solidFill>
                <a:latin typeface="Arial"/>
                <a:cs typeface="Arial"/>
              </a:rPr>
              <a:t>Literacy </a:t>
            </a:r>
            <a:r>
              <a:rPr b="1" i="1" spc="-50" dirty="0">
                <a:solidFill>
                  <a:srgbClr val="1B1B1B"/>
                </a:solidFill>
                <a:latin typeface="Arial"/>
                <a:cs typeface="Arial"/>
              </a:rPr>
              <a:t>in </a:t>
            </a:r>
            <a:r>
              <a:rPr b="1" i="1" dirty="0">
                <a:solidFill>
                  <a:srgbClr val="1B1B1B"/>
                </a:solidFill>
                <a:latin typeface="Arial"/>
                <a:cs typeface="Arial"/>
              </a:rPr>
              <a:t>Grades </a:t>
            </a:r>
            <a:r>
              <a:rPr b="1" i="1" spc="-400" dirty="0">
                <a:solidFill>
                  <a:srgbClr val="1B1B1B"/>
                </a:solidFill>
                <a:latin typeface="Arial"/>
                <a:cs typeface="Arial"/>
              </a:rPr>
              <a:t>4 </a:t>
            </a:r>
            <a:r>
              <a:rPr b="1" i="1" dirty="0">
                <a:solidFill>
                  <a:srgbClr val="1B1B1B"/>
                </a:solidFill>
                <a:latin typeface="Arial"/>
                <a:cs typeface="Arial"/>
              </a:rPr>
              <a:t>to </a:t>
            </a:r>
            <a:r>
              <a:rPr b="1" i="1" spc="-400" dirty="0">
                <a:solidFill>
                  <a:srgbClr val="1B1B1B"/>
                </a:solidFill>
                <a:latin typeface="Arial"/>
                <a:cs typeface="Arial"/>
              </a:rPr>
              <a:t>6 </a:t>
            </a:r>
            <a:r>
              <a:rPr b="1" i="1" spc="-50" dirty="0">
                <a:solidFill>
                  <a:srgbClr val="1B1B1B"/>
                </a:solidFill>
                <a:latin typeface="Arial"/>
                <a:cs typeface="Arial"/>
              </a:rPr>
              <a:t>in  </a:t>
            </a:r>
            <a:r>
              <a:rPr b="1" i="1" spc="10" dirty="0">
                <a:solidFill>
                  <a:srgbClr val="1B1B1B"/>
                </a:solidFill>
                <a:latin typeface="Arial"/>
                <a:cs typeface="Arial"/>
              </a:rPr>
              <a:t>Ontario, </a:t>
            </a:r>
            <a:r>
              <a:rPr b="1" i="1" spc="-75" dirty="0">
                <a:solidFill>
                  <a:srgbClr val="1B1B1B"/>
                </a:solidFill>
                <a:latin typeface="Arial"/>
                <a:cs typeface="Arial"/>
              </a:rPr>
              <a:t>p.</a:t>
            </a:r>
            <a:r>
              <a:rPr b="1" i="1" spc="1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b="1" i="1" spc="-320" dirty="0">
                <a:solidFill>
                  <a:srgbClr val="1B1B1B"/>
                </a:solidFill>
                <a:latin typeface="Arial"/>
                <a:cs typeface="Arial"/>
              </a:rPr>
              <a:t>61.</a:t>
            </a:r>
            <a:endParaRPr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61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044" y="1626565"/>
            <a:ext cx="7386955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87375">
              <a:lnSpc>
                <a:spcPct val="100000"/>
              </a:lnSpc>
              <a:spcBef>
                <a:spcPts val="95"/>
              </a:spcBef>
              <a:buSzPct val="96428"/>
              <a:buFont typeface="Arial"/>
              <a:buChar char="•"/>
              <a:tabLst>
                <a:tab pos="137795" algn="l"/>
                <a:tab pos="1891664" algn="l"/>
                <a:tab pos="1927225" algn="l"/>
                <a:tab pos="2393315" algn="l"/>
                <a:tab pos="2672080" algn="l"/>
                <a:tab pos="2788920" algn="l"/>
                <a:tab pos="3747135" algn="l"/>
                <a:tab pos="4527550" algn="l"/>
                <a:tab pos="4627245" algn="l"/>
                <a:tab pos="6028690" algn="l"/>
              </a:tabLst>
            </a:pPr>
            <a:r>
              <a:rPr sz="2800" b="1" spc="-270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5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g		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	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		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1B1B1B"/>
                </a:solidFill>
                <a:latin typeface="Arial"/>
                <a:cs typeface="Arial"/>
              </a:rPr>
              <a:t>m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5" dirty="0">
                <a:solidFill>
                  <a:srgbClr val="1B1B1B"/>
                </a:solidFill>
                <a:latin typeface="Arial"/>
                <a:cs typeface="Arial"/>
              </a:rPr>
              <a:t>p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75" dirty="0">
                <a:solidFill>
                  <a:srgbClr val="1B1B1B"/>
                </a:solidFill>
                <a:latin typeface="Arial"/>
                <a:cs typeface="Arial"/>
              </a:rPr>
              <a:t>x		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9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60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50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 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b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355" dirty="0">
                <a:solidFill>
                  <a:srgbClr val="1B1B1B"/>
                </a:solidFill>
                <a:latin typeface="Arial"/>
                <a:cs typeface="Arial"/>
              </a:rPr>
              <a:t>w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	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75" dirty="0">
                <a:solidFill>
                  <a:srgbClr val="1B1B1B"/>
                </a:solidFill>
                <a:latin typeface="Arial"/>
                <a:cs typeface="Arial"/>
              </a:rPr>
              <a:t>x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1B1B1B"/>
                </a:solidFill>
                <a:latin typeface="Arial"/>
                <a:cs typeface="Arial"/>
              </a:rPr>
              <a:t>,	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	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52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509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endParaRPr sz="2800">
              <a:latin typeface="Arial"/>
              <a:cs typeface="Arial"/>
            </a:endParaRPr>
          </a:p>
          <a:p>
            <a:pPr marL="12700" marR="75565">
              <a:lnSpc>
                <a:spcPct val="100000"/>
              </a:lnSpc>
              <a:spcBef>
                <a:spcPts val="5"/>
              </a:spcBef>
              <a:tabLst>
                <a:tab pos="791210" algn="l"/>
                <a:tab pos="1609725" algn="l"/>
                <a:tab pos="2257425" algn="l"/>
                <a:tab pos="2773045" algn="l"/>
                <a:tab pos="3037840" algn="l"/>
                <a:tab pos="3510915" algn="l"/>
                <a:tab pos="4897120" algn="l"/>
                <a:tab pos="5341620" algn="l"/>
                <a:tab pos="6657975" algn="l"/>
              </a:tabLst>
            </a:pP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p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p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	</a:t>
            </a:r>
            <a:r>
              <a:rPr sz="2800" b="1" spc="30" dirty="0">
                <a:solidFill>
                  <a:srgbClr val="1B1B1B"/>
                </a:solidFill>
                <a:latin typeface="Arial"/>
                <a:cs typeface="Arial"/>
              </a:rPr>
              <a:t>f</a:t>
            </a:r>
            <a:r>
              <a:rPr sz="2800" b="1" spc="-47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	r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g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1B1B1B"/>
                </a:solidFill>
                <a:latin typeface="Arial"/>
                <a:cs typeface="Arial"/>
              </a:rPr>
              <a:t>,	</a:t>
            </a:r>
            <a:r>
              <a:rPr sz="2800" b="1" spc="355" dirty="0">
                <a:solidFill>
                  <a:srgbClr val="1B1B1B"/>
                </a:solidFill>
                <a:latin typeface="Arial"/>
                <a:cs typeface="Arial"/>
              </a:rPr>
              <a:t>w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	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53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52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 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p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	b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40" dirty="0">
                <a:solidFill>
                  <a:srgbClr val="1B1B1B"/>
                </a:solidFill>
                <a:latin typeface="Arial"/>
                <a:cs typeface="Arial"/>
              </a:rPr>
              <a:t>y	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85" dirty="0">
                <a:solidFill>
                  <a:srgbClr val="1B1B1B"/>
                </a:solidFill>
                <a:latin typeface="Arial"/>
                <a:cs typeface="Arial"/>
              </a:rPr>
              <a:t>’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	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p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400935" algn="l"/>
                <a:tab pos="3300095" algn="l"/>
                <a:tab pos="6000115" algn="l"/>
              </a:tabLst>
            </a:pPr>
            <a:r>
              <a:rPr sz="2800" b="1" spc="165" dirty="0">
                <a:solidFill>
                  <a:srgbClr val="1B1B1B"/>
                </a:solidFill>
                <a:latin typeface="Arial"/>
                <a:cs typeface="Arial"/>
              </a:rPr>
              <a:t>k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355" dirty="0">
                <a:solidFill>
                  <a:srgbClr val="1B1B1B"/>
                </a:solidFill>
                <a:latin typeface="Arial"/>
                <a:cs typeface="Arial"/>
              </a:rPr>
              <a:t>w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g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	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75" dirty="0">
                <a:solidFill>
                  <a:srgbClr val="1B1B1B"/>
                </a:solidFill>
                <a:latin typeface="Arial"/>
                <a:cs typeface="Arial"/>
              </a:rPr>
              <a:t>x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p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1B1B1B"/>
                </a:solidFill>
                <a:latin typeface="Arial"/>
                <a:cs typeface="Arial"/>
              </a:rPr>
              <a:t>,	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12700" marR="264795">
              <a:lnSpc>
                <a:spcPct val="100000"/>
              </a:lnSpc>
              <a:tabLst>
                <a:tab pos="913130" algn="l"/>
                <a:tab pos="1872614" algn="l"/>
                <a:tab pos="2517775" algn="l"/>
                <a:tab pos="4261485" algn="l"/>
                <a:tab pos="4553585" algn="l"/>
                <a:tab pos="5454015" algn="l"/>
                <a:tab pos="5575935" algn="l"/>
              </a:tabLst>
            </a:pP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85" dirty="0">
                <a:solidFill>
                  <a:srgbClr val="1B1B1B"/>
                </a:solidFill>
                <a:latin typeface="Arial"/>
                <a:cs typeface="Arial"/>
              </a:rPr>
              <a:t>’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	</a:t>
            </a:r>
            <a:r>
              <a:rPr sz="2800" b="1" spc="165" dirty="0">
                <a:solidFill>
                  <a:srgbClr val="1B1B1B"/>
                </a:solidFill>
                <a:latin typeface="Arial"/>
                <a:cs typeface="Arial"/>
              </a:rPr>
              <a:t>k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355" dirty="0">
                <a:solidFill>
                  <a:srgbClr val="1B1B1B"/>
                </a:solidFill>
                <a:latin typeface="Arial"/>
                <a:cs typeface="Arial"/>
              </a:rPr>
              <a:t>w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g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b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		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9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50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50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50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9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9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g 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	</a:t>
            </a:r>
            <a:r>
              <a:rPr sz="2800" b="1" spc="355" dirty="0">
                <a:solidFill>
                  <a:srgbClr val="1B1B1B"/>
                </a:solidFill>
                <a:latin typeface="Arial"/>
                <a:cs typeface="Arial"/>
              </a:rPr>
              <a:t>w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g	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g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0" dirty="0">
                <a:solidFill>
                  <a:srgbClr val="1B1B1B"/>
                </a:solidFill>
                <a:latin typeface="Arial"/>
                <a:cs typeface="Arial"/>
              </a:rPr>
              <a:t>g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	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tabLst>
                <a:tab pos="479425" algn="l"/>
                <a:tab pos="1873250" algn="l"/>
                <a:tab pos="2556510" algn="l"/>
                <a:tab pos="3456940" algn="l"/>
                <a:tab pos="3909695" algn="l"/>
                <a:tab pos="5151755" algn="l"/>
                <a:tab pos="6233795" algn="l"/>
              </a:tabLst>
            </a:pPr>
            <a:r>
              <a:rPr sz="2800" b="1" spc="60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5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60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85" dirty="0">
                <a:solidFill>
                  <a:srgbClr val="1B1B1B"/>
                </a:solidFill>
                <a:latin typeface="Arial"/>
                <a:cs typeface="Arial"/>
              </a:rPr>
              <a:t>’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	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g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55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g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	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1B1B1B"/>
                </a:solidFill>
                <a:latin typeface="Arial"/>
                <a:cs typeface="Arial"/>
              </a:rPr>
              <a:t>m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1B1B1B"/>
                </a:solidFill>
                <a:latin typeface="Arial"/>
                <a:cs typeface="Arial"/>
              </a:rPr>
              <a:t>m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55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45" dirty="0">
                <a:solidFill>
                  <a:srgbClr val="1B1B1B"/>
                </a:solidFill>
                <a:latin typeface="Arial"/>
                <a:cs typeface="Arial"/>
              </a:rPr>
              <a:t>y	</a:t>
            </a:r>
            <a:r>
              <a:rPr sz="2800" b="1" spc="355" dirty="0">
                <a:solidFill>
                  <a:srgbClr val="1B1B1B"/>
                </a:solidFill>
                <a:latin typeface="Arial"/>
                <a:cs typeface="Arial"/>
              </a:rPr>
              <a:t>w</a:t>
            </a:r>
            <a:r>
              <a:rPr sz="2800" b="1" spc="-509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</a:t>
            </a:r>
            <a:r>
              <a:rPr sz="2800" b="1" spc="-50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50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50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h 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	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55" dirty="0">
                <a:solidFill>
                  <a:srgbClr val="1B1B1B"/>
                </a:solidFill>
                <a:latin typeface="Arial"/>
                <a:cs typeface="Arial"/>
              </a:rPr>
              <a:t>r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40" dirty="0">
                <a:solidFill>
                  <a:srgbClr val="1B1B1B"/>
                </a:solidFill>
                <a:latin typeface="Arial"/>
                <a:cs typeface="Arial"/>
              </a:rPr>
              <a:t>y	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B1B1B"/>
                </a:solidFill>
                <a:latin typeface="Arial"/>
                <a:cs typeface="Arial"/>
              </a:rPr>
              <a:t>n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	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5" dirty="0">
                <a:solidFill>
                  <a:srgbClr val="1B1B1B"/>
                </a:solidFill>
                <a:latin typeface="Arial"/>
                <a:cs typeface="Arial"/>
              </a:rPr>
              <a:t>o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350" dirty="0">
                <a:solidFill>
                  <a:srgbClr val="1B1B1B"/>
                </a:solidFill>
                <a:latin typeface="Arial"/>
                <a:cs typeface="Arial"/>
              </a:rPr>
              <a:t>c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7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l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40" dirty="0">
                <a:solidFill>
                  <a:srgbClr val="1B1B1B"/>
                </a:solidFill>
                <a:latin typeface="Arial"/>
                <a:cs typeface="Arial"/>
              </a:rPr>
              <a:t>y	</a:t>
            </a:r>
            <a:r>
              <a:rPr sz="2800" b="1" spc="-300" dirty="0">
                <a:solidFill>
                  <a:srgbClr val="1B1B1B"/>
                </a:solidFill>
                <a:latin typeface="Arial"/>
                <a:cs typeface="Arial"/>
              </a:rPr>
              <a:t>s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B1B1B"/>
                </a:solidFill>
                <a:latin typeface="Arial"/>
                <a:cs typeface="Arial"/>
              </a:rPr>
              <a:t>i</a:t>
            </a:r>
            <a:r>
              <a:rPr sz="2800" b="1" spc="-48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1B1B1B"/>
                </a:solidFill>
                <a:latin typeface="Arial"/>
                <a:cs typeface="Arial"/>
              </a:rPr>
              <a:t>u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175" dirty="0">
                <a:solidFill>
                  <a:srgbClr val="1B1B1B"/>
                </a:solidFill>
                <a:latin typeface="Arial"/>
                <a:cs typeface="Arial"/>
              </a:rPr>
              <a:t>a</a:t>
            </a:r>
            <a:r>
              <a:rPr sz="2800" b="1" spc="-490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1B1B1B"/>
                </a:solidFill>
                <a:latin typeface="Arial"/>
                <a:cs typeface="Arial"/>
              </a:rPr>
              <a:t>t</a:t>
            </a:r>
            <a:r>
              <a:rPr sz="2800" b="1" spc="-484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40" dirty="0">
                <a:solidFill>
                  <a:srgbClr val="1B1B1B"/>
                </a:solidFill>
                <a:latin typeface="Arial"/>
                <a:cs typeface="Arial"/>
              </a:rPr>
              <a:t>e</a:t>
            </a:r>
            <a:r>
              <a:rPr sz="2800" b="1" spc="-49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20" dirty="0">
                <a:solidFill>
                  <a:srgbClr val="1B1B1B"/>
                </a:solidFill>
                <a:latin typeface="Arial"/>
                <a:cs typeface="Arial"/>
              </a:rPr>
              <a:t>d</a:t>
            </a:r>
            <a:r>
              <a:rPr sz="2800" b="1" spc="-395" dirty="0">
                <a:solidFill>
                  <a:srgbClr val="1B1B1B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1B1B1B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961" y="229361"/>
            <a:ext cx="7162800" cy="609600"/>
          </a:xfrm>
          <a:custGeom>
            <a:avLst/>
            <a:gdLst/>
            <a:ahLst/>
            <a:cxnLst/>
            <a:rect l="l" t="t" r="r" b="b"/>
            <a:pathLst>
              <a:path w="7162800" h="609600">
                <a:moveTo>
                  <a:pt x="7061200" y="0"/>
                </a:moveTo>
                <a:lnTo>
                  <a:pt x="101600" y="0"/>
                </a:lnTo>
                <a:lnTo>
                  <a:pt x="62054" y="7981"/>
                </a:lnTo>
                <a:lnTo>
                  <a:pt x="29759" y="29749"/>
                </a:lnTo>
                <a:lnTo>
                  <a:pt x="7984" y="62043"/>
                </a:lnTo>
                <a:lnTo>
                  <a:pt x="0" y="101600"/>
                </a:lnTo>
                <a:lnTo>
                  <a:pt x="0" y="508000"/>
                </a:lnTo>
                <a:lnTo>
                  <a:pt x="7984" y="547556"/>
                </a:lnTo>
                <a:lnTo>
                  <a:pt x="29759" y="579850"/>
                </a:lnTo>
                <a:lnTo>
                  <a:pt x="62054" y="601618"/>
                </a:lnTo>
                <a:lnTo>
                  <a:pt x="101600" y="609600"/>
                </a:lnTo>
                <a:lnTo>
                  <a:pt x="7061200" y="609600"/>
                </a:lnTo>
                <a:lnTo>
                  <a:pt x="7100756" y="601618"/>
                </a:lnTo>
                <a:lnTo>
                  <a:pt x="7133050" y="579850"/>
                </a:lnTo>
                <a:lnTo>
                  <a:pt x="7154818" y="547556"/>
                </a:lnTo>
                <a:lnTo>
                  <a:pt x="7162800" y="508000"/>
                </a:lnTo>
                <a:lnTo>
                  <a:pt x="7162800" y="101600"/>
                </a:lnTo>
                <a:lnTo>
                  <a:pt x="7154818" y="62043"/>
                </a:lnTo>
                <a:lnTo>
                  <a:pt x="7133050" y="29749"/>
                </a:lnTo>
                <a:lnTo>
                  <a:pt x="7100756" y="7981"/>
                </a:lnTo>
                <a:lnTo>
                  <a:pt x="7061200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961" y="229361"/>
            <a:ext cx="7162800" cy="609600"/>
          </a:xfrm>
          <a:custGeom>
            <a:avLst/>
            <a:gdLst/>
            <a:ahLst/>
            <a:cxnLst/>
            <a:rect l="l" t="t" r="r" b="b"/>
            <a:pathLst>
              <a:path w="7162800" h="609600">
                <a:moveTo>
                  <a:pt x="0" y="101600"/>
                </a:moveTo>
                <a:lnTo>
                  <a:pt x="7984" y="62043"/>
                </a:lnTo>
                <a:lnTo>
                  <a:pt x="29759" y="29749"/>
                </a:lnTo>
                <a:lnTo>
                  <a:pt x="62054" y="7981"/>
                </a:lnTo>
                <a:lnTo>
                  <a:pt x="101600" y="0"/>
                </a:lnTo>
                <a:lnTo>
                  <a:pt x="7061200" y="0"/>
                </a:lnTo>
                <a:lnTo>
                  <a:pt x="7100756" y="7981"/>
                </a:lnTo>
                <a:lnTo>
                  <a:pt x="7133050" y="29749"/>
                </a:lnTo>
                <a:lnTo>
                  <a:pt x="7154818" y="62043"/>
                </a:lnTo>
                <a:lnTo>
                  <a:pt x="7162800" y="101600"/>
                </a:lnTo>
                <a:lnTo>
                  <a:pt x="7162800" y="508000"/>
                </a:lnTo>
                <a:lnTo>
                  <a:pt x="7154818" y="547556"/>
                </a:lnTo>
                <a:lnTo>
                  <a:pt x="7133050" y="579850"/>
                </a:lnTo>
                <a:lnTo>
                  <a:pt x="7100756" y="601618"/>
                </a:lnTo>
                <a:lnTo>
                  <a:pt x="7061200" y="609600"/>
                </a:lnTo>
                <a:lnTo>
                  <a:pt x="101600" y="609600"/>
                </a:lnTo>
                <a:lnTo>
                  <a:pt x="62054" y="601618"/>
                </a:lnTo>
                <a:lnTo>
                  <a:pt x="29759" y="579850"/>
                </a:lnTo>
                <a:lnTo>
                  <a:pt x="7984" y="547556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ln w="25908">
            <a:solidFill>
              <a:srgbClr val="9389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08579" y="217678"/>
            <a:ext cx="3625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160" dirty="0">
                <a:solidFill>
                  <a:srgbClr val="1E1C11"/>
                </a:solidFill>
                <a:latin typeface="Trebuchet MS"/>
                <a:cs typeface="Trebuchet MS"/>
              </a:rPr>
              <a:t>WHAT </a:t>
            </a:r>
            <a:r>
              <a:rPr sz="3600" b="0" spc="-90" dirty="0">
                <a:solidFill>
                  <a:srgbClr val="1E1C11"/>
                </a:solidFill>
                <a:latin typeface="Trebuchet MS"/>
                <a:cs typeface="Trebuchet MS"/>
              </a:rPr>
              <a:t>IS</a:t>
            </a:r>
            <a:r>
              <a:rPr sz="3600" b="0" spc="-465" dirty="0">
                <a:solidFill>
                  <a:srgbClr val="1E1C11"/>
                </a:solidFill>
                <a:latin typeface="Trebuchet MS"/>
                <a:cs typeface="Trebuchet MS"/>
              </a:rPr>
              <a:t> </a:t>
            </a:r>
            <a:r>
              <a:rPr sz="3600" b="0" spc="-35" dirty="0">
                <a:solidFill>
                  <a:srgbClr val="1E1C11"/>
                </a:solidFill>
                <a:latin typeface="Trebuchet MS"/>
                <a:cs typeface="Trebuchet MS"/>
              </a:rPr>
              <a:t>READING?</a:t>
            </a:r>
            <a:endParaRPr sz="36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55052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468126" y="0"/>
                </a:moveTo>
                <a:lnTo>
                  <a:pt x="46485" y="0"/>
                </a:lnTo>
                <a:lnTo>
                  <a:pt x="42598" y="6926"/>
                </a:lnTo>
                <a:lnTo>
                  <a:pt x="24433" y="49893"/>
                </a:lnTo>
                <a:lnTo>
                  <a:pt x="11068" y="95147"/>
                </a:lnTo>
                <a:lnTo>
                  <a:pt x="2819" y="142375"/>
                </a:lnTo>
                <a:lnTo>
                  <a:pt x="0" y="191261"/>
                </a:lnTo>
                <a:lnTo>
                  <a:pt x="0" y="6820656"/>
                </a:lnTo>
                <a:lnTo>
                  <a:pt x="2154" y="6857996"/>
                </a:lnTo>
                <a:lnTo>
                  <a:pt x="2512446" y="6857996"/>
                </a:lnTo>
                <a:lnTo>
                  <a:pt x="2514600" y="6820656"/>
                </a:lnTo>
                <a:lnTo>
                  <a:pt x="2514600" y="191261"/>
                </a:lnTo>
                <a:lnTo>
                  <a:pt x="2511781" y="142375"/>
                </a:lnTo>
                <a:lnTo>
                  <a:pt x="2503534" y="95147"/>
                </a:lnTo>
                <a:lnTo>
                  <a:pt x="2490173" y="49893"/>
                </a:lnTo>
                <a:lnTo>
                  <a:pt x="2472012" y="6926"/>
                </a:lnTo>
                <a:lnTo>
                  <a:pt x="2468126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46990" cy="191770"/>
          </a:xfrm>
          <a:custGeom>
            <a:avLst/>
            <a:gdLst/>
            <a:ahLst/>
            <a:cxnLst/>
            <a:rect l="l" t="t" r="r" b="b"/>
            <a:pathLst>
              <a:path w="46990" h="191770">
                <a:moveTo>
                  <a:pt x="0" y="191261"/>
                </a:moveTo>
                <a:lnTo>
                  <a:pt x="2819" y="142375"/>
                </a:lnTo>
                <a:lnTo>
                  <a:pt x="11068" y="95147"/>
                </a:lnTo>
                <a:lnTo>
                  <a:pt x="24433" y="49893"/>
                </a:lnTo>
                <a:lnTo>
                  <a:pt x="42598" y="6926"/>
                </a:lnTo>
                <a:lnTo>
                  <a:pt x="46485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49888" y="0"/>
            <a:ext cx="46990" cy="6858000"/>
          </a:xfrm>
          <a:custGeom>
            <a:avLst/>
            <a:gdLst/>
            <a:ahLst/>
            <a:cxnLst/>
            <a:rect l="l" t="t" r="r" b="b"/>
            <a:pathLst>
              <a:path w="46989" h="6858000">
                <a:moveTo>
                  <a:pt x="0" y="0"/>
                </a:moveTo>
                <a:lnTo>
                  <a:pt x="22047" y="49893"/>
                </a:lnTo>
                <a:lnTo>
                  <a:pt x="35408" y="95147"/>
                </a:lnTo>
                <a:lnTo>
                  <a:pt x="43655" y="142375"/>
                </a:lnTo>
                <a:lnTo>
                  <a:pt x="46473" y="191261"/>
                </a:lnTo>
                <a:lnTo>
                  <a:pt x="46473" y="6820656"/>
                </a:lnTo>
                <a:lnTo>
                  <a:pt x="4432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191262"/>
            <a:ext cx="2540" cy="6666865"/>
          </a:xfrm>
          <a:custGeom>
            <a:avLst/>
            <a:gdLst/>
            <a:ahLst/>
            <a:cxnLst/>
            <a:rect l="l" t="t" r="r" b="b"/>
            <a:pathLst>
              <a:path w="2539" h="6666865">
                <a:moveTo>
                  <a:pt x="1077" y="-12953"/>
                </a:moveTo>
                <a:lnTo>
                  <a:pt x="1077" y="6679688"/>
                </a:lnTo>
              </a:path>
            </a:pathLst>
          </a:custGeom>
          <a:ln w="28062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7304" y="20894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1916" y="21183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68" y="298830"/>
                </a:lnTo>
                <a:lnTo>
                  <a:pt x="737768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68" y="144272"/>
                </a:lnTo>
                <a:lnTo>
                  <a:pt x="737768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8082" y="21200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602" y="56261"/>
                </a:lnTo>
                <a:lnTo>
                  <a:pt x="71602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602" y="197485"/>
                </a:lnTo>
                <a:lnTo>
                  <a:pt x="71602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1916" y="21200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4514" y="21183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1778" y="6603"/>
                </a:lnTo>
                <a:lnTo>
                  <a:pt x="2959" y="5206"/>
                </a:lnTo>
                <a:lnTo>
                  <a:pt x="4914" y="3937"/>
                </a:lnTo>
                <a:lnTo>
                  <a:pt x="7645" y="3048"/>
                </a:lnTo>
                <a:lnTo>
                  <a:pt x="10375" y="2159"/>
                </a:lnTo>
                <a:lnTo>
                  <a:pt x="14071" y="1397"/>
                </a:lnTo>
                <a:lnTo>
                  <a:pt x="18707" y="888"/>
                </a:lnTo>
                <a:lnTo>
                  <a:pt x="23355" y="380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2355" y="27553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1050" y="27785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2355" y="34259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1050" y="34488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55975" y="1218946"/>
            <a:ext cx="5366385" cy="386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40" dirty="0">
                <a:latin typeface="Arial"/>
                <a:cs typeface="Arial"/>
              </a:rPr>
              <a:t>A </a:t>
            </a:r>
            <a:r>
              <a:rPr sz="3000" b="1" spc="-25" dirty="0">
                <a:latin typeface="Arial"/>
                <a:cs typeface="Arial"/>
              </a:rPr>
              <a:t>transactive</a:t>
            </a:r>
            <a:r>
              <a:rPr sz="3000" b="1" dirty="0">
                <a:latin typeface="Arial"/>
                <a:cs typeface="Arial"/>
              </a:rPr>
              <a:t> </a:t>
            </a:r>
            <a:r>
              <a:rPr sz="3000" b="1" spc="-125" dirty="0">
                <a:latin typeface="Arial"/>
                <a:cs typeface="Arial"/>
              </a:rPr>
              <a:t>process</a:t>
            </a:r>
            <a:endParaRPr sz="300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20" dirty="0">
                <a:latin typeface="Arial"/>
                <a:cs typeface="Arial"/>
              </a:rPr>
              <a:t>Involves </a:t>
            </a:r>
            <a:r>
              <a:rPr sz="3000" b="1" spc="-10" dirty="0">
                <a:latin typeface="Arial"/>
                <a:cs typeface="Arial"/>
              </a:rPr>
              <a:t>complex  </a:t>
            </a:r>
            <a:r>
              <a:rPr sz="3000" b="1" spc="-25" dirty="0">
                <a:latin typeface="Arial"/>
                <a:cs typeface="Arial"/>
              </a:rPr>
              <a:t>negotiations </a:t>
            </a:r>
            <a:r>
              <a:rPr sz="3000" b="1" spc="60" dirty="0">
                <a:latin typeface="Arial"/>
                <a:cs typeface="Arial"/>
              </a:rPr>
              <a:t>between </a:t>
            </a:r>
            <a:r>
              <a:rPr sz="3000" b="1" spc="75" dirty="0">
                <a:latin typeface="Arial"/>
                <a:cs typeface="Arial"/>
              </a:rPr>
              <a:t>text  </a:t>
            </a:r>
            <a:r>
              <a:rPr sz="3000" b="1" spc="45" dirty="0">
                <a:latin typeface="Arial"/>
                <a:cs typeface="Arial"/>
              </a:rPr>
              <a:t>and </a:t>
            </a:r>
            <a:r>
              <a:rPr sz="3000" b="1" spc="70" dirty="0">
                <a:latin typeface="Arial"/>
                <a:cs typeface="Arial"/>
              </a:rPr>
              <a:t>reader </a:t>
            </a:r>
            <a:r>
              <a:rPr sz="3000" b="1" spc="-30" dirty="0">
                <a:latin typeface="Arial"/>
                <a:cs typeface="Arial"/>
              </a:rPr>
              <a:t>which </a:t>
            </a:r>
            <a:r>
              <a:rPr sz="3000" b="1" spc="-175" dirty="0">
                <a:latin typeface="Arial"/>
                <a:cs typeface="Arial"/>
              </a:rPr>
              <a:t>is </a:t>
            </a:r>
            <a:r>
              <a:rPr sz="3000" b="1" spc="-20" dirty="0">
                <a:latin typeface="Arial"/>
                <a:cs typeface="Arial"/>
              </a:rPr>
              <a:t>shaped  </a:t>
            </a:r>
            <a:r>
              <a:rPr sz="3000" b="1" spc="85" dirty="0">
                <a:latin typeface="Arial"/>
                <a:cs typeface="Arial"/>
              </a:rPr>
              <a:t>by</a:t>
            </a:r>
            <a:r>
              <a:rPr sz="3000" b="1" spc="-10" dirty="0">
                <a:latin typeface="Arial"/>
                <a:cs typeface="Arial"/>
              </a:rPr>
              <a:t> </a:t>
            </a:r>
            <a:r>
              <a:rPr sz="3000" b="1" spc="35" dirty="0">
                <a:latin typeface="Arial"/>
                <a:cs typeface="Arial"/>
              </a:rPr>
              <a:t>reader’s</a:t>
            </a:r>
            <a:endParaRPr sz="3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b="1" spc="35" dirty="0">
                <a:latin typeface="Arial"/>
                <a:cs typeface="Arial"/>
              </a:rPr>
              <a:t>Knowledge </a:t>
            </a:r>
            <a:r>
              <a:rPr sz="2600" b="1" spc="25" dirty="0">
                <a:latin typeface="Arial"/>
                <a:cs typeface="Arial"/>
              </a:rPr>
              <a:t>of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spc="-60" dirty="0">
                <a:latin typeface="Arial"/>
                <a:cs typeface="Arial"/>
              </a:rPr>
              <a:t>topic</a:t>
            </a:r>
            <a:endParaRPr sz="26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b="1" spc="-55" dirty="0">
                <a:latin typeface="Arial"/>
                <a:cs typeface="Arial"/>
              </a:rPr>
              <a:t>Purpose </a:t>
            </a:r>
            <a:r>
              <a:rPr sz="2600" b="1" spc="35" dirty="0">
                <a:latin typeface="Arial"/>
                <a:cs typeface="Arial"/>
              </a:rPr>
              <a:t>for</a:t>
            </a:r>
            <a:r>
              <a:rPr sz="2600" b="1" spc="50" dirty="0">
                <a:latin typeface="Arial"/>
                <a:cs typeface="Arial"/>
              </a:rPr>
              <a:t> </a:t>
            </a:r>
            <a:r>
              <a:rPr sz="2600" b="1" spc="30" dirty="0">
                <a:latin typeface="Arial"/>
                <a:cs typeface="Arial"/>
              </a:rPr>
              <a:t>reading</a:t>
            </a:r>
            <a:endParaRPr sz="2600">
              <a:latin typeface="Arial"/>
              <a:cs typeface="Arial"/>
            </a:endParaRPr>
          </a:p>
          <a:p>
            <a:pPr marL="756285" marR="1060450" lvl="1" indent="-286385">
              <a:lnSpc>
                <a:spcPct val="80000"/>
              </a:lnSpc>
              <a:spcBef>
                <a:spcPts val="625"/>
              </a:spcBef>
              <a:buFont typeface="Arial"/>
              <a:buChar char="–"/>
              <a:tabLst>
                <a:tab pos="756920" algn="l"/>
              </a:tabLst>
            </a:pPr>
            <a:r>
              <a:rPr sz="2600" b="1" spc="-10" dirty="0">
                <a:latin typeface="Arial"/>
                <a:cs typeface="Arial"/>
              </a:rPr>
              <a:t>Language </a:t>
            </a:r>
            <a:r>
              <a:rPr sz="2600" b="1" spc="-15" dirty="0">
                <a:latin typeface="Arial"/>
                <a:cs typeface="Arial"/>
              </a:rPr>
              <a:t>culturally  expectations </a:t>
            </a:r>
            <a:r>
              <a:rPr sz="2600" b="1" spc="-5" dirty="0">
                <a:latin typeface="Arial"/>
                <a:cs typeface="Arial"/>
              </a:rPr>
              <a:t>based </a:t>
            </a:r>
            <a:r>
              <a:rPr sz="2600" b="1" spc="-20" dirty="0">
                <a:latin typeface="Arial"/>
                <a:cs typeface="Arial"/>
              </a:rPr>
              <a:t>on  experiences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193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73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19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68" y="298830"/>
                </a:lnTo>
                <a:lnTo>
                  <a:pt x="737768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68" y="144272"/>
                </a:lnTo>
                <a:lnTo>
                  <a:pt x="737768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80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602" y="56261"/>
                </a:lnTo>
                <a:lnTo>
                  <a:pt x="71602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602" y="197485"/>
                </a:lnTo>
                <a:lnTo>
                  <a:pt x="71602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19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45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1778" y="6603"/>
                </a:lnTo>
                <a:lnTo>
                  <a:pt x="2959" y="5206"/>
                </a:lnTo>
                <a:lnTo>
                  <a:pt x="4914" y="3937"/>
                </a:lnTo>
                <a:lnTo>
                  <a:pt x="7645" y="3048"/>
                </a:lnTo>
                <a:lnTo>
                  <a:pt x="10375" y="2159"/>
                </a:lnTo>
                <a:lnTo>
                  <a:pt x="14071" y="1397"/>
                </a:lnTo>
                <a:lnTo>
                  <a:pt x="18707" y="888"/>
                </a:lnTo>
                <a:lnTo>
                  <a:pt x="23355" y="380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23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10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23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10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13175" y="1671269"/>
            <a:ext cx="3888104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895" indent="-16319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"/>
              <a:tabLst>
                <a:tab pos="176530" algn="l"/>
              </a:tabLst>
            </a:pPr>
            <a:r>
              <a:rPr sz="2800" b="1" spc="-85" dirty="0">
                <a:latin typeface="Arial"/>
                <a:cs typeface="Arial"/>
              </a:rPr>
              <a:t>Aesthetic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Reading</a:t>
            </a:r>
            <a:endParaRPr sz="2800">
              <a:latin typeface="Arial"/>
              <a:cs typeface="Arial"/>
            </a:endParaRPr>
          </a:p>
          <a:p>
            <a:pPr marL="469900" marR="1324610">
              <a:lnSpc>
                <a:spcPct val="100000"/>
              </a:lnSpc>
              <a:spcBef>
                <a:spcPts val="5"/>
              </a:spcBef>
            </a:pPr>
            <a:r>
              <a:rPr sz="2800" b="1" spc="-30" dirty="0">
                <a:latin typeface="Arial"/>
                <a:cs typeface="Arial"/>
              </a:rPr>
              <a:t>-Reading </a:t>
            </a:r>
            <a:r>
              <a:rPr sz="2800" b="1" spc="35" dirty="0">
                <a:latin typeface="Arial"/>
                <a:cs typeface="Arial"/>
              </a:rPr>
              <a:t>for  </a:t>
            </a:r>
            <a:r>
              <a:rPr sz="2800" b="1" spc="-5" dirty="0">
                <a:latin typeface="Arial"/>
                <a:cs typeface="Arial"/>
              </a:rPr>
              <a:t>enjoyment</a:t>
            </a:r>
            <a:endParaRPr sz="2800">
              <a:latin typeface="Arial"/>
              <a:cs typeface="Arial"/>
            </a:endParaRPr>
          </a:p>
          <a:p>
            <a:pPr marL="175895" indent="-163195">
              <a:lnSpc>
                <a:spcPct val="100000"/>
              </a:lnSpc>
              <a:buSzPct val="96428"/>
              <a:buFont typeface="Wingdings"/>
              <a:buChar char=""/>
              <a:tabLst>
                <a:tab pos="176530" algn="l"/>
              </a:tabLst>
            </a:pPr>
            <a:r>
              <a:rPr sz="2800" b="1" spc="-50" dirty="0">
                <a:latin typeface="Arial"/>
                <a:cs typeface="Arial"/>
              </a:rPr>
              <a:t>Efferent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Reading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800" b="1" spc="-155" dirty="0">
                <a:latin typeface="Arial"/>
                <a:cs typeface="Arial"/>
              </a:rPr>
              <a:t>-To </a:t>
            </a:r>
            <a:r>
              <a:rPr sz="2800" b="1" spc="20" dirty="0">
                <a:latin typeface="Arial"/>
                <a:cs typeface="Arial"/>
              </a:rPr>
              <a:t>gain</a:t>
            </a:r>
            <a:r>
              <a:rPr sz="2800" b="1" spc="100" dirty="0">
                <a:latin typeface="Arial"/>
                <a:cs typeface="Arial"/>
              </a:rPr>
              <a:t> </a:t>
            </a:r>
            <a:r>
              <a:rPr sz="2800" b="1" spc="5" dirty="0">
                <a:latin typeface="Arial"/>
                <a:cs typeface="Arial"/>
              </a:rPr>
              <a:t>information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520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133600" y="220487"/>
            <a:ext cx="105156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498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There </a:t>
            </a:r>
            <a:r>
              <a:rPr spc="70" dirty="0"/>
              <a:t>are </a:t>
            </a:r>
            <a:r>
              <a:rPr spc="-285" dirty="0"/>
              <a:t>5 </a:t>
            </a:r>
            <a:r>
              <a:rPr spc="-45" dirty="0"/>
              <a:t>stages </a:t>
            </a:r>
            <a:r>
              <a:rPr spc="-30" dirty="0"/>
              <a:t>in </a:t>
            </a:r>
            <a:r>
              <a:rPr spc="-10" dirty="0"/>
              <a:t>the </a:t>
            </a:r>
            <a:r>
              <a:rPr spc="25" dirty="0"/>
              <a:t>reading</a:t>
            </a:r>
            <a:r>
              <a:rPr spc="-75" dirty="0"/>
              <a:t> </a:t>
            </a:r>
            <a:r>
              <a:rPr spc="-90" dirty="0"/>
              <a:t>process:</a:t>
            </a:r>
          </a:p>
        </p:txBody>
      </p:sp>
      <p:sp>
        <p:nvSpPr>
          <p:cNvPr id="3" name="object 3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62528" y="2095500"/>
            <a:ext cx="5134356" cy="123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5961" y="21343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5132" y="1560575"/>
            <a:ext cx="3108960" cy="306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21961" y="1597405"/>
            <a:ext cx="3035808" cy="2322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92750" y="1766442"/>
            <a:ext cx="67183" cy="707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92750" y="1653158"/>
            <a:ext cx="67183" cy="706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60006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4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71461" y="16371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3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5667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8" y="21843"/>
                </a:lnTo>
                <a:lnTo>
                  <a:pt x="56134" y="16763"/>
                </a:lnTo>
                <a:lnTo>
                  <a:pt x="53340" y="11684"/>
                </a:lnTo>
                <a:lnTo>
                  <a:pt x="49911" y="7874"/>
                </a:lnTo>
                <a:lnTo>
                  <a:pt x="45847" y="5461"/>
                </a:lnTo>
                <a:lnTo>
                  <a:pt x="41783" y="3048"/>
                </a:lnTo>
                <a:lnTo>
                  <a:pt x="37592" y="1524"/>
                </a:lnTo>
                <a:lnTo>
                  <a:pt x="33147" y="888"/>
                </a:lnTo>
                <a:lnTo>
                  <a:pt x="28702" y="253"/>
                </a:lnTo>
                <a:lnTo>
                  <a:pt x="24130" y="0"/>
                </a:lnTo>
                <a:lnTo>
                  <a:pt x="1930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947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88023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3" y="4064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60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14644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4" y="5969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59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6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25995" y="16013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20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4" y="197485"/>
                </a:lnTo>
                <a:lnTo>
                  <a:pt x="118618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194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7" y="381"/>
                </a:lnTo>
                <a:lnTo>
                  <a:pt x="128397" y="889"/>
                </a:lnTo>
                <a:lnTo>
                  <a:pt x="129158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6" y="14605"/>
                </a:lnTo>
                <a:lnTo>
                  <a:pt x="132206" y="18034"/>
                </a:lnTo>
                <a:lnTo>
                  <a:pt x="132206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8" y="34162"/>
                </a:lnTo>
                <a:lnTo>
                  <a:pt x="128397" y="34798"/>
                </a:lnTo>
                <a:lnTo>
                  <a:pt x="127507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3" y="90551"/>
                </a:lnTo>
                <a:lnTo>
                  <a:pt x="114300" y="90551"/>
                </a:lnTo>
                <a:lnTo>
                  <a:pt x="119633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3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3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0" y="188722"/>
                </a:lnTo>
                <a:lnTo>
                  <a:pt x="128270" y="188976"/>
                </a:lnTo>
                <a:lnTo>
                  <a:pt x="129158" y="189611"/>
                </a:lnTo>
                <a:lnTo>
                  <a:pt x="130048" y="190246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8" y="223393"/>
                </a:lnTo>
                <a:lnTo>
                  <a:pt x="128270" y="224028"/>
                </a:lnTo>
                <a:lnTo>
                  <a:pt x="127380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4230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8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3" y="381"/>
                </a:lnTo>
                <a:lnTo>
                  <a:pt x="90043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2" y="4699"/>
                </a:lnTo>
                <a:lnTo>
                  <a:pt x="121031" y="7874"/>
                </a:lnTo>
                <a:lnTo>
                  <a:pt x="128270" y="10922"/>
                </a:lnTo>
                <a:lnTo>
                  <a:pt x="134366" y="14986"/>
                </a:lnTo>
                <a:lnTo>
                  <a:pt x="139319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3" y="44831"/>
                </a:lnTo>
                <a:lnTo>
                  <a:pt x="154940" y="52705"/>
                </a:lnTo>
                <a:lnTo>
                  <a:pt x="154940" y="61595"/>
                </a:lnTo>
                <a:lnTo>
                  <a:pt x="154940" y="69087"/>
                </a:lnTo>
                <a:lnTo>
                  <a:pt x="143637" y="98679"/>
                </a:lnTo>
                <a:lnTo>
                  <a:pt x="139954" y="103505"/>
                </a:lnTo>
                <a:lnTo>
                  <a:pt x="111379" y="120015"/>
                </a:lnTo>
                <a:lnTo>
                  <a:pt x="114681" y="121666"/>
                </a:lnTo>
                <a:lnTo>
                  <a:pt x="117856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6" y="159893"/>
                </a:lnTo>
                <a:lnTo>
                  <a:pt x="162179" y="204089"/>
                </a:lnTo>
                <a:lnTo>
                  <a:pt x="163957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3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40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40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2" y="167767"/>
                </a:lnTo>
                <a:lnTo>
                  <a:pt x="94869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817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6856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9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4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4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9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6892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121030" y="7874"/>
                </a:lnTo>
                <a:lnTo>
                  <a:pt x="128270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47320" y="93853"/>
                </a:lnTo>
                <a:lnTo>
                  <a:pt x="143637" y="98679"/>
                </a:lnTo>
                <a:lnTo>
                  <a:pt x="139953" y="103505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943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79947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6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7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69" y="59055"/>
                </a:lnTo>
                <a:lnTo>
                  <a:pt x="153669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19" y="146558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490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52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776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44511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6" y="380"/>
                </a:lnTo>
                <a:lnTo>
                  <a:pt x="177673" y="762"/>
                </a:lnTo>
                <a:lnTo>
                  <a:pt x="179705" y="1142"/>
                </a:lnTo>
                <a:lnTo>
                  <a:pt x="181102" y="1904"/>
                </a:lnTo>
                <a:lnTo>
                  <a:pt x="182626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3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3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1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1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9" y="202691"/>
                </a:lnTo>
                <a:lnTo>
                  <a:pt x="114808" y="196976"/>
                </a:lnTo>
                <a:lnTo>
                  <a:pt x="59055" y="92075"/>
                </a:lnTo>
                <a:lnTo>
                  <a:pt x="55753" y="85851"/>
                </a:lnTo>
                <a:lnTo>
                  <a:pt x="52451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1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6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1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1" y="7492"/>
                </a:lnTo>
                <a:lnTo>
                  <a:pt x="4826" y="4699"/>
                </a:lnTo>
                <a:lnTo>
                  <a:pt x="8001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73279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80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50023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5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2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90918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0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6628" y="218312"/>
                </a:lnTo>
                <a:lnTo>
                  <a:pt x="207009" y="220725"/>
                </a:lnTo>
                <a:lnTo>
                  <a:pt x="206501" y="222503"/>
                </a:lnTo>
                <a:lnTo>
                  <a:pt x="205231" y="223774"/>
                </a:lnTo>
                <a:lnTo>
                  <a:pt x="203961" y="225044"/>
                </a:lnTo>
                <a:lnTo>
                  <a:pt x="201675" y="225806"/>
                </a:lnTo>
                <a:lnTo>
                  <a:pt x="198500" y="226060"/>
                </a:lnTo>
                <a:lnTo>
                  <a:pt x="195199" y="226313"/>
                </a:lnTo>
                <a:lnTo>
                  <a:pt x="190753" y="226440"/>
                </a:lnTo>
                <a:lnTo>
                  <a:pt x="185165" y="226440"/>
                </a:lnTo>
                <a:lnTo>
                  <a:pt x="179197" y="226440"/>
                </a:lnTo>
                <a:lnTo>
                  <a:pt x="174625" y="226440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2" y="174244"/>
                </a:lnTo>
                <a:lnTo>
                  <a:pt x="59054" y="174244"/>
                </a:lnTo>
                <a:lnTo>
                  <a:pt x="44830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5" y="225933"/>
                </a:lnTo>
                <a:lnTo>
                  <a:pt x="32257" y="226060"/>
                </a:lnTo>
                <a:lnTo>
                  <a:pt x="29209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5" y="226440"/>
                </a:lnTo>
                <a:lnTo>
                  <a:pt x="1524" y="223393"/>
                </a:lnTo>
                <a:lnTo>
                  <a:pt x="380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4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5" y="9017"/>
                </a:lnTo>
                <a:lnTo>
                  <a:pt x="72771" y="7112"/>
                </a:lnTo>
                <a:lnTo>
                  <a:pt x="73659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1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1" y="126"/>
                </a:lnTo>
                <a:lnTo>
                  <a:pt x="95630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10885" y="1590675"/>
            <a:ext cx="156337" cy="2442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66000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84023" y="101600"/>
                </a:lnTo>
                <a:lnTo>
                  <a:pt x="185420" y="102234"/>
                </a:lnTo>
                <a:lnTo>
                  <a:pt x="186690" y="103124"/>
                </a:lnTo>
                <a:lnTo>
                  <a:pt x="187832" y="104393"/>
                </a:lnTo>
                <a:lnTo>
                  <a:pt x="188975" y="105663"/>
                </a:lnTo>
                <a:lnTo>
                  <a:pt x="189738" y="107187"/>
                </a:lnTo>
                <a:lnTo>
                  <a:pt x="190373" y="108965"/>
                </a:lnTo>
                <a:lnTo>
                  <a:pt x="190880" y="110870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04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219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077961" y="1524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77961" y="1524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1000" y="4191000"/>
            <a:ext cx="2514600" cy="17434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053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62528" y="20193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961" y="20581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70628" y="2516251"/>
            <a:ext cx="36995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010">
              <a:lnSpc>
                <a:spcPct val="100000"/>
              </a:lnSpc>
              <a:spcBef>
                <a:spcPts val="100"/>
              </a:spcBef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-5" dirty="0">
                <a:latin typeface="Arial"/>
                <a:cs typeface="Arial"/>
              </a:rPr>
              <a:t>Activate/build  background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50" dirty="0">
                <a:latin typeface="Arial"/>
                <a:cs typeface="Arial"/>
              </a:rPr>
              <a:t>knowledge</a:t>
            </a:r>
            <a:endParaRPr sz="2400">
              <a:latin typeface="Arial"/>
              <a:cs typeface="Arial"/>
            </a:endParaRPr>
          </a:p>
          <a:p>
            <a:pPr marL="120014" indent="-107314">
              <a:lnSpc>
                <a:spcPct val="100000"/>
              </a:lnSpc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-75" dirty="0">
                <a:latin typeface="Arial"/>
                <a:cs typeface="Arial"/>
              </a:rPr>
              <a:t>Set </a:t>
            </a:r>
            <a:r>
              <a:rPr sz="2400" b="1" spc="-55" dirty="0">
                <a:latin typeface="Arial"/>
                <a:cs typeface="Arial"/>
              </a:rPr>
              <a:t>purposes </a:t>
            </a:r>
            <a:r>
              <a:rPr sz="2400" b="1" spc="35" dirty="0">
                <a:latin typeface="Arial"/>
                <a:cs typeface="Arial"/>
              </a:rPr>
              <a:t>for</a:t>
            </a:r>
            <a:r>
              <a:rPr sz="2400" b="1" spc="70" dirty="0">
                <a:latin typeface="Arial"/>
                <a:cs typeface="Arial"/>
              </a:rPr>
              <a:t> </a:t>
            </a:r>
            <a:r>
              <a:rPr sz="2400" b="1" spc="20" dirty="0">
                <a:latin typeface="Arial"/>
                <a:cs typeface="Arial"/>
              </a:rPr>
              <a:t>reading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40" dirty="0">
                <a:latin typeface="Arial"/>
                <a:cs typeface="Arial"/>
              </a:rPr>
              <a:t>Preview </a:t>
            </a:r>
            <a:r>
              <a:rPr sz="2400" b="1" spc="-10" dirty="0">
                <a:latin typeface="Arial"/>
                <a:cs typeface="Arial"/>
              </a:rPr>
              <a:t>the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60" dirty="0">
                <a:latin typeface="Arial"/>
                <a:cs typeface="Arial"/>
              </a:rPr>
              <a:t>text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13988" y="4788408"/>
            <a:ext cx="1552956" cy="4008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26152" y="4788408"/>
            <a:ext cx="783336" cy="4008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68696" y="4788408"/>
            <a:ext cx="573024" cy="4008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813175" y="4822012"/>
            <a:ext cx="21742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85" dirty="0">
                <a:latin typeface="Trebuchet MS"/>
                <a:cs typeface="Trebuchet MS"/>
              </a:rPr>
              <a:t>(Tompkins, </a:t>
            </a:r>
            <a:r>
              <a:rPr sz="1400" spc="-114" dirty="0">
                <a:latin typeface="Trebuchet MS"/>
                <a:cs typeface="Trebuchet MS"/>
              </a:rPr>
              <a:t>G.E. </a:t>
            </a:r>
            <a:r>
              <a:rPr sz="1400" spc="-30" dirty="0">
                <a:latin typeface="Trebuchet MS"/>
                <a:cs typeface="Trebuchet MS"/>
              </a:rPr>
              <a:t>&amp; </a:t>
            </a:r>
            <a:r>
              <a:rPr sz="1400" spc="-90" dirty="0">
                <a:latin typeface="Trebuchet MS"/>
                <a:cs typeface="Trebuchet MS"/>
              </a:rPr>
              <a:t>Hoffner,</a:t>
            </a:r>
            <a:r>
              <a:rPr sz="1400" spc="-270" dirty="0">
                <a:latin typeface="Trebuchet MS"/>
                <a:cs typeface="Trebuchet MS"/>
              </a:rPr>
              <a:t> </a:t>
            </a:r>
            <a:r>
              <a:rPr sz="1400" spc="-100" dirty="0">
                <a:latin typeface="Trebuchet MS"/>
                <a:cs typeface="Trebuchet MS"/>
              </a:rPr>
              <a:t>H.)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85132" y="1560575"/>
            <a:ext cx="3108960" cy="3063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21961" y="1597405"/>
            <a:ext cx="3035808" cy="2322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92750" y="1766442"/>
            <a:ext cx="67183" cy="707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92750" y="1653158"/>
            <a:ext cx="67183" cy="706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60006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4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71461" y="16371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3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25667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8" y="21843"/>
                </a:lnTo>
                <a:lnTo>
                  <a:pt x="56134" y="16763"/>
                </a:lnTo>
                <a:lnTo>
                  <a:pt x="53340" y="11684"/>
                </a:lnTo>
                <a:lnTo>
                  <a:pt x="49911" y="7874"/>
                </a:lnTo>
                <a:lnTo>
                  <a:pt x="45847" y="5461"/>
                </a:lnTo>
                <a:lnTo>
                  <a:pt x="41783" y="3048"/>
                </a:lnTo>
                <a:lnTo>
                  <a:pt x="37592" y="1524"/>
                </a:lnTo>
                <a:lnTo>
                  <a:pt x="33147" y="888"/>
                </a:lnTo>
                <a:lnTo>
                  <a:pt x="28702" y="253"/>
                </a:lnTo>
                <a:lnTo>
                  <a:pt x="24130" y="0"/>
                </a:lnTo>
                <a:lnTo>
                  <a:pt x="1930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947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88023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3" y="4064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60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14644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4" y="5969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59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6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25995" y="16013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20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4" y="197485"/>
                </a:lnTo>
                <a:lnTo>
                  <a:pt x="118618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4194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7" y="381"/>
                </a:lnTo>
                <a:lnTo>
                  <a:pt x="128397" y="889"/>
                </a:lnTo>
                <a:lnTo>
                  <a:pt x="129158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6" y="14605"/>
                </a:lnTo>
                <a:lnTo>
                  <a:pt x="132206" y="18034"/>
                </a:lnTo>
                <a:lnTo>
                  <a:pt x="132206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8" y="34162"/>
                </a:lnTo>
                <a:lnTo>
                  <a:pt x="128397" y="34798"/>
                </a:lnTo>
                <a:lnTo>
                  <a:pt x="127507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3" y="90551"/>
                </a:lnTo>
                <a:lnTo>
                  <a:pt x="114300" y="90551"/>
                </a:lnTo>
                <a:lnTo>
                  <a:pt x="119633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3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3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0" y="188722"/>
                </a:lnTo>
                <a:lnTo>
                  <a:pt x="128270" y="188976"/>
                </a:lnTo>
                <a:lnTo>
                  <a:pt x="129158" y="189611"/>
                </a:lnTo>
                <a:lnTo>
                  <a:pt x="130048" y="190246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8" y="223393"/>
                </a:lnTo>
                <a:lnTo>
                  <a:pt x="128270" y="224028"/>
                </a:lnTo>
                <a:lnTo>
                  <a:pt x="127380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4230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8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3" y="381"/>
                </a:lnTo>
                <a:lnTo>
                  <a:pt x="90043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2" y="4699"/>
                </a:lnTo>
                <a:lnTo>
                  <a:pt x="121031" y="7874"/>
                </a:lnTo>
                <a:lnTo>
                  <a:pt x="128270" y="10922"/>
                </a:lnTo>
                <a:lnTo>
                  <a:pt x="134366" y="14986"/>
                </a:lnTo>
                <a:lnTo>
                  <a:pt x="139319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3" y="44831"/>
                </a:lnTo>
                <a:lnTo>
                  <a:pt x="154940" y="52705"/>
                </a:lnTo>
                <a:lnTo>
                  <a:pt x="154940" y="61595"/>
                </a:lnTo>
                <a:lnTo>
                  <a:pt x="154940" y="69087"/>
                </a:lnTo>
                <a:lnTo>
                  <a:pt x="143637" y="98679"/>
                </a:lnTo>
                <a:lnTo>
                  <a:pt x="139954" y="103505"/>
                </a:lnTo>
                <a:lnTo>
                  <a:pt x="111379" y="120015"/>
                </a:lnTo>
                <a:lnTo>
                  <a:pt x="114681" y="121666"/>
                </a:lnTo>
                <a:lnTo>
                  <a:pt x="117856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6" y="159893"/>
                </a:lnTo>
                <a:lnTo>
                  <a:pt x="162179" y="204089"/>
                </a:lnTo>
                <a:lnTo>
                  <a:pt x="163957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3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40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40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2" y="167767"/>
                </a:lnTo>
                <a:lnTo>
                  <a:pt x="94869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817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6856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9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4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4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9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6892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121030" y="7874"/>
                </a:lnTo>
                <a:lnTo>
                  <a:pt x="128270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47320" y="93853"/>
                </a:lnTo>
                <a:lnTo>
                  <a:pt x="143637" y="98679"/>
                </a:lnTo>
                <a:lnTo>
                  <a:pt x="139953" y="103505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943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79947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6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7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69" y="59055"/>
                </a:lnTo>
                <a:lnTo>
                  <a:pt x="153669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19" y="146558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490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8752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776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144511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6" y="380"/>
                </a:lnTo>
                <a:lnTo>
                  <a:pt x="177673" y="762"/>
                </a:lnTo>
                <a:lnTo>
                  <a:pt x="179705" y="1142"/>
                </a:lnTo>
                <a:lnTo>
                  <a:pt x="181102" y="1904"/>
                </a:lnTo>
                <a:lnTo>
                  <a:pt x="182626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3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3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1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1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9" y="202691"/>
                </a:lnTo>
                <a:lnTo>
                  <a:pt x="114808" y="196976"/>
                </a:lnTo>
                <a:lnTo>
                  <a:pt x="59055" y="92075"/>
                </a:lnTo>
                <a:lnTo>
                  <a:pt x="55753" y="85851"/>
                </a:lnTo>
                <a:lnTo>
                  <a:pt x="52451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1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6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1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1" y="7492"/>
                </a:lnTo>
                <a:lnTo>
                  <a:pt x="4826" y="4699"/>
                </a:lnTo>
                <a:lnTo>
                  <a:pt x="8001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73279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80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50023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5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2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90918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0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6628" y="218312"/>
                </a:lnTo>
                <a:lnTo>
                  <a:pt x="207009" y="220725"/>
                </a:lnTo>
                <a:lnTo>
                  <a:pt x="206501" y="222503"/>
                </a:lnTo>
                <a:lnTo>
                  <a:pt x="205231" y="223774"/>
                </a:lnTo>
                <a:lnTo>
                  <a:pt x="203961" y="225044"/>
                </a:lnTo>
                <a:lnTo>
                  <a:pt x="201675" y="225806"/>
                </a:lnTo>
                <a:lnTo>
                  <a:pt x="198500" y="226060"/>
                </a:lnTo>
                <a:lnTo>
                  <a:pt x="195199" y="226313"/>
                </a:lnTo>
                <a:lnTo>
                  <a:pt x="190753" y="226440"/>
                </a:lnTo>
                <a:lnTo>
                  <a:pt x="185165" y="226440"/>
                </a:lnTo>
                <a:lnTo>
                  <a:pt x="179197" y="226440"/>
                </a:lnTo>
                <a:lnTo>
                  <a:pt x="174625" y="226440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2" y="174244"/>
                </a:lnTo>
                <a:lnTo>
                  <a:pt x="59054" y="174244"/>
                </a:lnTo>
                <a:lnTo>
                  <a:pt x="44830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5" y="225933"/>
                </a:lnTo>
                <a:lnTo>
                  <a:pt x="32257" y="226060"/>
                </a:lnTo>
                <a:lnTo>
                  <a:pt x="29209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5" y="226440"/>
                </a:lnTo>
                <a:lnTo>
                  <a:pt x="1524" y="223393"/>
                </a:lnTo>
                <a:lnTo>
                  <a:pt x="380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4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5" y="9017"/>
                </a:lnTo>
                <a:lnTo>
                  <a:pt x="72771" y="7112"/>
                </a:lnTo>
                <a:lnTo>
                  <a:pt x="73659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1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1" y="126"/>
                </a:lnTo>
                <a:lnTo>
                  <a:pt x="95630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310885" y="1590675"/>
            <a:ext cx="156337" cy="24422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366000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84023" y="101600"/>
                </a:lnTo>
                <a:lnTo>
                  <a:pt x="185420" y="102234"/>
                </a:lnTo>
                <a:lnTo>
                  <a:pt x="186690" y="103124"/>
                </a:lnTo>
                <a:lnTo>
                  <a:pt x="187832" y="104393"/>
                </a:lnTo>
                <a:lnTo>
                  <a:pt x="188975" y="105663"/>
                </a:lnTo>
                <a:lnTo>
                  <a:pt x="189738" y="107187"/>
                </a:lnTo>
                <a:lnTo>
                  <a:pt x="190373" y="108965"/>
                </a:lnTo>
                <a:lnTo>
                  <a:pt x="190880" y="110870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04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219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154161" y="1524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154161" y="1524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1000" y="4191000"/>
            <a:ext cx="2514600" cy="17434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399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62528" y="20955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961" y="21343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75659" y="579119"/>
            <a:ext cx="4764024" cy="5135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08375" y="618490"/>
            <a:ext cx="4479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" dirty="0">
                <a:latin typeface="Arial"/>
                <a:cs typeface="Arial"/>
              </a:rPr>
              <a:t>There </a:t>
            </a:r>
            <a:r>
              <a:rPr sz="1800" b="1" spc="55" dirty="0">
                <a:latin typeface="Arial"/>
                <a:cs typeface="Arial"/>
              </a:rPr>
              <a:t>are </a:t>
            </a:r>
            <a:r>
              <a:rPr sz="1800" b="1" spc="-254" dirty="0">
                <a:latin typeface="Arial"/>
                <a:cs typeface="Arial"/>
              </a:rPr>
              <a:t>5 </a:t>
            </a:r>
            <a:r>
              <a:rPr sz="1800" b="1" spc="-45" dirty="0">
                <a:latin typeface="Arial"/>
                <a:cs typeface="Arial"/>
              </a:rPr>
              <a:t>stages </a:t>
            </a:r>
            <a:r>
              <a:rPr sz="1800" b="1" spc="-35" dirty="0">
                <a:latin typeface="Arial"/>
                <a:cs typeface="Arial"/>
              </a:rPr>
              <a:t>in </a:t>
            </a:r>
            <a:r>
              <a:rPr sz="1800" b="1" spc="-10" dirty="0">
                <a:latin typeface="Arial"/>
                <a:cs typeface="Arial"/>
              </a:rPr>
              <a:t>the </a:t>
            </a:r>
            <a:r>
              <a:rPr sz="1800" b="1" spc="15" dirty="0">
                <a:latin typeface="Arial"/>
                <a:cs typeface="Arial"/>
              </a:rPr>
              <a:t>reading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spc="-80" dirty="0">
                <a:latin typeface="Arial"/>
                <a:cs typeface="Arial"/>
              </a:rPr>
              <a:t>process: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85132" y="1560575"/>
            <a:ext cx="3108960" cy="3063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21961" y="1597405"/>
            <a:ext cx="3035808" cy="2322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92750" y="1766442"/>
            <a:ext cx="67183" cy="707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92750" y="1653158"/>
            <a:ext cx="67183" cy="706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60006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4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71461" y="16371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3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25667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8" y="21843"/>
                </a:lnTo>
                <a:lnTo>
                  <a:pt x="56134" y="16763"/>
                </a:lnTo>
                <a:lnTo>
                  <a:pt x="53340" y="11684"/>
                </a:lnTo>
                <a:lnTo>
                  <a:pt x="49911" y="7874"/>
                </a:lnTo>
                <a:lnTo>
                  <a:pt x="45847" y="5461"/>
                </a:lnTo>
                <a:lnTo>
                  <a:pt x="41783" y="3048"/>
                </a:lnTo>
                <a:lnTo>
                  <a:pt x="37592" y="1524"/>
                </a:lnTo>
                <a:lnTo>
                  <a:pt x="33147" y="888"/>
                </a:lnTo>
                <a:lnTo>
                  <a:pt x="28702" y="253"/>
                </a:lnTo>
                <a:lnTo>
                  <a:pt x="24130" y="0"/>
                </a:lnTo>
                <a:lnTo>
                  <a:pt x="1930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947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288023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3" y="4064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60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14644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4" y="5969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59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6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25995" y="16013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20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4" y="197485"/>
                </a:lnTo>
                <a:lnTo>
                  <a:pt x="118618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4194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7" y="381"/>
                </a:lnTo>
                <a:lnTo>
                  <a:pt x="128397" y="889"/>
                </a:lnTo>
                <a:lnTo>
                  <a:pt x="129158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6" y="14605"/>
                </a:lnTo>
                <a:lnTo>
                  <a:pt x="132206" y="18034"/>
                </a:lnTo>
                <a:lnTo>
                  <a:pt x="132206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8" y="34162"/>
                </a:lnTo>
                <a:lnTo>
                  <a:pt x="128397" y="34798"/>
                </a:lnTo>
                <a:lnTo>
                  <a:pt x="127507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3" y="90551"/>
                </a:lnTo>
                <a:lnTo>
                  <a:pt x="114300" y="90551"/>
                </a:lnTo>
                <a:lnTo>
                  <a:pt x="119633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3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3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0" y="188722"/>
                </a:lnTo>
                <a:lnTo>
                  <a:pt x="128270" y="188976"/>
                </a:lnTo>
                <a:lnTo>
                  <a:pt x="129158" y="189611"/>
                </a:lnTo>
                <a:lnTo>
                  <a:pt x="130048" y="190246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8" y="223393"/>
                </a:lnTo>
                <a:lnTo>
                  <a:pt x="128270" y="224028"/>
                </a:lnTo>
                <a:lnTo>
                  <a:pt x="127380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4230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8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3" y="381"/>
                </a:lnTo>
                <a:lnTo>
                  <a:pt x="90043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2" y="4699"/>
                </a:lnTo>
                <a:lnTo>
                  <a:pt x="121031" y="7874"/>
                </a:lnTo>
                <a:lnTo>
                  <a:pt x="128270" y="10922"/>
                </a:lnTo>
                <a:lnTo>
                  <a:pt x="134366" y="14986"/>
                </a:lnTo>
                <a:lnTo>
                  <a:pt x="139319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3" y="44831"/>
                </a:lnTo>
                <a:lnTo>
                  <a:pt x="154940" y="52705"/>
                </a:lnTo>
                <a:lnTo>
                  <a:pt x="154940" y="61595"/>
                </a:lnTo>
                <a:lnTo>
                  <a:pt x="154940" y="69087"/>
                </a:lnTo>
                <a:lnTo>
                  <a:pt x="143637" y="98679"/>
                </a:lnTo>
                <a:lnTo>
                  <a:pt x="139954" y="103505"/>
                </a:lnTo>
                <a:lnTo>
                  <a:pt x="111379" y="120015"/>
                </a:lnTo>
                <a:lnTo>
                  <a:pt x="114681" y="121666"/>
                </a:lnTo>
                <a:lnTo>
                  <a:pt x="117856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6" y="159893"/>
                </a:lnTo>
                <a:lnTo>
                  <a:pt x="162179" y="204089"/>
                </a:lnTo>
                <a:lnTo>
                  <a:pt x="163957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3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40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40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2" y="167767"/>
                </a:lnTo>
                <a:lnTo>
                  <a:pt x="94869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817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6856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9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4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4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9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86892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121030" y="7874"/>
                </a:lnTo>
                <a:lnTo>
                  <a:pt x="128270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47320" y="93853"/>
                </a:lnTo>
                <a:lnTo>
                  <a:pt x="143637" y="98679"/>
                </a:lnTo>
                <a:lnTo>
                  <a:pt x="139953" y="103505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943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79947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6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7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69" y="59055"/>
                </a:lnTo>
                <a:lnTo>
                  <a:pt x="153669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19" y="146558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0490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8752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776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44511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6" y="380"/>
                </a:lnTo>
                <a:lnTo>
                  <a:pt x="177673" y="762"/>
                </a:lnTo>
                <a:lnTo>
                  <a:pt x="179705" y="1142"/>
                </a:lnTo>
                <a:lnTo>
                  <a:pt x="181102" y="1904"/>
                </a:lnTo>
                <a:lnTo>
                  <a:pt x="182626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3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3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1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1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9" y="202691"/>
                </a:lnTo>
                <a:lnTo>
                  <a:pt x="114808" y="196976"/>
                </a:lnTo>
                <a:lnTo>
                  <a:pt x="59055" y="92075"/>
                </a:lnTo>
                <a:lnTo>
                  <a:pt x="55753" y="85851"/>
                </a:lnTo>
                <a:lnTo>
                  <a:pt x="52451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1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6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1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1" y="7492"/>
                </a:lnTo>
                <a:lnTo>
                  <a:pt x="4826" y="4699"/>
                </a:lnTo>
                <a:lnTo>
                  <a:pt x="8001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73279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80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50023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5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2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90918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0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6628" y="218312"/>
                </a:lnTo>
                <a:lnTo>
                  <a:pt x="207009" y="220725"/>
                </a:lnTo>
                <a:lnTo>
                  <a:pt x="206501" y="222503"/>
                </a:lnTo>
                <a:lnTo>
                  <a:pt x="205231" y="223774"/>
                </a:lnTo>
                <a:lnTo>
                  <a:pt x="203961" y="225044"/>
                </a:lnTo>
                <a:lnTo>
                  <a:pt x="201675" y="225806"/>
                </a:lnTo>
                <a:lnTo>
                  <a:pt x="198500" y="226060"/>
                </a:lnTo>
                <a:lnTo>
                  <a:pt x="195199" y="226313"/>
                </a:lnTo>
                <a:lnTo>
                  <a:pt x="190753" y="226440"/>
                </a:lnTo>
                <a:lnTo>
                  <a:pt x="185165" y="226440"/>
                </a:lnTo>
                <a:lnTo>
                  <a:pt x="179197" y="226440"/>
                </a:lnTo>
                <a:lnTo>
                  <a:pt x="174625" y="226440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2" y="174244"/>
                </a:lnTo>
                <a:lnTo>
                  <a:pt x="59054" y="174244"/>
                </a:lnTo>
                <a:lnTo>
                  <a:pt x="44830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5" y="225933"/>
                </a:lnTo>
                <a:lnTo>
                  <a:pt x="32257" y="226060"/>
                </a:lnTo>
                <a:lnTo>
                  <a:pt x="29209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5" y="226440"/>
                </a:lnTo>
                <a:lnTo>
                  <a:pt x="1524" y="223393"/>
                </a:lnTo>
                <a:lnTo>
                  <a:pt x="380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4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5" y="9017"/>
                </a:lnTo>
                <a:lnTo>
                  <a:pt x="72771" y="7112"/>
                </a:lnTo>
                <a:lnTo>
                  <a:pt x="73659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1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1" y="126"/>
                </a:lnTo>
                <a:lnTo>
                  <a:pt x="95630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10885" y="1590675"/>
            <a:ext cx="156337" cy="24422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66000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84023" y="101600"/>
                </a:lnTo>
                <a:lnTo>
                  <a:pt x="185420" y="102234"/>
                </a:lnTo>
                <a:lnTo>
                  <a:pt x="186690" y="103124"/>
                </a:lnTo>
                <a:lnTo>
                  <a:pt x="187832" y="104393"/>
                </a:lnTo>
                <a:lnTo>
                  <a:pt x="188975" y="105663"/>
                </a:lnTo>
                <a:lnTo>
                  <a:pt x="189738" y="107187"/>
                </a:lnTo>
                <a:lnTo>
                  <a:pt x="190373" y="108965"/>
                </a:lnTo>
                <a:lnTo>
                  <a:pt x="190880" y="110870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04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5219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54161" y="12961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54161" y="12961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462528" y="29337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05961" y="29725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89932" y="2398776"/>
            <a:ext cx="2546604" cy="30632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826761" y="2435605"/>
            <a:ext cx="2473452" cy="23228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97550" y="2604642"/>
            <a:ext cx="67183" cy="7073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797550" y="2491358"/>
            <a:ext cx="67183" cy="706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402451" y="24824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5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13906" y="24753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2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399532" y="24748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030467" y="24744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4" y="63627"/>
                </a:lnTo>
                <a:lnTo>
                  <a:pt x="29591" y="63627"/>
                </a:lnTo>
                <a:lnTo>
                  <a:pt x="35306" y="62865"/>
                </a:lnTo>
                <a:lnTo>
                  <a:pt x="40132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4" y="40640"/>
                </a:lnTo>
                <a:lnTo>
                  <a:pt x="61976" y="36195"/>
                </a:lnTo>
                <a:lnTo>
                  <a:pt x="61976" y="31369"/>
                </a:lnTo>
                <a:lnTo>
                  <a:pt x="61976" y="24003"/>
                </a:lnTo>
                <a:lnTo>
                  <a:pt x="40512" y="1905"/>
                </a:lnTo>
                <a:lnTo>
                  <a:pt x="38227" y="1270"/>
                </a:lnTo>
                <a:lnTo>
                  <a:pt x="35560" y="889"/>
                </a:lnTo>
                <a:lnTo>
                  <a:pt x="32639" y="508"/>
                </a:lnTo>
                <a:lnTo>
                  <a:pt x="29718" y="127"/>
                </a:lnTo>
                <a:lnTo>
                  <a:pt x="25654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568440" y="24395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19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3" y="197485"/>
                </a:lnTo>
                <a:lnTo>
                  <a:pt x="118617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6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6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184391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984747" y="24395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2" y="381"/>
                </a:lnTo>
                <a:lnTo>
                  <a:pt x="90042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1" y="4699"/>
                </a:lnTo>
                <a:lnTo>
                  <a:pt x="121030" y="7874"/>
                </a:lnTo>
                <a:lnTo>
                  <a:pt x="128269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18363" y="117856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7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2" y="156972"/>
                </a:lnTo>
                <a:lnTo>
                  <a:pt x="90169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69" y="132715"/>
                </a:lnTo>
                <a:lnTo>
                  <a:pt x="59943" y="132715"/>
                </a:lnTo>
                <a:lnTo>
                  <a:pt x="45719" y="132715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353811" y="24395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180076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82464" y="24395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86956" y="2438907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8" y="202691"/>
                </a:lnTo>
                <a:lnTo>
                  <a:pt x="114808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0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4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792468" y="2438526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4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2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4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1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2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333363" y="2438526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1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7010" y="220725"/>
                </a:lnTo>
                <a:lnTo>
                  <a:pt x="206502" y="222503"/>
                </a:lnTo>
                <a:lnTo>
                  <a:pt x="205232" y="223774"/>
                </a:lnTo>
                <a:lnTo>
                  <a:pt x="203962" y="225044"/>
                </a:lnTo>
                <a:lnTo>
                  <a:pt x="201676" y="225678"/>
                </a:lnTo>
                <a:lnTo>
                  <a:pt x="198501" y="226060"/>
                </a:lnTo>
                <a:lnTo>
                  <a:pt x="195198" y="226313"/>
                </a:lnTo>
                <a:lnTo>
                  <a:pt x="190754" y="226440"/>
                </a:lnTo>
                <a:lnTo>
                  <a:pt x="185165" y="226440"/>
                </a:lnTo>
                <a:lnTo>
                  <a:pt x="179196" y="226440"/>
                </a:lnTo>
                <a:lnTo>
                  <a:pt x="174625" y="226440"/>
                </a:lnTo>
                <a:lnTo>
                  <a:pt x="171322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3" y="174244"/>
                </a:lnTo>
                <a:lnTo>
                  <a:pt x="59054" y="174244"/>
                </a:lnTo>
                <a:lnTo>
                  <a:pt x="44831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6" y="225933"/>
                </a:lnTo>
                <a:lnTo>
                  <a:pt x="32258" y="226060"/>
                </a:lnTo>
                <a:lnTo>
                  <a:pt x="29210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6" y="226440"/>
                </a:lnTo>
                <a:lnTo>
                  <a:pt x="1524" y="223393"/>
                </a:lnTo>
                <a:lnTo>
                  <a:pt x="381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5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6" y="9017"/>
                </a:lnTo>
                <a:lnTo>
                  <a:pt x="72771" y="7112"/>
                </a:lnTo>
                <a:lnTo>
                  <a:pt x="73660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2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2" y="126"/>
                </a:lnTo>
                <a:lnTo>
                  <a:pt x="95631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108443" y="2435732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1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1" y="22732"/>
                </a:lnTo>
                <a:lnTo>
                  <a:pt x="190626" y="25653"/>
                </a:lnTo>
                <a:lnTo>
                  <a:pt x="191388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5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5"/>
                </a:lnTo>
                <a:lnTo>
                  <a:pt x="116839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7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3" y="216153"/>
                </a:lnTo>
                <a:lnTo>
                  <a:pt x="185674" y="218186"/>
                </a:lnTo>
                <a:lnTo>
                  <a:pt x="181863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4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5271" y="2426461"/>
            <a:ext cx="168783" cy="24663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26761" y="24356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81000" y="4419600"/>
            <a:ext cx="2514600" cy="18958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295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62528" y="20193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961" y="20581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89932" y="1560575"/>
            <a:ext cx="2546604" cy="3063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26761" y="1597405"/>
            <a:ext cx="2473452" cy="2322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97550" y="1766442"/>
            <a:ext cx="67183" cy="707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97550" y="16531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02451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5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13906" y="16371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2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995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30467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4" y="63627"/>
                </a:lnTo>
                <a:lnTo>
                  <a:pt x="29591" y="63627"/>
                </a:lnTo>
                <a:lnTo>
                  <a:pt x="35306" y="62865"/>
                </a:lnTo>
                <a:lnTo>
                  <a:pt x="40132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4" y="40640"/>
                </a:lnTo>
                <a:lnTo>
                  <a:pt x="61976" y="36195"/>
                </a:lnTo>
                <a:lnTo>
                  <a:pt x="61976" y="31369"/>
                </a:lnTo>
                <a:lnTo>
                  <a:pt x="61976" y="24003"/>
                </a:lnTo>
                <a:lnTo>
                  <a:pt x="40512" y="1905"/>
                </a:lnTo>
                <a:lnTo>
                  <a:pt x="38227" y="1270"/>
                </a:lnTo>
                <a:lnTo>
                  <a:pt x="35560" y="889"/>
                </a:lnTo>
                <a:lnTo>
                  <a:pt x="32639" y="508"/>
                </a:lnTo>
                <a:lnTo>
                  <a:pt x="29718" y="127"/>
                </a:lnTo>
                <a:lnTo>
                  <a:pt x="25654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68440" y="16013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19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3" y="197485"/>
                </a:lnTo>
                <a:lnTo>
                  <a:pt x="118617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6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6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84391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84747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2" y="381"/>
                </a:lnTo>
                <a:lnTo>
                  <a:pt x="90042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1" y="4699"/>
                </a:lnTo>
                <a:lnTo>
                  <a:pt x="121030" y="7874"/>
                </a:lnTo>
                <a:lnTo>
                  <a:pt x="128269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18363" y="117856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7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2" y="156972"/>
                </a:lnTo>
                <a:lnTo>
                  <a:pt x="90169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69" y="132715"/>
                </a:lnTo>
                <a:lnTo>
                  <a:pt x="59943" y="132715"/>
                </a:lnTo>
                <a:lnTo>
                  <a:pt x="45719" y="132715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538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800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824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86956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8" y="202691"/>
                </a:lnTo>
                <a:lnTo>
                  <a:pt x="114808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0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4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92468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4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2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4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1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2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33363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1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7010" y="220725"/>
                </a:lnTo>
                <a:lnTo>
                  <a:pt x="206502" y="222503"/>
                </a:lnTo>
                <a:lnTo>
                  <a:pt x="205232" y="223774"/>
                </a:lnTo>
                <a:lnTo>
                  <a:pt x="203962" y="225044"/>
                </a:lnTo>
                <a:lnTo>
                  <a:pt x="201676" y="225806"/>
                </a:lnTo>
                <a:lnTo>
                  <a:pt x="198501" y="226060"/>
                </a:lnTo>
                <a:lnTo>
                  <a:pt x="195198" y="226313"/>
                </a:lnTo>
                <a:lnTo>
                  <a:pt x="190754" y="226440"/>
                </a:lnTo>
                <a:lnTo>
                  <a:pt x="185165" y="226440"/>
                </a:lnTo>
                <a:lnTo>
                  <a:pt x="179196" y="226440"/>
                </a:lnTo>
                <a:lnTo>
                  <a:pt x="174625" y="226440"/>
                </a:lnTo>
                <a:lnTo>
                  <a:pt x="171322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3" y="174244"/>
                </a:lnTo>
                <a:lnTo>
                  <a:pt x="59054" y="174244"/>
                </a:lnTo>
                <a:lnTo>
                  <a:pt x="44831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6" y="225933"/>
                </a:lnTo>
                <a:lnTo>
                  <a:pt x="32258" y="226060"/>
                </a:lnTo>
                <a:lnTo>
                  <a:pt x="29210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6" y="226440"/>
                </a:lnTo>
                <a:lnTo>
                  <a:pt x="1524" y="223393"/>
                </a:lnTo>
                <a:lnTo>
                  <a:pt x="381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5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6" y="9017"/>
                </a:lnTo>
                <a:lnTo>
                  <a:pt x="72771" y="7112"/>
                </a:lnTo>
                <a:lnTo>
                  <a:pt x="73660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2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2" y="126"/>
                </a:lnTo>
                <a:lnTo>
                  <a:pt x="95631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08443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1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1" y="22732"/>
                </a:lnTo>
                <a:lnTo>
                  <a:pt x="190626" y="25653"/>
                </a:lnTo>
                <a:lnTo>
                  <a:pt x="191388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5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5"/>
                </a:lnTo>
                <a:lnTo>
                  <a:pt x="116839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7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3" y="216153"/>
                </a:lnTo>
                <a:lnTo>
                  <a:pt x="185674" y="218186"/>
                </a:lnTo>
                <a:lnTo>
                  <a:pt x="181863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4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05271" y="1588261"/>
            <a:ext cx="168783" cy="2466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8267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736847" y="5428488"/>
            <a:ext cx="1234439" cy="31851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79264" y="5428488"/>
            <a:ext cx="630936" cy="3185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18176" y="5428488"/>
            <a:ext cx="423672" cy="3185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813175" y="2269363"/>
            <a:ext cx="4325620" cy="33794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b="1" spc="-5" dirty="0">
                <a:latin typeface="Arial"/>
                <a:cs typeface="Arial"/>
              </a:rPr>
              <a:t>Read independently, </a:t>
            </a:r>
            <a:r>
              <a:rPr sz="2000" b="1" spc="45" dirty="0">
                <a:latin typeface="Arial"/>
                <a:cs typeface="Arial"/>
              </a:rPr>
              <a:t>with </a:t>
            </a:r>
            <a:r>
              <a:rPr sz="2000" b="1" spc="130" dirty="0">
                <a:latin typeface="Arial"/>
                <a:cs typeface="Arial"/>
              </a:rPr>
              <a:t>a</a:t>
            </a:r>
            <a:r>
              <a:rPr sz="2000" b="1" spc="-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buddy,  </a:t>
            </a:r>
            <a:r>
              <a:rPr sz="2000" b="1" spc="-60" dirty="0">
                <a:latin typeface="Arial"/>
                <a:cs typeface="Arial"/>
              </a:rPr>
              <a:t>using </a:t>
            </a:r>
            <a:r>
              <a:rPr sz="2000" b="1" spc="-10" dirty="0">
                <a:latin typeface="Arial"/>
                <a:cs typeface="Arial"/>
              </a:rPr>
              <a:t>shared </a:t>
            </a:r>
            <a:r>
              <a:rPr sz="2000" b="1" spc="5" dirty="0">
                <a:latin typeface="Arial"/>
                <a:cs typeface="Arial"/>
              </a:rPr>
              <a:t>reading, guided  reading, </a:t>
            </a:r>
            <a:r>
              <a:rPr sz="2000" b="1" spc="30" dirty="0">
                <a:latin typeface="Arial"/>
                <a:cs typeface="Arial"/>
              </a:rPr>
              <a:t>or </a:t>
            </a:r>
            <a:r>
              <a:rPr sz="2000" b="1" spc="-45" dirty="0">
                <a:latin typeface="Arial"/>
                <a:cs typeface="Arial"/>
              </a:rPr>
              <a:t>listen </a:t>
            </a:r>
            <a:r>
              <a:rPr sz="2000" b="1" spc="5" dirty="0">
                <a:latin typeface="Arial"/>
                <a:cs typeface="Arial"/>
              </a:rPr>
              <a:t>to </a:t>
            </a:r>
            <a:r>
              <a:rPr sz="2000" b="1" spc="-10" dirty="0">
                <a:latin typeface="Arial"/>
                <a:cs typeface="Arial"/>
              </a:rPr>
              <a:t>the </a:t>
            </a:r>
            <a:r>
              <a:rPr sz="2000" b="1" spc="55" dirty="0">
                <a:latin typeface="Arial"/>
                <a:cs typeface="Arial"/>
              </a:rPr>
              <a:t>text read  </a:t>
            </a:r>
            <a:r>
              <a:rPr sz="2000" b="1" spc="20" dirty="0">
                <a:latin typeface="Arial"/>
                <a:cs typeface="Arial"/>
              </a:rPr>
              <a:t>aloud</a:t>
            </a:r>
            <a:endParaRPr sz="2000">
              <a:latin typeface="Arial"/>
              <a:cs typeface="Arial"/>
            </a:endParaRPr>
          </a:p>
          <a:p>
            <a:pPr marL="12700" marR="447675">
              <a:lnSpc>
                <a:spcPts val="2160"/>
              </a:lnSpc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b="1" spc="-5" dirty="0">
                <a:latin typeface="Arial"/>
                <a:cs typeface="Arial"/>
              </a:rPr>
              <a:t>Read </a:t>
            </a:r>
            <a:r>
              <a:rPr sz="2000" b="1" spc="-10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entire </a:t>
            </a:r>
            <a:r>
              <a:rPr sz="2000" b="1" spc="55" dirty="0">
                <a:latin typeface="Arial"/>
                <a:cs typeface="Arial"/>
              </a:rPr>
              <a:t>text </a:t>
            </a:r>
            <a:r>
              <a:rPr sz="2000" b="1" spc="15" dirty="0">
                <a:latin typeface="Arial"/>
                <a:cs typeface="Arial"/>
              </a:rPr>
              <a:t>from  </a:t>
            </a:r>
            <a:r>
              <a:rPr sz="2000" b="1" spc="-10" dirty="0">
                <a:latin typeface="Arial"/>
                <a:cs typeface="Arial"/>
              </a:rPr>
              <a:t>beginning </a:t>
            </a:r>
            <a:r>
              <a:rPr sz="2000" b="1" spc="5" dirty="0">
                <a:latin typeface="Arial"/>
                <a:cs typeface="Arial"/>
              </a:rPr>
              <a:t>to </a:t>
            </a:r>
            <a:r>
              <a:rPr sz="2000" b="1" dirty="0">
                <a:latin typeface="Arial"/>
                <a:cs typeface="Arial"/>
              </a:rPr>
              <a:t>end </a:t>
            </a:r>
            <a:r>
              <a:rPr sz="2000" b="1" spc="30" dirty="0">
                <a:latin typeface="Arial"/>
                <a:cs typeface="Arial"/>
              </a:rPr>
              <a:t>or </a:t>
            </a:r>
            <a:r>
              <a:rPr sz="2000" b="1" spc="55" dirty="0">
                <a:latin typeface="Arial"/>
                <a:cs typeface="Arial"/>
              </a:rPr>
              <a:t>read </a:t>
            </a:r>
            <a:r>
              <a:rPr sz="2000" b="1" dirty="0">
                <a:latin typeface="Arial"/>
                <a:cs typeface="Arial"/>
              </a:rPr>
              <a:t>one</a:t>
            </a:r>
            <a:r>
              <a:rPr sz="2000" b="1" spc="-235" dirty="0">
                <a:latin typeface="Arial"/>
                <a:cs typeface="Arial"/>
              </a:rPr>
              <a:t> </a:t>
            </a:r>
            <a:r>
              <a:rPr sz="2000" b="1" spc="30" dirty="0">
                <a:latin typeface="Arial"/>
                <a:cs typeface="Arial"/>
              </a:rPr>
              <a:t>or  </a:t>
            </a:r>
            <a:r>
              <a:rPr sz="2000" b="1" spc="10" dirty="0">
                <a:latin typeface="Arial"/>
                <a:cs typeface="Arial"/>
              </a:rPr>
              <a:t>more </a:t>
            </a:r>
            <a:r>
              <a:rPr sz="2000" b="1" spc="-90" dirty="0">
                <a:latin typeface="Arial"/>
                <a:cs typeface="Arial"/>
              </a:rPr>
              <a:t>sections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30" dirty="0">
                <a:latin typeface="Arial"/>
                <a:cs typeface="Arial"/>
              </a:rPr>
              <a:t>learn </a:t>
            </a:r>
            <a:r>
              <a:rPr sz="2000" b="1" spc="-85" dirty="0">
                <a:latin typeface="Arial"/>
                <a:cs typeface="Arial"/>
              </a:rPr>
              <a:t>specific  </a:t>
            </a:r>
            <a:r>
              <a:rPr sz="2000" b="1" spc="5" dirty="0">
                <a:latin typeface="Arial"/>
                <a:cs typeface="Arial"/>
              </a:rPr>
              <a:t>information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010"/>
              </a:lnSpc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b="1" spc="20" dirty="0">
                <a:latin typeface="Arial"/>
                <a:cs typeface="Arial"/>
              </a:rPr>
              <a:t>Apply </a:t>
            </a:r>
            <a:r>
              <a:rPr sz="2000" b="1" spc="-20" dirty="0">
                <a:latin typeface="Arial"/>
                <a:cs typeface="Arial"/>
              </a:rPr>
              <a:t>strategies </a:t>
            </a:r>
            <a:r>
              <a:rPr sz="2000" b="1" spc="30" dirty="0">
                <a:latin typeface="Arial"/>
                <a:cs typeface="Arial"/>
              </a:rPr>
              <a:t>and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65" dirty="0">
                <a:latin typeface="Arial"/>
                <a:cs typeface="Arial"/>
              </a:rPr>
              <a:t>skills</a:t>
            </a:r>
            <a:endParaRPr sz="2000">
              <a:latin typeface="Arial"/>
              <a:cs typeface="Arial"/>
            </a:endParaRPr>
          </a:p>
          <a:p>
            <a:pPr marL="102235" indent="-89535">
              <a:lnSpc>
                <a:spcPts val="2160"/>
              </a:lnSpc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000" b="1" spc="-5" dirty="0">
                <a:latin typeface="Arial"/>
                <a:cs typeface="Arial"/>
              </a:rPr>
              <a:t>Read the </a:t>
            </a:r>
            <a:r>
              <a:rPr sz="2000" b="1" spc="-40" dirty="0">
                <a:latin typeface="Arial"/>
                <a:cs typeface="Arial"/>
              </a:rPr>
              <a:t>illustrations, </a:t>
            </a:r>
            <a:r>
              <a:rPr sz="2000" b="1" spc="-65" dirty="0">
                <a:latin typeface="Arial"/>
                <a:cs typeface="Arial"/>
              </a:rPr>
              <a:t>charts,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30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000" b="1" spc="10" dirty="0">
                <a:latin typeface="Arial"/>
                <a:cs typeface="Arial"/>
              </a:rPr>
              <a:t>diagrams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spc="-55" dirty="0">
                <a:latin typeface="Trebuchet MS"/>
                <a:cs typeface="Trebuchet MS"/>
              </a:rPr>
              <a:t>(Tompkins, </a:t>
            </a:r>
            <a:r>
              <a:rPr sz="1100" spc="-90" dirty="0">
                <a:latin typeface="Trebuchet MS"/>
                <a:cs typeface="Trebuchet MS"/>
              </a:rPr>
              <a:t>G.E. </a:t>
            </a:r>
            <a:r>
              <a:rPr sz="1100" spc="-25" dirty="0">
                <a:latin typeface="Trebuchet MS"/>
                <a:cs typeface="Trebuchet MS"/>
              </a:rPr>
              <a:t>&amp; </a:t>
            </a:r>
            <a:r>
              <a:rPr sz="1100" spc="-60" dirty="0">
                <a:latin typeface="Trebuchet MS"/>
                <a:cs typeface="Trebuchet MS"/>
              </a:rPr>
              <a:t>Hoffner,</a:t>
            </a:r>
            <a:r>
              <a:rPr sz="1100" spc="-204" dirty="0">
                <a:latin typeface="Trebuchet MS"/>
                <a:cs typeface="Trebuchet MS"/>
              </a:rPr>
              <a:t> </a:t>
            </a:r>
            <a:r>
              <a:rPr sz="1100" spc="-80" dirty="0">
                <a:latin typeface="Trebuchet MS"/>
                <a:cs typeface="Trebuchet MS"/>
              </a:rPr>
              <a:t>H.)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81000" y="4419600"/>
            <a:ext cx="2514600" cy="18958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36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62528" y="20955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961" y="21343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54161" y="12961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54161" y="12961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62528" y="29337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05961" y="29725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85132" y="1560575"/>
            <a:ext cx="3108960" cy="3063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21961" y="1597405"/>
            <a:ext cx="3035808" cy="2322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92750" y="1766442"/>
            <a:ext cx="67183" cy="707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92750" y="16531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660006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4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71461" y="16371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3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25667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8" y="21843"/>
                </a:lnTo>
                <a:lnTo>
                  <a:pt x="56134" y="16763"/>
                </a:lnTo>
                <a:lnTo>
                  <a:pt x="53340" y="11684"/>
                </a:lnTo>
                <a:lnTo>
                  <a:pt x="49911" y="7874"/>
                </a:lnTo>
                <a:lnTo>
                  <a:pt x="45847" y="5461"/>
                </a:lnTo>
                <a:lnTo>
                  <a:pt x="41783" y="3048"/>
                </a:lnTo>
                <a:lnTo>
                  <a:pt x="37592" y="1524"/>
                </a:lnTo>
                <a:lnTo>
                  <a:pt x="33147" y="888"/>
                </a:lnTo>
                <a:lnTo>
                  <a:pt x="28702" y="253"/>
                </a:lnTo>
                <a:lnTo>
                  <a:pt x="24130" y="0"/>
                </a:lnTo>
                <a:lnTo>
                  <a:pt x="1930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947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88023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3" y="4064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60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14644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4" y="5969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59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6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25995" y="16013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20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4" y="197485"/>
                </a:lnTo>
                <a:lnTo>
                  <a:pt x="118618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4194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7" y="381"/>
                </a:lnTo>
                <a:lnTo>
                  <a:pt x="128397" y="889"/>
                </a:lnTo>
                <a:lnTo>
                  <a:pt x="129158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6" y="14605"/>
                </a:lnTo>
                <a:lnTo>
                  <a:pt x="132206" y="18034"/>
                </a:lnTo>
                <a:lnTo>
                  <a:pt x="132206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8" y="34162"/>
                </a:lnTo>
                <a:lnTo>
                  <a:pt x="128397" y="34798"/>
                </a:lnTo>
                <a:lnTo>
                  <a:pt x="127507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3" y="90551"/>
                </a:lnTo>
                <a:lnTo>
                  <a:pt x="114300" y="90551"/>
                </a:lnTo>
                <a:lnTo>
                  <a:pt x="119633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3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3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0" y="188722"/>
                </a:lnTo>
                <a:lnTo>
                  <a:pt x="128270" y="188976"/>
                </a:lnTo>
                <a:lnTo>
                  <a:pt x="129158" y="189611"/>
                </a:lnTo>
                <a:lnTo>
                  <a:pt x="130048" y="190246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8" y="223393"/>
                </a:lnTo>
                <a:lnTo>
                  <a:pt x="128270" y="224028"/>
                </a:lnTo>
                <a:lnTo>
                  <a:pt x="127380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4230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8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3" y="381"/>
                </a:lnTo>
                <a:lnTo>
                  <a:pt x="90043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2" y="4699"/>
                </a:lnTo>
                <a:lnTo>
                  <a:pt x="121031" y="7874"/>
                </a:lnTo>
                <a:lnTo>
                  <a:pt x="128270" y="10922"/>
                </a:lnTo>
                <a:lnTo>
                  <a:pt x="134366" y="14986"/>
                </a:lnTo>
                <a:lnTo>
                  <a:pt x="139319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3" y="44831"/>
                </a:lnTo>
                <a:lnTo>
                  <a:pt x="154940" y="52705"/>
                </a:lnTo>
                <a:lnTo>
                  <a:pt x="154940" y="61595"/>
                </a:lnTo>
                <a:lnTo>
                  <a:pt x="154940" y="69087"/>
                </a:lnTo>
                <a:lnTo>
                  <a:pt x="143637" y="98679"/>
                </a:lnTo>
                <a:lnTo>
                  <a:pt x="139954" y="103505"/>
                </a:lnTo>
                <a:lnTo>
                  <a:pt x="111379" y="120015"/>
                </a:lnTo>
                <a:lnTo>
                  <a:pt x="114681" y="121666"/>
                </a:lnTo>
                <a:lnTo>
                  <a:pt x="117856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6" y="159893"/>
                </a:lnTo>
                <a:lnTo>
                  <a:pt x="162179" y="204089"/>
                </a:lnTo>
                <a:lnTo>
                  <a:pt x="163957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3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40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40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2" y="167767"/>
                </a:lnTo>
                <a:lnTo>
                  <a:pt x="94869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817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6856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9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4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4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9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6892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121030" y="7874"/>
                </a:lnTo>
                <a:lnTo>
                  <a:pt x="128270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47320" y="93853"/>
                </a:lnTo>
                <a:lnTo>
                  <a:pt x="143637" y="98679"/>
                </a:lnTo>
                <a:lnTo>
                  <a:pt x="139953" y="103505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943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79947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6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7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69" y="59055"/>
                </a:lnTo>
                <a:lnTo>
                  <a:pt x="153669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19" y="146558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0490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8752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6776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144511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6" y="380"/>
                </a:lnTo>
                <a:lnTo>
                  <a:pt x="177673" y="762"/>
                </a:lnTo>
                <a:lnTo>
                  <a:pt x="179705" y="1142"/>
                </a:lnTo>
                <a:lnTo>
                  <a:pt x="181102" y="1904"/>
                </a:lnTo>
                <a:lnTo>
                  <a:pt x="182626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3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3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1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1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9" y="202691"/>
                </a:lnTo>
                <a:lnTo>
                  <a:pt x="114808" y="196976"/>
                </a:lnTo>
                <a:lnTo>
                  <a:pt x="59055" y="92075"/>
                </a:lnTo>
                <a:lnTo>
                  <a:pt x="55753" y="85851"/>
                </a:lnTo>
                <a:lnTo>
                  <a:pt x="52451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1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6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1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1" y="7492"/>
                </a:lnTo>
                <a:lnTo>
                  <a:pt x="4826" y="4699"/>
                </a:lnTo>
                <a:lnTo>
                  <a:pt x="8001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73279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80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050023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5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2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90918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0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6628" y="218312"/>
                </a:lnTo>
                <a:lnTo>
                  <a:pt x="207009" y="220725"/>
                </a:lnTo>
                <a:lnTo>
                  <a:pt x="206501" y="222503"/>
                </a:lnTo>
                <a:lnTo>
                  <a:pt x="205231" y="223774"/>
                </a:lnTo>
                <a:lnTo>
                  <a:pt x="203961" y="225044"/>
                </a:lnTo>
                <a:lnTo>
                  <a:pt x="201675" y="225806"/>
                </a:lnTo>
                <a:lnTo>
                  <a:pt x="198500" y="226060"/>
                </a:lnTo>
                <a:lnTo>
                  <a:pt x="195199" y="226313"/>
                </a:lnTo>
                <a:lnTo>
                  <a:pt x="190753" y="226440"/>
                </a:lnTo>
                <a:lnTo>
                  <a:pt x="185165" y="226440"/>
                </a:lnTo>
                <a:lnTo>
                  <a:pt x="179197" y="226440"/>
                </a:lnTo>
                <a:lnTo>
                  <a:pt x="174625" y="226440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2" y="174244"/>
                </a:lnTo>
                <a:lnTo>
                  <a:pt x="59054" y="174244"/>
                </a:lnTo>
                <a:lnTo>
                  <a:pt x="44830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5" y="225933"/>
                </a:lnTo>
                <a:lnTo>
                  <a:pt x="32257" y="226060"/>
                </a:lnTo>
                <a:lnTo>
                  <a:pt x="29209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5" y="226440"/>
                </a:lnTo>
                <a:lnTo>
                  <a:pt x="1524" y="223393"/>
                </a:lnTo>
                <a:lnTo>
                  <a:pt x="380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4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5" y="9017"/>
                </a:lnTo>
                <a:lnTo>
                  <a:pt x="72771" y="7112"/>
                </a:lnTo>
                <a:lnTo>
                  <a:pt x="73659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1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1" y="126"/>
                </a:lnTo>
                <a:lnTo>
                  <a:pt x="95630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310885" y="1590675"/>
            <a:ext cx="156337" cy="2442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366000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84023" y="101600"/>
                </a:lnTo>
                <a:lnTo>
                  <a:pt x="185420" y="102234"/>
                </a:lnTo>
                <a:lnTo>
                  <a:pt x="186690" y="103124"/>
                </a:lnTo>
                <a:lnTo>
                  <a:pt x="187832" y="104393"/>
                </a:lnTo>
                <a:lnTo>
                  <a:pt x="188975" y="105663"/>
                </a:lnTo>
                <a:lnTo>
                  <a:pt x="189738" y="107187"/>
                </a:lnTo>
                <a:lnTo>
                  <a:pt x="190373" y="108965"/>
                </a:lnTo>
                <a:lnTo>
                  <a:pt x="190880" y="110870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04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5219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89932" y="2398776"/>
            <a:ext cx="2546604" cy="3063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826761" y="2435605"/>
            <a:ext cx="2473452" cy="23228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97550" y="2604642"/>
            <a:ext cx="67183" cy="707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797550" y="24913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402451" y="24824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5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13906" y="24753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2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399532" y="24748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030467" y="24744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4" y="63627"/>
                </a:lnTo>
                <a:lnTo>
                  <a:pt x="29591" y="63627"/>
                </a:lnTo>
                <a:lnTo>
                  <a:pt x="35306" y="62865"/>
                </a:lnTo>
                <a:lnTo>
                  <a:pt x="40132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4" y="40640"/>
                </a:lnTo>
                <a:lnTo>
                  <a:pt x="61976" y="36195"/>
                </a:lnTo>
                <a:lnTo>
                  <a:pt x="61976" y="31369"/>
                </a:lnTo>
                <a:lnTo>
                  <a:pt x="61976" y="24003"/>
                </a:lnTo>
                <a:lnTo>
                  <a:pt x="40512" y="1905"/>
                </a:lnTo>
                <a:lnTo>
                  <a:pt x="38227" y="1270"/>
                </a:lnTo>
                <a:lnTo>
                  <a:pt x="35560" y="889"/>
                </a:lnTo>
                <a:lnTo>
                  <a:pt x="32639" y="508"/>
                </a:lnTo>
                <a:lnTo>
                  <a:pt x="29718" y="127"/>
                </a:lnTo>
                <a:lnTo>
                  <a:pt x="25654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568440" y="24395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19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3" y="197485"/>
                </a:lnTo>
                <a:lnTo>
                  <a:pt x="118617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6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6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184391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984747" y="24395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2" y="381"/>
                </a:lnTo>
                <a:lnTo>
                  <a:pt x="90042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1" y="4699"/>
                </a:lnTo>
                <a:lnTo>
                  <a:pt x="121030" y="7874"/>
                </a:lnTo>
                <a:lnTo>
                  <a:pt x="128269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18363" y="117856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7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2" y="156972"/>
                </a:lnTo>
                <a:lnTo>
                  <a:pt x="90169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69" y="132715"/>
                </a:lnTo>
                <a:lnTo>
                  <a:pt x="59943" y="132715"/>
                </a:lnTo>
                <a:lnTo>
                  <a:pt x="45719" y="132715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353811" y="24395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180076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82464" y="24395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86956" y="2438907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8" y="202691"/>
                </a:lnTo>
                <a:lnTo>
                  <a:pt x="114808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0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4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792468" y="2438526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4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2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4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1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2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333363" y="2438526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1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7010" y="220725"/>
                </a:lnTo>
                <a:lnTo>
                  <a:pt x="206502" y="222503"/>
                </a:lnTo>
                <a:lnTo>
                  <a:pt x="205232" y="223774"/>
                </a:lnTo>
                <a:lnTo>
                  <a:pt x="203962" y="225044"/>
                </a:lnTo>
                <a:lnTo>
                  <a:pt x="201676" y="225678"/>
                </a:lnTo>
                <a:lnTo>
                  <a:pt x="198501" y="226060"/>
                </a:lnTo>
                <a:lnTo>
                  <a:pt x="195198" y="226313"/>
                </a:lnTo>
                <a:lnTo>
                  <a:pt x="190754" y="226440"/>
                </a:lnTo>
                <a:lnTo>
                  <a:pt x="185165" y="226440"/>
                </a:lnTo>
                <a:lnTo>
                  <a:pt x="179196" y="226440"/>
                </a:lnTo>
                <a:lnTo>
                  <a:pt x="174625" y="226440"/>
                </a:lnTo>
                <a:lnTo>
                  <a:pt x="171322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3" y="174244"/>
                </a:lnTo>
                <a:lnTo>
                  <a:pt x="59054" y="174244"/>
                </a:lnTo>
                <a:lnTo>
                  <a:pt x="44831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6" y="225933"/>
                </a:lnTo>
                <a:lnTo>
                  <a:pt x="32258" y="226060"/>
                </a:lnTo>
                <a:lnTo>
                  <a:pt x="29210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6" y="226440"/>
                </a:lnTo>
                <a:lnTo>
                  <a:pt x="1524" y="223393"/>
                </a:lnTo>
                <a:lnTo>
                  <a:pt x="381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5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6" y="9017"/>
                </a:lnTo>
                <a:lnTo>
                  <a:pt x="72771" y="7112"/>
                </a:lnTo>
                <a:lnTo>
                  <a:pt x="73660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2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2" y="126"/>
                </a:lnTo>
                <a:lnTo>
                  <a:pt x="95631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108443" y="2435732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1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1" y="22732"/>
                </a:lnTo>
                <a:lnTo>
                  <a:pt x="190626" y="25653"/>
                </a:lnTo>
                <a:lnTo>
                  <a:pt x="191388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5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5"/>
                </a:lnTo>
                <a:lnTo>
                  <a:pt x="116839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7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3" y="216153"/>
                </a:lnTo>
                <a:lnTo>
                  <a:pt x="185674" y="218186"/>
                </a:lnTo>
                <a:lnTo>
                  <a:pt x="181863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4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05271" y="2426461"/>
            <a:ext cx="168783" cy="24663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26761" y="24356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462528" y="3771900"/>
            <a:ext cx="5134356" cy="1234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505961" y="38107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485132" y="3236976"/>
            <a:ext cx="3244595" cy="3063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521961" y="3273805"/>
            <a:ext cx="3171443" cy="23228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573521" y="3442842"/>
            <a:ext cx="67183" cy="707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573521" y="3329559"/>
            <a:ext cx="67183" cy="7061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751576" y="3264661"/>
            <a:ext cx="1405636" cy="25057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094732" y="33130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049011" y="32777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875276" y="32777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677664" y="32777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280147" y="32771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6" y="0"/>
                </a:lnTo>
                <a:lnTo>
                  <a:pt x="172338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4" y="5206"/>
                </a:lnTo>
                <a:lnTo>
                  <a:pt x="185038" y="6350"/>
                </a:lnTo>
                <a:lnTo>
                  <a:pt x="185038" y="7492"/>
                </a:lnTo>
                <a:lnTo>
                  <a:pt x="185038" y="209041"/>
                </a:lnTo>
                <a:lnTo>
                  <a:pt x="185038" y="211708"/>
                </a:lnTo>
                <a:lnTo>
                  <a:pt x="184657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1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2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3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14807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1" y="50800"/>
                </a:lnTo>
                <a:lnTo>
                  <a:pt x="39750" y="50800"/>
                </a:lnTo>
                <a:lnTo>
                  <a:pt x="40258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40894" y="220852"/>
                </a:lnTo>
                <a:lnTo>
                  <a:pt x="40258" y="221741"/>
                </a:lnTo>
                <a:lnTo>
                  <a:pt x="39624" y="222630"/>
                </a:lnTo>
                <a:lnTo>
                  <a:pt x="24510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7" y="634"/>
                </a:lnTo>
                <a:lnTo>
                  <a:pt x="16509" y="634"/>
                </a:lnTo>
                <a:lnTo>
                  <a:pt x="41021" y="634"/>
                </a:lnTo>
                <a:lnTo>
                  <a:pt x="45338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4" y="3809"/>
                </a:lnTo>
                <a:lnTo>
                  <a:pt x="60198" y="5587"/>
                </a:lnTo>
                <a:lnTo>
                  <a:pt x="62483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3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6" y="111125"/>
                </a:lnTo>
                <a:lnTo>
                  <a:pt x="121920" y="115950"/>
                </a:lnTo>
                <a:lnTo>
                  <a:pt x="124459" y="120776"/>
                </a:lnTo>
                <a:lnTo>
                  <a:pt x="127000" y="125602"/>
                </a:lnTo>
                <a:lnTo>
                  <a:pt x="129412" y="130301"/>
                </a:lnTo>
                <a:lnTo>
                  <a:pt x="131699" y="135127"/>
                </a:lnTo>
                <a:lnTo>
                  <a:pt x="133984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8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3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3" y="4317"/>
                </a:lnTo>
                <a:lnTo>
                  <a:pt x="145669" y="3428"/>
                </a:lnTo>
                <a:lnTo>
                  <a:pt x="146811" y="2539"/>
                </a:lnTo>
                <a:lnTo>
                  <a:pt x="148462" y="1904"/>
                </a:lnTo>
                <a:lnTo>
                  <a:pt x="150113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6" y="126"/>
                </a:lnTo>
                <a:lnTo>
                  <a:pt x="160908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185659" y="32767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5">
                <a:moveTo>
                  <a:pt x="22987" y="0"/>
                </a:moveTo>
                <a:lnTo>
                  <a:pt x="27432" y="0"/>
                </a:lnTo>
                <a:lnTo>
                  <a:pt x="31115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4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7" y="225551"/>
                </a:lnTo>
                <a:lnTo>
                  <a:pt x="34036" y="225933"/>
                </a:lnTo>
                <a:lnTo>
                  <a:pt x="31115" y="226313"/>
                </a:lnTo>
                <a:lnTo>
                  <a:pt x="27432" y="226440"/>
                </a:lnTo>
                <a:lnTo>
                  <a:pt x="22987" y="226440"/>
                </a:lnTo>
                <a:lnTo>
                  <a:pt x="18542" y="226440"/>
                </a:lnTo>
                <a:lnTo>
                  <a:pt x="4953" y="224536"/>
                </a:lnTo>
                <a:lnTo>
                  <a:pt x="3175" y="224027"/>
                </a:lnTo>
                <a:lnTo>
                  <a:pt x="1905" y="223265"/>
                </a:lnTo>
                <a:lnTo>
                  <a:pt x="1143" y="222250"/>
                </a:lnTo>
                <a:lnTo>
                  <a:pt x="381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1" y="5080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501635" y="32739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7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7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2" y="47370"/>
                </a:lnTo>
                <a:lnTo>
                  <a:pt x="191008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10" y="56006"/>
                </a:lnTo>
                <a:lnTo>
                  <a:pt x="178181" y="53975"/>
                </a:lnTo>
                <a:lnTo>
                  <a:pt x="174879" y="51942"/>
                </a:lnTo>
                <a:lnTo>
                  <a:pt x="170434" y="49656"/>
                </a:lnTo>
                <a:lnTo>
                  <a:pt x="164846" y="47243"/>
                </a:lnTo>
                <a:lnTo>
                  <a:pt x="159258" y="44830"/>
                </a:lnTo>
                <a:lnTo>
                  <a:pt x="152654" y="42544"/>
                </a:lnTo>
                <a:lnTo>
                  <a:pt x="118237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6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2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5" y="109854"/>
                </a:lnTo>
                <a:lnTo>
                  <a:pt x="97409" y="107568"/>
                </a:lnTo>
                <a:lnTo>
                  <a:pt x="102235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2" y="112902"/>
                </a:lnTo>
                <a:lnTo>
                  <a:pt x="191262" y="115188"/>
                </a:lnTo>
                <a:lnTo>
                  <a:pt x="191262" y="204469"/>
                </a:lnTo>
                <a:lnTo>
                  <a:pt x="191262" y="207899"/>
                </a:lnTo>
                <a:lnTo>
                  <a:pt x="190627" y="210946"/>
                </a:lnTo>
                <a:lnTo>
                  <a:pt x="189357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1" y="221233"/>
                </a:lnTo>
                <a:lnTo>
                  <a:pt x="138811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7" y="232028"/>
                </a:lnTo>
                <a:lnTo>
                  <a:pt x="66294" y="224281"/>
                </a:lnTo>
                <a:lnTo>
                  <a:pt x="30353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380735" y="3264661"/>
            <a:ext cx="168275" cy="25057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521961" y="32738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154161" y="3353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154161" y="3353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81000" y="4267200"/>
            <a:ext cx="2514600" cy="179832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892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62528" y="20193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961" y="20581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85132" y="1560575"/>
            <a:ext cx="3244595" cy="3063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21961" y="1597405"/>
            <a:ext cx="3171443" cy="2322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73521" y="1766442"/>
            <a:ext cx="67183" cy="707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73521" y="16531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51576" y="1588261"/>
            <a:ext cx="1405636" cy="25057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947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490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752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776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80147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6" y="0"/>
                </a:lnTo>
                <a:lnTo>
                  <a:pt x="172338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4" y="5206"/>
                </a:lnTo>
                <a:lnTo>
                  <a:pt x="185038" y="6350"/>
                </a:lnTo>
                <a:lnTo>
                  <a:pt x="185038" y="7492"/>
                </a:lnTo>
                <a:lnTo>
                  <a:pt x="185038" y="209041"/>
                </a:lnTo>
                <a:lnTo>
                  <a:pt x="185038" y="211708"/>
                </a:lnTo>
                <a:lnTo>
                  <a:pt x="184657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1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2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3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14807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1" y="50800"/>
                </a:lnTo>
                <a:lnTo>
                  <a:pt x="39750" y="50800"/>
                </a:lnTo>
                <a:lnTo>
                  <a:pt x="40258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40894" y="220852"/>
                </a:lnTo>
                <a:lnTo>
                  <a:pt x="40258" y="221741"/>
                </a:lnTo>
                <a:lnTo>
                  <a:pt x="39624" y="222630"/>
                </a:lnTo>
                <a:lnTo>
                  <a:pt x="24510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7" y="634"/>
                </a:lnTo>
                <a:lnTo>
                  <a:pt x="16509" y="634"/>
                </a:lnTo>
                <a:lnTo>
                  <a:pt x="41021" y="634"/>
                </a:lnTo>
                <a:lnTo>
                  <a:pt x="45338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4" y="3809"/>
                </a:lnTo>
                <a:lnTo>
                  <a:pt x="60198" y="5587"/>
                </a:lnTo>
                <a:lnTo>
                  <a:pt x="62483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3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6" y="111125"/>
                </a:lnTo>
                <a:lnTo>
                  <a:pt x="121920" y="115950"/>
                </a:lnTo>
                <a:lnTo>
                  <a:pt x="124459" y="120776"/>
                </a:lnTo>
                <a:lnTo>
                  <a:pt x="127000" y="125602"/>
                </a:lnTo>
                <a:lnTo>
                  <a:pt x="129412" y="130301"/>
                </a:lnTo>
                <a:lnTo>
                  <a:pt x="131699" y="135127"/>
                </a:lnTo>
                <a:lnTo>
                  <a:pt x="133984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8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3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3" y="4317"/>
                </a:lnTo>
                <a:lnTo>
                  <a:pt x="145669" y="3428"/>
                </a:lnTo>
                <a:lnTo>
                  <a:pt x="146811" y="2539"/>
                </a:lnTo>
                <a:lnTo>
                  <a:pt x="148462" y="1904"/>
                </a:lnTo>
                <a:lnTo>
                  <a:pt x="150113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6" y="126"/>
                </a:lnTo>
                <a:lnTo>
                  <a:pt x="160908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85659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7" y="0"/>
                </a:moveTo>
                <a:lnTo>
                  <a:pt x="27432" y="0"/>
                </a:lnTo>
                <a:lnTo>
                  <a:pt x="31115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4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7" y="225551"/>
                </a:lnTo>
                <a:lnTo>
                  <a:pt x="34036" y="225933"/>
                </a:lnTo>
                <a:lnTo>
                  <a:pt x="31115" y="226313"/>
                </a:lnTo>
                <a:lnTo>
                  <a:pt x="27432" y="226440"/>
                </a:lnTo>
                <a:lnTo>
                  <a:pt x="22987" y="226440"/>
                </a:lnTo>
                <a:lnTo>
                  <a:pt x="18542" y="226440"/>
                </a:lnTo>
                <a:lnTo>
                  <a:pt x="4953" y="224536"/>
                </a:lnTo>
                <a:lnTo>
                  <a:pt x="3175" y="224027"/>
                </a:lnTo>
                <a:lnTo>
                  <a:pt x="1905" y="223265"/>
                </a:lnTo>
                <a:lnTo>
                  <a:pt x="1143" y="222250"/>
                </a:lnTo>
                <a:lnTo>
                  <a:pt x="381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1" y="5080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01635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7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7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2" y="47370"/>
                </a:lnTo>
                <a:lnTo>
                  <a:pt x="191008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10" y="56006"/>
                </a:lnTo>
                <a:lnTo>
                  <a:pt x="178181" y="53975"/>
                </a:lnTo>
                <a:lnTo>
                  <a:pt x="174879" y="51942"/>
                </a:lnTo>
                <a:lnTo>
                  <a:pt x="170434" y="49656"/>
                </a:lnTo>
                <a:lnTo>
                  <a:pt x="164846" y="47243"/>
                </a:lnTo>
                <a:lnTo>
                  <a:pt x="159258" y="44830"/>
                </a:lnTo>
                <a:lnTo>
                  <a:pt x="152654" y="42544"/>
                </a:lnTo>
                <a:lnTo>
                  <a:pt x="118237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6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2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5" y="109854"/>
                </a:lnTo>
                <a:lnTo>
                  <a:pt x="97409" y="107568"/>
                </a:lnTo>
                <a:lnTo>
                  <a:pt x="102235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2" y="112902"/>
                </a:lnTo>
                <a:lnTo>
                  <a:pt x="191262" y="115188"/>
                </a:lnTo>
                <a:lnTo>
                  <a:pt x="191262" y="204469"/>
                </a:lnTo>
                <a:lnTo>
                  <a:pt x="191262" y="207899"/>
                </a:lnTo>
                <a:lnTo>
                  <a:pt x="190627" y="210946"/>
                </a:lnTo>
                <a:lnTo>
                  <a:pt x="189357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1" y="221233"/>
                </a:lnTo>
                <a:lnTo>
                  <a:pt x="138811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7" y="232028"/>
                </a:lnTo>
                <a:lnTo>
                  <a:pt x="66294" y="224281"/>
                </a:lnTo>
                <a:lnTo>
                  <a:pt x="30353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80735" y="1588261"/>
            <a:ext cx="168275" cy="25057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219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4800" y="4267200"/>
            <a:ext cx="2590800" cy="179832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270628" y="2668651"/>
            <a:ext cx="36175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014" indent="-107314">
              <a:lnSpc>
                <a:spcPct val="100000"/>
              </a:lnSpc>
              <a:spcBef>
                <a:spcPts val="100"/>
              </a:spcBef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-70" dirty="0">
                <a:latin typeface="Arial"/>
                <a:cs typeface="Arial"/>
              </a:rPr>
              <a:t>Respond </a:t>
            </a:r>
            <a:r>
              <a:rPr sz="2400" b="1" spc="-40" dirty="0">
                <a:latin typeface="Arial"/>
                <a:cs typeface="Arial"/>
              </a:rPr>
              <a:t>in </a:t>
            </a:r>
            <a:r>
              <a:rPr sz="2400" b="1" spc="20" dirty="0">
                <a:latin typeface="Arial"/>
                <a:cs typeface="Arial"/>
              </a:rPr>
              <a:t>reading</a:t>
            </a:r>
            <a:r>
              <a:rPr sz="2400" b="1" spc="85" dirty="0">
                <a:latin typeface="Arial"/>
                <a:cs typeface="Arial"/>
              </a:rPr>
              <a:t> </a:t>
            </a:r>
            <a:r>
              <a:rPr sz="2400" b="1" spc="-65" dirty="0">
                <a:latin typeface="Arial"/>
                <a:cs typeface="Arial"/>
              </a:rPr>
              <a:t>logs</a:t>
            </a:r>
            <a:endParaRPr sz="2400">
              <a:latin typeface="Arial"/>
              <a:cs typeface="Arial"/>
            </a:endParaRPr>
          </a:p>
          <a:p>
            <a:pPr marL="120014" indent="-107314">
              <a:lnSpc>
                <a:spcPct val="100000"/>
              </a:lnSpc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-170" dirty="0">
                <a:latin typeface="Arial"/>
                <a:cs typeface="Arial"/>
              </a:rPr>
              <a:t>Discuss </a:t>
            </a:r>
            <a:r>
              <a:rPr sz="2400" b="1" spc="-10" dirty="0">
                <a:latin typeface="Arial"/>
                <a:cs typeface="Arial"/>
              </a:rPr>
              <a:t>the </a:t>
            </a:r>
            <a:r>
              <a:rPr sz="2400" b="1" spc="65" dirty="0">
                <a:latin typeface="Arial"/>
                <a:cs typeface="Arial"/>
              </a:rPr>
              <a:t>text</a:t>
            </a:r>
            <a:r>
              <a:rPr sz="2400" b="1" spc="105" dirty="0">
                <a:latin typeface="Arial"/>
                <a:cs typeface="Arial"/>
              </a:rPr>
              <a:t> </a:t>
            </a:r>
            <a:r>
              <a:rPr sz="2400" b="1" spc="55" dirty="0">
                <a:latin typeface="Arial"/>
                <a:cs typeface="Arial"/>
              </a:rPr>
              <a:t>with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spc="-85" dirty="0">
                <a:latin typeface="Arial"/>
                <a:cs typeface="Arial"/>
              </a:rPr>
              <a:t>classmates </a:t>
            </a:r>
            <a:r>
              <a:rPr sz="2400" b="1" spc="35" dirty="0">
                <a:latin typeface="Arial"/>
                <a:cs typeface="Arial"/>
              </a:rPr>
              <a:t>and</a:t>
            </a:r>
            <a:r>
              <a:rPr sz="2400" b="1" spc="40" dirty="0">
                <a:latin typeface="Arial"/>
                <a:cs typeface="Arial"/>
              </a:rPr>
              <a:t> </a:t>
            </a:r>
            <a:r>
              <a:rPr sz="2400" b="1" spc="-15" dirty="0">
                <a:latin typeface="Arial"/>
                <a:cs typeface="Arial"/>
              </a:rPr>
              <a:t>teacher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70628" y="4512945"/>
            <a:ext cx="20948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0" dirty="0">
                <a:latin typeface="Arial"/>
                <a:cs typeface="Arial"/>
              </a:rPr>
              <a:t>(Tompkins, </a:t>
            </a:r>
            <a:r>
              <a:rPr sz="1200" b="1" spc="-90" dirty="0">
                <a:latin typeface="Arial"/>
                <a:cs typeface="Arial"/>
              </a:rPr>
              <a:t>G.E. </a:t>
            </a:r>
            <a:r>
              <a:rPr sz="1200" b="1" spc="-100" dirty="0">
                <a:latin typeface="Arial"/>
                <a:cs typeface="Arial"/>
              </a:rPr>
              <a:t>&amp; </a:t>
            </a:r>
            <a:r>
              <a:rPr sz="1200" b="1" dirty="0">
                <a:latin typeface="Arial"/>
                <a:cs typeface="Arial"/>
              </a:rPr>
              <a:t>Hoffner,</a:t>
            </a:r>
            <a:r>
              <a:rPr sz="1200" b="1" spc="-120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H.)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033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961" y="12199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199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62528" y="21717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961" y="22105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62528" y="3771900"/>
            <a:ext cx="5134356" cy="1234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05961" y="38107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54161" y="3353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54161" y="3353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62528" y="29337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05961" y="29725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154161" y="1372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154161" y="1372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85132" y="1560575"/>
            <a:ext cx="3108960" cy="3063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21961" y="1597405"/>
            <a:ext cx="3035808" cy="2322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492750" y="1766442"/>
            <a:ext cx="67183" cy="707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92750" y="16531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60006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4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71461" y="16371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3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25667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8" y="21843"/>
                </a:lnTo>
                <a:lnTo>
                  <a:pt x="56134" y="16763"/>
                </a:lnTo>
                <a:lnTo>
                  <a:pt x="53340" y="11684"/>
                </a:lnTo>
                <a:lnTo>
                  <a:pt x="49911" y="7874"/>
                </a:lnTo>
                <a:lnTo>
                  <a:pt x="45847" y="5461"/>
                </a:lnTo>
                <a:lnTo>
                  <a:pt x="41783" y="3048"/>
                </a:lnTo>
                <a:lnTo>
                  <a:pt x="37592" y="1524"/>
                </a:lnTo>
                <a:lnTo>
                  <a:pt x="33147" y="888"/>
                </a:lnTo>
                <a:lnTo>
                  <a:pt x="28702" y="253"/>
                </a:lnTo>
                <a:lnTo>
                  <a:pt x="24130" y="0"/>
                </a:lnTo>
                <a:lnTo>
                  <a:pt x="1930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0947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88023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3" y="4064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60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14644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4" y="5969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59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6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25995" y="16013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20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4" y="197485"/>
                </a:lnTo>
                <a:lnTo>
                  <a:pt x="118618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4194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7" y="381"/>
                </a:lnTo>
                <a:lnTo>
                  <a:pt x="128397" y="889"/>
                </a:lnTo>
                <a:lnTo>
                  <a:pt x="129158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6" y="14605"/>
                </a:lnTo>
                <a:lnTo>
                  <a:pt x="132206" y="18034"/>
                </a:lnTo>
                <a:lnTo>
                  <a:pt x="132206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8" y="34162"/>
                </a:lnTo>
                <a:lnTo>
                  <a:pt x="128397" y="34798"/>
                </a:lnTo>
                <a:lnTo>
                  <a:pt x="127507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3" y="90551"/>
                </a:lnTo>
                <a:lnTo>
                  <a:pt x="114300" y="90551"/>
                </a:lnTo>
                <a:lnTo>
                  <a:pt x="119633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3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3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0" y="188722"/>
                </a:lnTo>
                <a:lnTo>
                  <a:pt x="128270" y="188976"/>
                </a:lnTo>
                <a:lnTo>
                  <a:pt x="129158" y="189611"/>
                </a:lnTo>
                <a:lnTo>
                  <a:pt x="130048" y="190246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8" y="223393"/>
                </a:lnTo>
                <a:lnTo>
                  <a:pt x="128270" y="224028"/>
                </a:lnTo>
                <a:lnTo>
                  <a:pt x="127380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4230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8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3" y="381"/>
                </a:lnTo>
                <a:lnTo>
                  <a:pt x="90043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2" y="4699"/>
                </a:lnTo>
                <a:lnTo>
                  <a:pt x="121031" y="7874"/>
                </a:lnTo>
                <a:lnTo>
                  <a:pt x="128270" y="10922"/>
                </a:lnTo>
                <a:lnTo>
                  <a:pt x="134366" y="14986"/>
                </a:lnTo>
                <a:lnTo>
                  <a:pt x="139319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3" y="44831"/>
                </a:lnTo>
                <a:lnTo>
                  <a:pt x="154940" y="52705"/>
                </a:lnTo>
                <a:lnTo>
                  <a:pt x="154940" y="61595"/>
                </a:lnTo>
                <a:lnTo>
                  <a:pt x="154940" y="69087"/>
                </a:lnTo>
                <a:lnTo>
                  <a:pt x="143637" y="98679"/>
                </a:lnTo>
                <a:lnTo>
                  <a:pt x="139954" y="103505"/>
                </a:lnTo>
                <a:lnTo>
                  <a:pt x="111379" y="120015"/>
                </a:lnTo>
                <a:lnTo>
                  <a:pt x="114681" y="121666"/>
                </a:lnTo>
                <a:lnTo>
                  <a:pt x="117856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6" y="159893"/>
                </a:lnTo>
                <a:lnTo>
                  <a:pt x="162179" y="204089"/>
                </a:lnTo>
                <a:lnTo>
                  <a:pt x="163957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3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40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40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2" y="167767"/>
                </a:lnTo>
                <a:lnTo>
                  <a:pt x="94869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817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6856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9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4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4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9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6892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121030" y="7874"/>
                </a:lnTo>
                <a:lnTo>
                  <a:pt x="128270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47320" y="93853"/>
                </a:lnTo>
                <a:lnTo>
                  <a:pt x="143637" y="98679"/>
                </a:lnTo>
                <a:lnTo>
                  <a:pt x="139953" y="103505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943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79947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6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7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69" y="59055"/>
                </a:lnTo>
                <a:lnTo>
                  <a:pt x="153669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19" y="146558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490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8752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6776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44511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6" y="380"/>
                </a:lnTo>
                <a:lnTo>
                  <a:pt x="177673" y="762"/>
                </a:lnTo>
                <a:lnTo>
                  <a:pt x="179705" y="1142"/>
                </a:lnTo>
                <a:lnTo>
                  <a:pt x="181102" y="1904"/>
                </a:lnTo>
                <a:lnTo>
                  <a:pt x="182626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3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3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1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1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9" y="202691"/>
                </a:lnTo>
                <a:lnTo>
                  <a:pt x="114808" y="196976"/>
                </a:lnTo>
                <a:lnTo>
                  <a:pt x="59055" y="92075"/>
                </a:lnTo>
                <a:lnTo>
                  <a:pt x="55753" y="85851"/>
                </a:lnTo>
                <a:lnTo>
                  <a:pt x="52451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1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6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1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1" y="7492"/>
                </a:lnTo>
                <a:lnTo>
                  <a:pt x="4826" y="4699"/>
                </a:lnTo>
                <a:lnTo>
                  <a:pt x="8001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73279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80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50023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5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2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590918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0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6628" y="218312"/>
                </a:lnTo>
                <a:lnTo>
                  <a:pt x="207009" y="220725"/>
                </a:lnTo>
                <a:lnTo>
                  <a:pt x="206501" y="222503"/>
                </a:lnTo>
                <a:lnTo>
                  <a:pt x="205231" y="223774"/>
                </a:lnTo>
                <a:lnTo>
                  <a:pt x="203961" y="225044"/>
                </a:lnTo>
                <a:lnTo>
                  <a:pt x="201675" y="225806"/>
                </a:lnTo>
                <a:lnTo>
                  <a:pt x="198500" y="226060"/>
                </a:lnTo>
                <a:lnTo>
                  <a:pt x="195199" y="226313"/>
                </a:lnTo>
                <a:lnTo>
                  <a:pt x="190753" y="226440"/>
                </a:lnTo>
                <a:lnTo>
                  <a:pt x="185165" y="226440"/>
                </a:lnTo>
                <a:lnTo>
                  <a:pt x="179197" y="226440"/>
                </a:lnTo>
                <a:lnTo>
                  <a:pt x="174625" y="226440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2" y="174244"/>
                </a:lnTo>
                <a:lnTo>
                  <a:pt x="59054" y="174244"/>
                </a:lnTo>
                <a:lnTo>
                  <a:pt x="44830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5" y="225933"/>
                </a:lnTo>
                <a:lnTo>
                  <a:pt x="32257" y="226060"/>
                </a:lnTo>
                <a:lnTo>
                  <a:pt x="29209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5" y="226440"/>
                </a:lnTo>
                <a:lnTo>
                  <a:pt x="1524" y="223393"/>
                </a:lnTo>
                <a:lnTo>
                  <a:pt x="380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4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5" y="9017"/>
                </a:lnTo>
                <a:lnTo>
                  <a:pt x="72771" y="7112"/>
                </a:lnTo>
                <a:lnTo>
                  <a:pt x="73659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1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1" y="126"/>
                </a:lnTo>
                <a:lnTo>
                  <a:pt x="95630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310885" y="1590675"/>
            <a:ext cx="156337" cy="2442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66000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84023" y="101600"/>
                </a:lnTo>
                <a:lnTo>
                  <a:pt x="185420" y="102234"/>
                </a:lnTo>
                <a:lnTo>
                  <a:pt x="186690" y="103124"/>
                </a:lnTo>
                <a:lnTo>
                  <a:pt x="187832" y="104393"/>
                </a:lnTo>
                <a:lnTo>
                  <a:pt x="188975" y="105663"/>
                </a:lnTo>
                <a:lnTo>
                  <a:pt x="189738" y="107187"/>
                </a:lnTo>
                <a:lnTo>
                  <a:pt x="190373" y="108965"/>
                </a:lnTo>
                <a:lnTo>
                  <a:pt x="190880" y="110870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04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5219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789932" y="2398776"/>
            <a:ext cx="2546604" cy="3063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826761" y="2435605"/>
            <a:ext cx="2473452" cy="23228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797550" y="2604642"/>
            <a:ext cx="67183" cy="707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797550" y="24913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402451" y="24824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5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613906" y="24753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2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99532" y="24748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030467" y="24744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4" y="63627"/>
                </a:lnTo>
                <a:lnTo>
                  <a:pt x="29591" y="63627"/>
                </a:lnTo>
                <a:lnTo>
                  <a:pt x="35306" y="62865"/>
                </a:lnTo>
                <a:lnTo>
                  <a:pt x="40132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4" y="40640"/>
                </a:lnTo>
                <a:lnTo>
                  <a:pt x="61976" y="36195"/>
                </a:lnTo>
                <a:lnTo>
                  <a:pt x="61976" y="31369"/>
                </a:lnTo>
                <a:lnTo>
                  <a:pt x="61976" y="24003"/>
                </a:lnTo>
                <a:lnTo>
                  <a:pt x="40512" y="1905"/>
                </a:lnTo>
                <a:lnTo>
                  <a:pt x="38227" y="1270"/>
                </a:lnTo>
                <a:lnTo>
                  <a:pt x="35560" y="889"/>
                </a:lnTo>
                <a:lnTo>
                  <a:pt x="32639" y="508"/>
                </a:lnTo>
                <a:lnTo>
                  <a:pt x="29718" y="127"/>
                </a:lnTo>
                <a:lnTo>
                  <a:pt x="25654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568440" y="24395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19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3" y="197485"/>
                </a:lnTo>
                <a:lnTo>
                  <a:pt x="118617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6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6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84391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984747" y="24395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2" y="381"/>
                </a:lnTo>
                <a:lnTo>
                  <a:pt x="90042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1" y="4699"/>
                </a:lnTo>
                <a:lnTo>
                  <a:pt x="121030" y="7874"/>
                </a:lnTo>
                <a:lnTo>
                  <a:pt x="128269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18363" y="117856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7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2" y="156972"/>
                </a:lnTo>
                <a:lnTo>
                  <a:pt x="90169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69" y="132715"/>
                </a:lnTo>
                <a:lnTo>
                  <a:pt x="59943" y="132715"/>
                </a:lnTo>
                <a:lnTo>
                  <a:pt x="45719" y="132715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53811" y="24395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180076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982464" y="24395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886956" y="2438907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8" y="202691"/>
                </a:lnTo>
                <a:lnTo>
                  <a:pt x="114808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0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4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792468" y="2438526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4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2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4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1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2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333363" y="2438526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1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7010" y="220725"/>
                </a:lnTo>
                <a:lnTo>
                  <a:pt x="206502" y="222503"/>
                </a:lnTo>
                <a:lnTo>
                  <a:pt x="205232" y="223774"/>
                </a:lnTo>
                <a:lnTo>
                  <a:pt x="203962" y="225044"/>
                </a:lnTo>
                <a:lnTo>
                  <a:pt x="201676" y="225678"/>
                </a:lnTo>
                <a:lnTo>
                  <a:pt x="198501" y="226060"/>
                </a:lnTo>
                <a:lnTo>
                  <a:pt x="195198" y="226313"/>
                </a:lnTo>
                <a:lnTo>
                  <a:pt x="190754" y="226440"/>
                </a:lnTo>
                <a:lnTo>
                  <a:pt x="185165" y="226440"/>
                </a:lnTo>
                <a:lnTo>
                  <a:pt x="179196" y="226440"/>
                </a:lnTo>
                <a:lnTo>
                  <a:pt x="174625" y="226440"/>
                </a:lnTo>
                <a:lnTo>
                  <a:pt x="171322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3" y="174244"/>
                </a:lnTo>
                <a:lnTo>
                  <a:pt x="59054" y="174244"/>
                </a:lnTo>
                <a:lnTo>
                  <a:pt x="44831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6" y="225933"/>
                </a:lnTo>
                <a:lnTo>
                  <a:pt x="32258" y="226060"/>
                </a:lnTo>
                <a:lnTo>
                  <a:pt x="29210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6" y="226440"/>
                </a:lnTo>
                <a:lnTo>
                  <a:pt x="1524" y="223393"/>
                </a:lnTo>
                <a:lnTo>
                  <a:pt x="381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5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6" y="9017"/>
                </a:lnTo>
                <a:lnTo>
                  <a:pt x="72771" y="7112"/>
                </a:lnTo>
                <a:lnTo>
                  <a:pt x="73660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2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2" y="126"/>
                </a:lnTo>
                <a:lnTo>
                  <a:pt x="95631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108443" y="2435732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1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1" y="22732"/>
                </a:lnTo>
                <a:lnTo>
                  <a:pt x="190626" y="25653"/>
                </a:lnTo>
                <a:lnTo>
                  <a:pt x="191388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5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5"/>
                </a:lnTo>
                <a:lnTo>
                  <a:pt x="116839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7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3" y="216153"/>
                </a:lnTo>
                <a:lnTo>
                  <a:pt x="185674" y="218186"/>
                </a:lnTo>
                <a:lnTo>
                  <a:pt x="181863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4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05271" y="2426461"/>
            <a:ext cx="168783" cy="24663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26761" y="24356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485132" y="3236976"/>
            <a:ext cx="3244595" cy="3063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521961" y="3273805"/>
            <a:ext cx="3171443" cy="23228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573521" y="3442842"/>
            <a:ext cx="67183" cy="707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73521" y="3329559"/>
            <a:ext cx="67183" cy="7061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751576" y="3264661"/>
            <a:ext cx="1405636" cy="25057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094732" y="33130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049011" y="32777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875276" y="32777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677664" y="32777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280147" y="32771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6" y="0"/>
                </a:lnTo>
                <a:lnTo>
                  <a:pt x="172338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4" y="5206"/>
                </a:lnTo>
                <a:lnTo>
                  <a:pt x="185038" y="6350"/>
                </a:lnTo>
                <a:lnTo>
                  <a:pt x="185038" y="7492"/>
                </a:lnTo>
                <a:lnTo>
                  <a:pt x="185038" y="209041"/>
                </a:lnTo>
                <a:lnTo>
                  <a:pt x="185038" y="211708"/>
                </a:lnTo>
                <a:lnTo>
                  <a:pt x="184657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1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2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3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14807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1" y="50800"/>
                </a:lnTo>
                <a:lnTo>
                  <a:pt x="39750" y="50800"/>
                </a:lnTo>
                <a:lnTo>
                  <a:pt x="40258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40894" y="220852"/>
                </a:lnTo>
                <a:lnTo>
                  <a:pt x="40258" y="221741"/>
                </a:lnTo>
                <a:lnTo>
                  <a:pt x="39624" y="222630"/>
                </a:lnTo>
                <a:lnTo>
                  <a:pt x="24510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7" y="634"/>
                </a:lnTo>
                <a:lnTo>
                  <a:pt x="16509" y="634"/>
                </a:lnTo>
                <a:lnTo>
                  <a:pt x="41021" y="634"/>
                </a:lnTo>
                <a:lnTo>
                  <a:pt x="45338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4" y="3809"/>
                </a:lnTo>
                <a:lnTo>
                  <a:pt x="60198" y="5587"/>
                </a:lnTo>
                <a:lnTo>
                  <a:pt x="62483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3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6" y="111125"/>
                </a:lnTo>
                <a:lnTo>
                  <a:pt x="121920" y="115950"/>
                </a:lnTo>
                <a:lnTo>
                  <a:pt x="124459" y="120776"/>
                </a:lnTo>
                <a:lnTo>
                  <a:pt x="127000" y="125602"/>
                </a:lnTo>
                <a:lnTo>
                  <a:pt x="129412" y="130301"/>
                </a:lnTo>
                <a:lnTo>
                  <a:pt x="131699" y="135127"/>
                </a:lnTo>
                <a:lnTo>
                  <a:pt x="133984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8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3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3" y="4317"/>
                </a:lnTo>
                <a:lnTo>
                  <a:pt x="145669" y="3428"/>
                </a:lnTo>
                <a:lnTo>
                  <a:pt x="146811" y="2539"/>
                </a:lnTo>
                <a:lnTo>
                  <a:pt x="148462" y="1904"/>
                </a:lnTo>
                <a:lnTo>
                  <a:pt x="150113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6" y="126"/>
                </a:lnTo>
                <a:lnTo>
                  <a:pt x="160908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185659" y="32767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5">
                <a:moveTo>
                  <a:pt x="22987" y="0"/>
                </a:moveTo>
                <a:lnTo>
                  <a:pt x="27432" y="0"/>
                </a:lnTo>
                <a:lnTo>
                  <a:pt x="31115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4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7" y="225551"/>
                </a:lnTo>
                <a:lnTo>
                  <a:pt x="34036" y="225933"/>
                </a:lnTo>
                <a:lnTo>
                  <a:pt x="31115" y="226313"/>
                </a:lnTo>
                <a:lnTo>
                  <a:pt x="27432" y="226440"/>
                </a:lnTo>
                <a:lnTo>
                  <a:pt x="22987" y="226440"/>
                </a:lnTo>
                <a:lnTo>
                  <a:pt x="18542" y="226440"/>
                </a:lnTo>
                <a:lnTo>
                  <a:pt x="4953" y="224536"/>
                </a:lnTo>
                <a:lnTo>
                  <a:pt x="3175" y="224027"/>
                </a:lnTo>
                <a:lnTo>
                  <a:pt x="1905" y="223265"/>
                </a:lnTo>
                <a:lnTo>
                  <a:pt x="1143" y="222250"/>
                </a:lnTo>
                <a:lnTo>
                  <a:pt x="381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1" y="5080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01635" y="32739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7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7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2" y="47370"/>
                </a:lnTo>
                <a:lnTo>
                  <a:pt x="191008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10" y="56006"/>
                </a:lnTo>
                <a:lnTo>
                  <a:pt x="178181" y="53975"/>
                </a:lnTo>
                <a:lnTo>
                  <a:pt x="174879" y="51942"/>
                </a:lnTo>
                <a:lnTo>
                  <a:pt x="170434" y="49656"/>
                </a:lnTo>
                <a:lnTo>
                  <a:pt x="164846" y="47243"/>
                </a:lnTo>
                <a:lnTo>
                  <a:pt x="159258" y="44830"/>
                </a:lnTo>
                <a:lnTo>
                  <a:pt x="152654" y="42544"/>
                </a:lnTo>
                <a:lnTo>
                  <a:pt x="118237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6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2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5" y="109854"/>
                </a:lnTo>
                <a:lnTo>
                  <a:pt x="97409" y="107568"/>
                </a:lnTo>
                <a:lnTo>
                  <a:pt x="102235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2" y="112902"/>
                </a:lnTo>
                <a:lnTo>
                  <a:pt x="191262" y="115188"/>
                </a:lnTo>
                <a:lnTo>
                  <a:pt x="191262" y="204469"/>
                </a:lnTo>
                <a:lnTo>
                  <a:pt x="191262" y="207899"/>
                </a:lnTo>
                <a:lnTo>
                  <a:pt x="190627" y="210946"/>
                </a:lnTo>
                <a:lnTo>
                  <a:pt x="189357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1" y="221233"/>
                </a:lnTo>
                <a:lnTo>
                  <a:pt x="138811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7" y="232028"/>
                </a:lnTo>
                <a:lnTo>
                  <a:pt x="66294" y="224281"/>
                </a:lnTo>
                <a:lnTo>
                  <a:pt x="30353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380735" y="3264661"/>
            <a:ext cx="168275" cy="25057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521961" y="32738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462528" y="4686300"/>
            <a:ext cx="5134356" cy="1234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05961" y="47251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637532" y="4151376"/>
            <a:ext cx="2962656" cy="30632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674361" y="4188205"/>
            <a:ext cx="2889504" cy="23228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735065" y="4366386"/>
            <a:ext cx="48895" cy="52705"/>
          </a:xfrm>
          <a:custGeom>
            <a:avLst/>
            <a:gdLst/>
            <a:ahLst/>
            <a:cxnLst/>
            <a:rect l="l" t="t" r="r" b="b"/>
            <a:pathLst>
              <a:path w="48895" h="52704">
                <a:moveTo>
                  <a:pt x="24384" y="0"/>
                </a:moveTo>
                <a:lnTo>
                  <a:pt x="29083" y="0"/>
                </a:lnTo>
                <a:lnTo>
                  <a:pt x="33020" y="507"/>
                </a:lnTo>
                <a:lnTo>
                  <a:pt x="36068" y="1396"/>
                </a:lnTo>
                <a:lnTo>
                  <a:pt x="39243" y="2286"/>
                </a:lnTo>
                <a:lnTo>
                  <a:pt x="47751" y="13969"/>
                </a:lnTo>
                <a:lnTo>
                  <a:pt x="48513" y="17399"/>
                </a:lnTo>
                <a:lnTo>
                  <a:pt x="48895" y="21589"/>
                </a:lnTo>
                <a:lnTo>
                  <a:pt x="48895" y="26415"/>
                </a:lnTo>
                <a:lnTo>
                  <a:pt x="48895" y="31242"/>
                </a:lnTo>
                <a:lnTo>
                  <a:pt x="48513" y="35306"/>
                </a:lnTo>
                <a:lnTo>
                  <a:pt x="47751" y="38607"/>
                </a:lnTo>
                <a:lnTo>
                  <a:pt x="46989" y="41910"/>
                </a:lnTo>
                <a:lnTo>
                  <a:pt x="29083" y="52450"/>
                </a:lnTo>
                <a:lnTo>
                  <a:pt x="24384" y="52450"/>
                </a:lnTo>
                <a:lnTo>
                  <a:pt x="19558" y="52450"/>
                </a:lnTo>
                <a:lnTo>
                  <a:pt x="1143" y="38607"/>
                </a:lnTo>
                <a:lnTo>
                  <a:pt x="381" y="35306"/>
                </a:lnTo>
                <a:lnTo>
                  <a:pt x="0" y="31242"/>
                </a:lnTo>
                <a:lnTo>
                  <a:pt x="0" y="26415"/>
                </a:lnTo>
                <a:lnTo>
                  <a:pt x="0" y="21589"/>
                </a:lnTo>
                <a:lnTo>
                  <a:pt x="381" y="17399"/>
                </a:lnTo>
                <a:lnTo>
                  <a:pt x="1143" y="13969"/>
                </a:lnTo>
                <a:lnTo>
                  <a:pt x="1778" y="10540"/>
                </a:lnTo>
                <a:lnTo>
                  <a:pt x="12573" y="1396"/>
                </a:lnTo>
                <a:lnTo>
                  <a:pt x="15621" y="507"/>
                </a:lnTo>
                <a:lnTo>
                  <a:pt x="19558" y="0"/>
                </a:lnTo>
                <a:lnTo>
                  <a:pt x="2438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735065" y="4253103"/>
            <a:ext cx="48895" cy="52705"/>
          </a:xfrm>
          <a:custGeom>
            <a:avLst/>
            <a:gdLst/>
            <a:ahLst/>
            <a:cxnLst/>
            <a:rect l="l" t="t" r="r" b="b"/>
            <a:pathLst>
              <a:path w="48895" h="52704">
                <a:moveTo>
                  <a:pt x="24384" y="0"/>
                </a:moveTo>
                <a:lnTo>
                  <a:pt x="29083" y="0"/>
                </a:lnTo>
                <a:lnTo>
                  <a:pt x="33020" y="381"/>
                </a:lnTo>
                <a:lnTo>
                  <a:pt x="36068" y="1397"/>
                </a:lnTo>
                <a:lnTo>
                  <a:pt x="39243" y="2286"/>
                </a:lnTo>
                <a:lnTo>
                  <a:pt x="41783" y="3810"/>
                </a:lnTo>
                <a:lnTo>
                  <a:pt x="43687" y="5842"/>
                </a:lnTo>
                <a:lnTo>
                  <a:pt x="45593" y="7874"/>
                </a:lnTo>
                <a:lnTo>
                  <a:pt x="46989" y="10668"/>
                </a:lnTo>
                <a:lnTo>
                  <a:pt x="47751" y="13970"/>
                </a:lnTo>
                <a:lnTo>
                  <a:pt x="48513" y="17399"/>
                </a:lnTo>
                <a:lnTo>
                  <a:pt x="48895" y="21463"/>
                </a:lnTo>
                <a:lnTo>
                  <a:pt x="48895" y="26416"/>
                </a:lnTo>
                <a:lnTo>
                  <a:pt x="48895" y="31369"/>
                </a:lnTo>
                <a:lnTo>
                  <a:pt x="48513" y="35433"/>
                </a:lnTo>
                <a:lnTo>
                  <a:pt x="47751" y="38608"/>
                </a:lnTo>
                <a:lnTo>
                  <a:pt x="46989" y="41910"/>
                </a:lnTo>
                <a:lnTo>
                  <a:pt x="29083" y="52324"/>
                </a:lnTo>
                <a:lnTo>
                  <a:pt x="24384" y="52324"/>
                </a:lnTo>
                <a:lnTo>
                  <a:pt x="19558" y="52324"/>
                </a:lnTo>
                <a:lnTo>
                  <a:pt x="1143" y="38608"/>
                </a:lnTo>
                <a:lnTo>
                  <a:pt x="381" y="35433"/>
                </a:lnTo>
                <a:lnTo>
                  <a:pt x="0" y="31369"/>
                </a:lnTo>
                <a:lnTo>
                  <a:pt x="0" y="26416"/>
                </a:lnTo>
                <a:lnTo>
                  <a:pt x="0" y="21463"/>
                </a:lnTo>
                <a:lnTo>
                  <a:pt x="381" y="17399"/>
                </a:lnTo>
                <a:lnTo>
                  <a:pt x="1143" y="13970"/>
                </a:lnTo>
                <a:lnTo>
                  <a:pt x="1778" y="10668"/>
                </a:lnTo>
                <a:lnTo>
                  <a:pt x="3048" y="7874"/>
                </a:lnTo>
                <a:lnTo>
                  <a:pt x="4953" y="5842"/>
                </a:lnTo>
                <a:lnTo>
                  <a:pt x="6858" y="3810"/>
                </a:lnTo>
                <a:lnTo>
                  <a:pt x="9398" y="2286"/>
                </a:lnTo>
                <a:lnTo>
                  <a:pt x="12573" y="1397"/>
                </a:lnTo>
                <a:lnTo>
                  <a:pt x="15621" y="381"/>
                </a:lnTo>
                <a:lnTo>
                  <a:pt x="19558" y="0"/>
                </a:lnTo>
                <a:lnTo>
                  <a:pt x="2438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570220" y="4230496"/>
            <a:ext cx="59690" cy="103505"/>
          </a:xfrm>
          <a:custGeom>
            <a:avLst/>
            <a:gdLst/>
            <a:ahLst/>
            <a:cxnLst/>
            <a:rect l="l" t="t" r="r" b="b"/>
            <a:pathLst>
              <a:path w="59689" h="103504">
                <a:moveTo>
                  <a:pt x="59054" y="0"/>
                </a:moveTo>
                <a:lnTo>
                  <a:pt x="0" y="103123"/>
                </a:lnTo>
                <a:lnTo>
                  <a:pt x="59435" y="103123"/>
                </a:lnTo>
                <a:lnTo>
                  <a:pt x="59435" y="0"/>
                </a:lnTo>
                <a:lnTo>
                  <a:pt x="5905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327647" y="42274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6"/>
                </a:lnTo>
                <a:lnTo>
                  <a:pt x="60325" y="41909"/>
                </a:lnTo>
                <a:lnTo>
                  <a:pt x="60325" y="36194"/>
                </a:lnTo>
                <a:lnTo>
                  <a:pt x="60325" y="28320"/>
                </a:lnTo>
                <a:lnTo>
                  <a:pt x="33147" y="888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247132" y="42274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6"/>
                </a:lnTo>
                <a:lnTo>
                  <a:pt x="60325" y="41909"/>
                </a:lnTo>
                <a:lnTo>
                  <a:pt x="60325" y="36194"/>
                </a:lnTo>
                <a:lnTo>
                  <a:pt x="60325" y="28320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3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902195" y="42270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6"/>
                </a:lnTo>
                <a:lnTo>
                  <a:pt x="23113" y="63626"/>
                </a:lnTo>
                <a:lnTo>
                  <a:pt x="29590" y="63626"/>
                </a:lnTo>
                <a:lnTo>
                  <a:pt x="35305" y="62864"/>
                </a:lnTo>
                <a:lnTo>
                  <a:pt x="40131" y="61213"/>
                </a:lnTo>
                <a:lnTo>
                  <a:pt x="45084" y="59689"/>
                </a:lnTo>
                <a:lnTo>
                  <a:pt x="59562" y="44576"/>
                </a:lnTo>
                <a:lnTo>
                  <a:pt x="61213" y="40639"/>
                </a:lnTo>
                <a:lnTo>
                  <a:pt x="61975" y="36194"/>
                </a:lnTo>
                <a:lnTo>
                  <a:pt x="61975" y="31368"/>
                </a:lnTo>
                <a:lnTo>
                  <a:pt x="61975" y="24002"/>
                </a:lnTo>
                <a:lnTo>
                  <a:pt x="40512" y="1904"/>
                </a:lnTo>
                <a:lnTo>
                  <a:pt x="38226" y="1269"/>
                </a:lnTo>
                <a:lnTo>
                  <a:pt x="35559" y="888"/>
                </a:lnTo>
                <a:lnTo>
                  <a:pt x="32638" y="507"/>
                </a:lnTo>
                <a:lnTo>
                  <a:pt x="29718" y="126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653021" y="4225671"/>
            <a:ext cx="116839" cy="157480"/>
          </a:xfrm>
          <a:custGeom>
            <a:avLst/>
            <a:gdLst/>
            <a:ahLst/>
            <a:cxnLst/>
            <a:rect l="l" t="t" r="r" b="b"/>
            <a:pathLst>
              <a:path w="116840" h="157479">
                <a:moveTo>
                  <a:pt x="58927" y="0"/>
                </a:moveTo>
                <a:lnTo>
                  <a:pt x="17272" y="16128"/>
                </a:lnTo>
                <a:lnTo>
                  <a:pt x="1660" y="55098"/>
                </a:lnTo>
                <a:lnTo>
                  <a:pt x="0" y="77850"/>
                </a:lnTo>
                <a:lnTo>
                  <a:pt x="168" y="86778"/>
                </a:lnTo>
                <a:lnTo>
                  <a:pt x="6492" y="124475"/>
                </a:lnTo>
                <a:lnTo>
                  <a:pt x="35728" y="154172"/>
                </a:lnTo>
                <a:lnTo>
                  <a:pt x="57784" y="157225"/>
                </a:lnTo>
                <a:lnTo>
                  <a:pt x="65831" y="156843"/>
                </a:lnTo>
                <a:lnTo>
                  <a:pt x="104012" y="133984"/>
                </a:lnTo>
                <a:lnTo>
                  <a:pt x="115966" y="94202"/>
                </a:lnTo>
                <a:lnTo>
                  <a:pt x="116712" y="78485"/>
                </a:lnTo>
                <a:lnTo>
                  <a:pt x="116544" y="69840"/>
                </a:lnTo>
                <a:lnTo>
                  <a:pt x="107596" y="26995"/>
                </a:lnTo>
                <a:lnTo>
                  <a:pt x="74215" y="1412"/>
                </a:lnTo>
                <a:lnTo>
                  <a:pt x="5892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856476" y="41921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9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6"/>
                </a:lnTo>
                <a:lnTo>
                  <a:pt x="86232" y="380"/>
                </a:lnTo>
                <a:lnTo>
                  <a:pt x="90043" y="634"/>
                </a:lnTo>
                <a:lnTo>
                  <a:pt x="93472" y="888"/>
                </a:lnTo>
                <a:lnTo>
                  <a:pt x="96647" y="1269"/>
                </a:lnTo>
                <a:lnTo>
                  <a:pt x="105664" y="2539"/>
                </a:lnTo>
                <a:lnTo>
                  <a:pt x="113792" y="4698"/>
                </a:lnTo>
                <a:lnTo>
                  <a:pt x="121030" y="7873"/>
                </a:lnTo>
                <a:lnTo>
                  <a:pt x="128270" y="10921"/>
                </a:lnTo>
                <a:lnTo>
                  <a:pt x="134366" y="14985"/>
                </a:lnTo>
                <a:lnTo>
                  <a:pt x="139319" y="20065"/>
                </a:lnTo>
                <a:lnTo>
                  <a:pt x="144399" y="25145"/>
                </a:lnTo>
                <a:lnTo>
                  <a:pt x="148208" y="31114"/>
                </a:lnTo>
                <a:lnTo>
                  <a:pt x="150875" y="37972"/>
                </a:lnTo>
                <a:lnTo>
                  <a:pt x="153543" y="44830"/>
                </a:lnTo>
                <a:lnTo>
                  <a:pt x="154940" y="52704"/>
                </a:lnTo>
                <a:lnTo>
                  <a:pt x="154940" y="61594"/>
                </a:lnTo>
                <a:lnTo>
                  <a:pt x="154940" y="69087"/>
                </a:lnTo>
                <a:lnTo>
                  <a:pt x="153924" y="75945"/>
                </a:lnTo>
                <a:lnTo>
                  <a:pt x="152019" y="82168"/>
                </a:lnTo>
                <a:lnTo>
                  <a:pt x="150114" y="88391"/>
                </a:lnTo>
                <a:lnTo>
                  <a:pt x="118364" y="117855"/>
                </a:lnTo>
                <a:lnTo>
                  <a:pt x="111378" y="120014"/>
                </a:lnTo>
                <a:lnTo>
                  <a:pt x="114680" y="121665"/>
                </a:lnTo>
                <a:lnTo>
                  <a:pt x="117855" y="123570"/>
                </a:lnTo>
                <a:lnTo>
                  <a:pt x="120776" y="125983"/>
                </a:lnTo>
                <a:lnTo>
                  <a:pt x="123825" y="128269"/>
                </a:lnTo>
                <a:lnTo>
                  <a:pt x="143255" y="159892"/>
                </a:lnTo>
                <a:lnTo>
                  <a:pt x="162178" y="204088"/>
                </a:lnTo>
                <a:lnTo>
                  <a:pt x="163956" y="208533"/>
                </a:lnTo>
                <a:lnTo>
                  <a:pt x="165100" y="211708"/>
                </a:lnTo>
                <a:lnTo>
                  <a:pt x="165607" y="213740"/>
                </a:lnTo>
                <a:lnTo>
                  <a:pt x="166243" y="215772"/>
                </a:lnTo>
                <a:lnTo>
                  <a:pt x="166497" y="217296"/>
                </a:lnTo>
                <a:lnTo>
                  <a:pt x="166497" y="218566"/>
                </a:lnTo>
                <a:lnTo>
                  <a:pt x="166497" y="219836"/>
                </a:lnTo>
                <a:lnTo>
                  <a:pt x="154940" y="225043"/>
                </a:lnTo>
                <a:lnTo>
                  <a:pt x="151510" y="225297"/>
                </a:lnTo>
                <a:lnTo>
                  <a:pt x="146939" y="225424"/>
                </a:lnTo>
                <a:lnTo>
                  <a:pt x="141224" y="225424"/>
                </a:lnTo>
                <a:lnTo>
                  <a:pt x="136398" y="225424"/>
                </a:lnTo>
                <a:lnTo>
                  <a:pt x="132460" y="225297"/>
                </a:lnTo>
                <a:lnTo>
                  <a:pt x="129540" y="225043"/>
                </a:lnTo>
                <a:lnTo>
                  <a:pt x="126746" y="224916"/>
                </a:lnTo>
                <a:lnTo>
                  <a:pt x="117475" y="217804"/>
                </a:lnTo>
                <a:lnTo>
                  <a:pt x="97281" y="167766"/>
                </a:lnTo>
                <a:lnTo>
                  <a:pt x="94869" y="162051"/>
                </a:lnTo>
                <a:lnTo>
                  <a:pt x="92582" y="156971"/>
                </a:lnTo>
                <a:lnTo>
                  <a:pt x="90170" y="152653"/>
                </a:lnTo>
                <a:lnTo>
                  <a:pt x="87883" y="148208"/>
                </a:lnTo>
                <a:lnTo>
                  <a:pt x="72771" y="135000"/>
                </a:lnTo>
                <a:lnTo>
                  <a:pt x="68960" y="133476"/>
                </a:lnTo>
                <a:lnTo>
                  <a:pt x="64770" y="132714"/>
                </a:lnTo>
                <a:lnTo>
                  <a:pt x="59817" y="132714"/>
                </a:lnTo>
                <a:lnTo>
                  <a:pt x="45720" y="132714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9" y="220344"/>
                </a:lnTo>
                <a:lnTo>
                  <a:pt x="44576" y="221233"/>
                </a:lnTo>
                <a:lnTo>
                  <a:pt x="43815" y="222249"/>
                </a:lnTo>
                <a:lnTo>
                  <a:pt x="42545" y="223011"/>
                </a:lnTo>
                <a:lnTo>
                  <a:pt x="40767" y="223519"/>
                </a:lnTo>
                <a:lnTo>
                  <a:pt x="39116" y="224154"/>
                </a:lnTo>
                <a:lnTo>
                  <a:pt x="36702" y="224535"/>
                </a:lnTo>
                <a:lnTo>
                  <a:pt x="33908" y="224916"/>
                </a:lnTo>
                <a:lnTo>
                  <a:pt x="30988" y="225297"/>
                </a:lnTo>
                <a:lnTo>
                  <a:pt x="27304" y="225424"/>
                </a:lnTo>
                <a:lnTo>
                  <a:pt x="22732" y="225424"/>
                </a:lnTo>
                <a:lnTo>
                  <a:pt x="18415" y="225424"/>
                </a:lnTo>
                <a:lnTo>
                  <a:pt x="14731" y="225297"/>
                </a:lnTo>
                <a:lnTo>
                  <a:pt x="11810" y="224916"/>
                </a:lnTo>
                <a:lnTo>
                  <a:pt x="8763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7" y="222249"/>
                </a:lnTo>
                <a:lnTo>
                  <a:pt x="1143" y="221233"/>
                </a:lnTo>
                <a:lnTo>
                  <a:pt x="380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4477"/>
                </a:lnTo>
                <a:lnTo>
                  <a:pt x="0" y="9397"/>
                </a:lnTo>
                <a:lnTo>
                  <a:pt x="1397" y="5714"/>
                </a:lnTo>
                <a:lnTo>
                  <a:pt x="3937" y="3428"/>
                </a:lnTo>
                <a:lnTo>
                  <a:pt x="6603" y="1142"/>
                </a:lnTo>
                <a:lnTo>
                  <a:pt x="9778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281928" y="41921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4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3"/>
                </a:lnTo>
                <a:lnTo>
                  <a:pt x="83566" y="634"/>
                </a:lnTo>
                <a:lnTo>
                  <a:pt x="88392" y="1015"/>
                </a:lnTo>
                <a:lnTo>
                  <a:pt x="94107" y="1904"/>
                </a:lnTo>
                <a:lnTo>
                  <a:pt x="100837" y="3301"/>
                </a:lnTo>
                <a:lnTo>
                  <a:pt x="107442" y="4571"/>
                </a:lnTo>
                <a:lnTo>
                  <a:pt x="114300" y="6984"/>
                </a:lnTo>
                <a:lnTo>
                  <a:pt x="121158" y="10667"/>
                </a:lnTo>
                <a:lnTo>
                  <a:pt x="128016" y="14223"/>
                </a:lnTo>
                <a:lnTo>
                  <a:pt x="152400" y="50799"/>
                </a:lnTo>
                <a:lnTo>
                  <a:pt x="153670" y="59054"/>
                </a:lnTo>
                <a:lnTo>
                  <a:pt x="153670" y="68198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7"/>
                </a:lnTo>
                <a:lnTo>
                  <a:pt x="45720" y="146557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8" y="220344"/>
                </a:lnTo>
                <a:lnTo>
                  <a:pt x="44576" y="221233"/>
                </a:lnTo>
                <a:lnTo>
                  <a:pt x="43814" y="222249"/>
                </a:lnTo>
                <a:lnTo>
                  <a:pt x="42545" y="223011"/>
                </a:lnTo>
                <a:lnTo>
                  <a:pt x="40767" y="223519"/>
                </a:lnTo>
                <a:lnTo>
                  <a:pt x="39116" y="224154"/>
                </a:lnTo>
                <a:lnTo>
                  <a:pt x="36702" y="224535"/>
                </a:lnTo>
                <a:lnTo>
                  <a:pt x="33909" y="224916"/>
                </a:lnTo>
                <a:lnTo>
                  <a:pt x="30987" y="225297"/>
                </a:lnTo>
                <a:lnTo>
                  <a:pt x="27305" y="225424"/>
                </a:lnTo>
                <a:lnTo>
                  <a:pt x="22733" y="225424"/>
                </a:lnTo>
                <a:lnTo>
                  <a:pt x="18414" y="225424"/>
                </a:lnTo>
                <a:lnTo>
                  <a:pt x="14732" y="225297"/>
                </a:lnTo>
                <a:lnTo>
                  <a:pt x="11811" y="224916"/>
                </a:lnTo>
                <a:lnTo>
                  <a:pt x="8762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7" y="222249"/>
                </a:lnTo>
                <a:lnTo>
                  <a:pt x="1143" y="221233"/>
                </a:lnTo>
                <a:lnTo>
                  <a:pt x="381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6382"/>
                </a:lnTo>
                <a:lnTo>
                  <a:pt x="0" y="10921"/>
                </a:lnTo>
                <a:lnTo>
                  <a:pt x="1524" y="6857"/>
                </a:lnTo>
                <a:lnTo>
                  <a:pt x="4318" y="4063"/>
                </a:lnTo>
                <a:lnTo>
                  <a:pt x="7112" y="1396"/>
                </a:lnTo>
                <a:lnTo>
                  <a:pt x="10922" y="0"/>
                </a:lnTo>
                <a:lnTo>
                  <a:pt x="1549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913120" y="41921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8" y="0"/>
                </a:lnTo>
                <a:lnTo>
                  <a:pt x="127507" y="380"/>
                </a:lnTo>
                <a:lnTo>
                  <a:pt x="128396" y="888"/>
                </a:lnTo>
                <a:lnTo>
                  <a:pt x="129158" y="1523"/>
                </a:lnTo>
                <a:lnTo>
                  <a:pt x="129920" y="2539"/>
                </a:lnTo>
                <a:lnTo>
                  <a:pt x="130428" y="3936"/>
                </a:lnTo>
                <a:lnTo>
                  <a:pt x="131063" y="5333"/>
                </a:lnTo>
                <a:lnTo>
                  <a:pt x="131444" y="7238"/>
                </a:lnTo>
                <a:lnTo>
                  <a:pt x="131699" y="9524"/>
                </a:lnTo>
                <a:lnTo>
                  <a:pt x="132079" y="11810"/>
                </a:lnTo>
                <a:lnTo>
                  <a:pt x="132206" y="14604"/>
                </a:lnTo>
                <a:lnTo>
                  <a:pt x="132206" y="18033"/>
                </a:lnTo>
                <a:lnTo>
                  <a:pt x="132206" y="21335"/>
                </a:lnTo>
                <a:lnTo>
                  <a:pt x="132079" y="24002"/>
                </a:lnTo>
                <a:lnTo>
                  <a:pt x="131699" y="26288"/>
                </a:lnTo>
                <a:lnTo>
                  <a:pt x="131444" y="28574"/>
                </a:lnTo>
                <a:lnTo>
                  <a:pt x="131063" y="30352"/>
                </a:lnTo>
                <a:lnTo>
                  <a:pt x="130428" y="31749"/>
                </a:lnTo>
                <a:lnTo>
                  <a:pt x="129920" y="33146"/>
                </a:lnTo>
                <a:lnTo>
                  <a:pt x="129158" y="34162"/>
                </a:lnTo>
                <a:lnTo>
                  <a:pt x="128396" y="34797"/>
                </a:lnTo>
                <a:lnTo>
                  <a:pt x="127507" y="35432"/>
                </a:lnTo>
                <a:lnTo>
                  <a:pt x="126618" y="35813"/>
                </a:lnTo>
                <a:lnTo>
                  <a:pt x="125602" y="35813"/>
                </a:lnTo>
                <a:lnTo>
                  <a:pt x="45465" y="35813"/>
                </a:lnTo>
                <a:lnTo>
                  <a:pt x="45465" y="90550"/>
                </a:lnTo>
                <a:lnTo>
                  <a:pt x="113283" y="90550"/>
                </a:lnTo>
                <a:lnTo>
                  <a:pt x="114300" y="90550"/>
                </a:lnTo>
                <a:lnTo>
                  <a:pt x="119633" y="99821"/>
                </a:lnTo>
                <a:lnTo>
                  <a:pt x="119887" y="102107"/>
                </a:lnTo>
                <a:lnTo>
                  <a:pt x="120014" y="104774"/>
                </a:lnTo>
                <a:lnTo>
                  <a:pt x="120014" y="108076"/>
                </a:lnTo>
                <a:lnTo>
                  <a:pt x="120014" y="111378"/>
                </a:lnTo>
                <a:lnTo>
                  <a:pt x="119887" y="114172"/>
                </a:lnTo>
                <a:lnTo>
                  <a:pt x="119633" y="116331"/>
                </a:lnTo>
                <a:lnTo>
                  <a:pt x="119379" y="118617"/>
                </a:lnTo>
                <a:lnTo>
                  <a:pt x="114300" y="125348"/>
                </a:lnTo>
                <a:lnTo>
                  <a:pt x="113283" y="125348"/>
                </a:lnTo>
                <a:lnTo>
                  <a:pt x="45465" y="125348"/>
                </a:lnTo>
                <a:lnTo>
                  <a:pt x="45465" y="188721"/>
                </a:lnTo>
                <a:lnTo>
                  <a:pt x="126237" y="188721"/>
                </a:lnTo>
                <a:lnTo>
                  <a:pt x="127380" y="188721"/>
                </a:lnTo>
                <a:lnTo>
                  <a:pt x="128269" y="188975"/>
                </a:lnTo>
                <a:lnTo>
                  <a:pt x="129158" y="189610"/>
                </a:lnTo>
                <a:lnTo>
                  <a:pt x="130047" y="190245"/>
                </a:lnTo>
                <a:lnTo>
                  <a:pt x="133095" y="203199"/>
                </a:lnTo>
                <a:lnTo>
                  <a:pt x="133095" y="206501"/>
                </a:lnTo>
                <a:lnTo>
                  <a:pt x="133095" y="209930"/>
                </a:lnTo>
                <a:lnTo>
                  <a:pt x="131317" y="220471"/>
                </a:lnTo>
                <a:lnTo>
                  <a:pt x="130682" y="221868"/>
                </a:lnTo>
                <a:lnTo>
                  <a:pt x="130047" y="222757"/>
                </a:lnTo>
                <a:lnTo>
                  <a:pt x="129158" y="223392"/>
                </a:lnTo>
                <a:lnTo>
                  <a:pt x="128269" y="224027"/>
                </a:lnTo>
                <a:lnTo>
                  <a:pt x="127380" y="224408"/>
                </a:lnTo>
                <a:lnTo>
                  <a:pt x="126237" y="224408"/>
                </a:lnTo>
                <a:lnTo>
                  <a:pt x="13588" y="224408"/>
                </a:lnTo>
                <a:lnTo>
                  <a:pt x="9778" y="224408"/>
                </a:lnTo>
                <a:lnTo>
                  <a:pt x="6603" y="223265"/>
                </a:lnTo>
                <a:lnTo>
                  <a:pt x="3937" y="220979"/>
                </a:lnTo>
                <a:lnTo>
                  <a:pt x="1396" y="218820"/>
                </a:lnTo>
                <a:lnTo>
                  <a:pt x="0" y="215137"/>
                </a:lnTo>
                <a:lnTo>
                  <a:pt x="0" y="210057"/>
                </a:lnTo>
                <a:lnTo>
                  <a:pt x="0" y="14477"/>
                </a:lnTo>
                <a:lnTo>
                  <a:pt x="0" y="9397"/>
                </a:lnTo>
                <a:lnTo>
                  <a:pt x="1396" y="5714"/>
                </a:lnTo>
                <a:lnTo>
                  <a:pt x="3937" y="3428"/>
                </a:lnTo>
                <a:lnTo>
                  <a:pt x="6603" y="1142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201411" y="41921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3"/>
                </a:lnTo>
                <a:lnTo>
                  <a:pt x="83565" y="634"/>
                </a:lnTo>
                <a:lnTo>
                  <a:pt x="88391" y="1015"/>
                </a:lnTo>
                <a:lnTo>
                  <a:pt x="94107" y="1904"/>
                </a:lnTo>
                <a:lnTo>
                  <a:pt x="100837" y="3301"/>
                </a:lnTo>
                <a:lnTo>
                  <a:pt x="107441" y="4571"/>
                </a:lnTo>
                <a:lnTo>
                  <a:pt x="114300" y="6984"/>
                </a:lnTo>
                <a:lnTo>
                  <a:pt x="121158" y="10667"/>
                </a:lnTo>
                <a:lnTo>
                  <a:pt x="128015" y="14223"/>
                </a:lnTo>
                <a:lnTo>
                  <a:pt x="152400" y="50799"/>
                </a:lnTo>
                <a:lnTo>
                  <a:pt x="153670" y="59054"/>
                </a:lnTo>
                <a:lnTo>
                  <a:pt x="153670" y="68198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7"/>
                </a:lnTo>
                <a:lnTo>
                  <a:pt x="45720" y="146557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8" y="220344"/>
                </a:lnTo>
                <a:lnTo>
                  <a:pt x="44576" y="221233"/>
                </a:lnTo>
                <a:lnTo>
                  <a:pt x="43814" y="222249"/>
                </a:lnTo>
                <a:lnTo>
                  <a:pt x="42545" y="223011"/>
                </a:lnTo>
                <a:lnTo>
                  <a:pt x="40766" y="223519"/>
                </a:lnTo>
                <a:lnTo>
                  <a:pt x="39115" y="224154"/>
                </a:lnTo>
                <a:lnTo>
                  <a:pt x="36702" y="224535"/>
                </a:lnTo>
                <a:lnTo>
                  <a:pt x="33909" y="224916"/>
                </a:lnTo>
                <a:lnTo>
                  <a:pt x="30987" y="225297"/>
                </a:lnTo>
                <a:lnTo>
                  <a:pt x="27304" y="225424"/>
                </a:lnTo>
                <a:lnTo>
                  <a:pt x="22733" y="225424"/>
                </a:lnTo>
                <a:lnTo>
                  <a:pt x="18414" y="225424"/>
                </a:lnTo>
                <a:lnTo>
                  <a:pt x="14732" y="225297"/>
                </a:lnTo>
                <a:lnTo>
                  <a:pt x="11811" y="224916"/>
                </a:lnTo>
                <a:lnTo>
                  <a:pt x="8762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7" y="222249"/>
                </a:lnTo>
                <a:lnTo>
                  <a:pt x="1142" y="221233"/>
                </a:lnTo>
                <a:lnTo>
                  <a:pt x="380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6382"/>
                </a:lnTo>
                <a:lnTo>
                  <a:pt x="0" y="10921"/>
                </a:lnTo>
                <a:lnTo>
                  <a:pt x="1524" y="6857"/>
                </a:lnTo>
                <a:lnTo>
                  <a:pt x="4317" y="4063"/>
                </a:lnTo>
                <a:lnTo>
                  <a:pt x="7112" y="1396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027676" y="41921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0"/>
                </a:lnTo>
                <a:lnTo>
                  <a:pt x="128397" y="888"/>
                </a:lnTo>
                <a:lnTo>
                  <a:pt x="129159" y="1523"/>
                </a:lnTo>
                <a:lnTo>
                  <a:pt x="129921" y="2539"/>
                </a:lnTo>
                <a:lnTo>
                  <a:pt x="130428" y="3936"/>
                </a:lnTo>
                <a:lnTo>
                  <a:pt x="131063" y="5333"/>
                </a:lnTo>
                <a:lnTo>
                  <a:pt x="131445" y="7238"/>
                </a:lnTo>
                <a:lnTo>
                  <a:pt x="131699" y="9524"/>
                </a:lnTo>
                <a:lnTo>
                  <a:pt x="132079" y="11810"/>
                </a:lnTo>
                <a:lnTo>
                  <a:pt x="132207" y="14604"/>
                </a:lnTo>
                <a:lnTo>
                  <a:pt x="132207" y="18033"/>
                </a:lnTo>
                <a:lnTo>
                  <a:pt x="132207" y="21335"/>
                </a:lnTo>
                <a:lnTo>
                  <a:pt x="132079" y="24002"/>
                </a:lnTo>
                <a:lnTo>
                  <a:pt x="131699" y="26288"/>
                </a:lnTo>
                <a:lnTo>
                  <a:pt x="131445" y="28574"/>
                </a:lnTo>
                <a:lnTo>
                  <a:pt x="131063" y="30352"/>
                </a:lnTo>
                <a:lnTo>
                  <a:pt x="130428" y="31749"/>
                </a:lnTo>
                <a:lnTo>
                  <a:pt x="129921" y="33146"/>
                </a:lnTo>
                <a:lnTo>
                  <a:pt x="129159" y="34162"/>
                </a:lnTo>
                <a:lnTo>
                  <a:pt x="128397" y="34797"/>
                </a:lnTo>
                <a:lnTo>
                  <a:pt x="127508" y="35432"/>
                </a:lnTo>
                <a:lnTo>
                  <a:pt x="126619" y="35813"/>
                </a:lnTo>
                <a:lnTo>
                  <a:pt x="125602" y="35813"/>
                </a:lnTo>
                <a:lnTo>
                  <a:pt x="45465" y="35813"/>
                </a:lnTo>
                <a:lnTo>
                  <a:pt x="45465" y="90550"/>
                </a:lnTo>
                <a:lnTo>
                  <a:pt x="113284" y="90550"/>
                </a:lnTo>
                <a:lnTo>
                  <a:pt x="114300" y="90550"/>
                </a:lnTo>
                <a:lnTo>
                  <a:pt x="120014" y="104774"/>
                </a:lnTo>
                <a:lnTo>
                  <a:pt x="120014" y="108076"/>
                </a:lnTo>
                <a:lnTo>
                  <a:pt x="120014" y="111378"/>
                </a:lnTo>
                <a:lnTo>
                  <a:pt x="119887" y="114172"/>
                </a:lnTo>
                <a:lnTo>
                  <a:pt x="119634" y="116331"/>
                </a:lnTo>
                <a:lnTo>
                  <a:pt x="119379" y="118617"/>
                </a:lnTo>
                <a:lnTo>
                  <a:pt x="114300" y="125348"/>
                </a:lnTo>
                <a:lnTo>
                  <a:pt x="113284" y="125348"/>
                </a:lnTo>
                <a:lnTo>
                  <a:pt x="45465" y="125348"/>
                </a:lnTo>
                <a:lnTo>
                  <a:pt x="45465" y="188721"/>
                </a:lnTo>
                <a:lnTo>
                  <a:pt x="126237" y="188721"/>
                </a:lnTo>
                <a:lnTo>
                  <a:pt x="127381" y="188721"/>
                </a:lnTo>
                <a:lnTo>
                  <a:pt x="128270" y="188975"/>
                </a:lnTo>
                <a:lnTo>
                  <a:pt x="129159" y="189610"/>
                </a:lnTo>
                <a:lnTo>
                  <a:pt x="130048" y="190245"/>
                </a:lnTo>
                <a:lnTo>
                  <a:pt x="132587" y="198119"/>
                </a:lnTo>
                <a:lnTo>
                  <a:pt x="132841" y="200405"/>
                </a:lnTo>
                <a:lnTo>
                  <a:pt x="133096" y="203199"/>
                </a:lnTo>
                <a:lnTo>
                  <a:pt x="133096" y="206501"/>
                </a:lnTo>
                <a:lnTo>
                  <a:pt x="133096" y="209930"/>
                </a:lnTo>
                <a:lnTo>
                  <a:pt x="127381" y="224408"/>
                </a:lnTo>
                <a:lnTo>
                  <a:pt x="126237" y="224408"/>
                </a:lnTo>
                <a:lnTo>
                  <a:pt x="13588" y="224408"/>
                </a:lnTo>
                <a:lnTo>
                  <a:pt x="9778" y="224408"/>
                </a:lnTo>
                <a:lnTo>
                  <a:pt x="6603" y="223265"/>
                </a:lnTo>
                <a:lnTo>
                  <a:pt x="3937" y="220979"/>
                </a:lnTo>
                <a:lnTo>
                  <a:pt x="1397" y="218820"/>
                </a:lnTo>
                <a:lnTo>
                  <a:pt x="0" y="215137"/>
                </a:lnTo>
                <a:lnTo>
                  <a:pt x="0" y="210057"/>
                </a:lnTo>
                <a:lnTo>
                  <a:pt x="0" y="14477"/>
                </a:lnTo>
                <a:lnTo>
                  <a:pt x="0" y="9397"/>
                </a:lnTo>
                <a:lnTo>
                  <a:pt x="1397" y="5714"/>
                </a:lnTo>
                <a:lnTo>
                  <a:pt x="3937" y="3428"/>
                </a:lnTo>
                <a:lnTo>
                  <a:pt x="6603" y="1142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830064" y="41921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0"/>
                </a:lnTo>
                <a:lnTo>
                  <a:pt x="167766" y="1015"/>
                </a:lnTo>
                <a:lnTo>
                  <a:pt x="168656" y="1650"/>
                </a:lnTo>
                <a:lnTo>
                  <a:pt x="169418" y="2666"/>
                </a:lnTo>
                <a:lnTo>
                  <a:pt x="169925" y="4063"/>
                </a:lnTo>
                <a:lnTo>
                  <a:pt x="170561" y="5587"/>
                </a:lnTo>
                <a:lnTo>
                  <a:pt x="170941" y="7492"/>
                </a:lnTo>
                <a:lnTo>
                  <a:pt x="171323" y="9905"/>
                </a:lnTo>
                <a:lnTo>
                  <a:pt x="171576" y="12318"/>
                </a:lnTo>
                <a:lnTo>
                  <a:pt x="171703" y="15366"/>
                </a:lnTo>
                <a:lnTo>
                  <a:pt x="171703" y="18795"/>
                </a:lnTo>
                <a:lnTo>
                  <a:pt x="171703" y="22097"/>
                </a:lnTo>
                <a:lnTo>
                  <a:pt x="169925" y="33019"/>
                </a:lnTo>
                <a:lnTo>
                  <a:pt x="169418" y="34543"/>
                </a:lnTo>
                <a:lnTo>
                  <a:pt x="168656" y="35559"/>
                </a:lnTo>
                <a:lnTo>
                  <a:pt x="167766" y="36321"/>
                </a:lnTo>
                <a:lnTo>
                  <a:pt x="166877" y="36956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5"/>
                </a:lnTo>
                <a:lnTo>
                  <a:pt x="108712" y="219328"/>
                </a:lnTo>
                <a:lnTo>
                  <a:pt x="108331" y="220344"/>
                </a:lnTo>
                <a:lnTo>
                  <a:pt x="107696" y="221233"/>
                </a:lnTo>
                <a:lnTo>
                  <a:pt x="106934" y="222249"/>
                </a:lnTo>
                <a:lnTo>
                  <a:pt x="105663" y="223011"/>
                </a:lnTo>
                <a:lnTo>
                  <a:pt x="103886" y="223519"/>
                </a:lnTo>
                <a:lnTo>
                  <a:pt x="102235" y="224154"/>
                </a:lnTo>
                <a:lnTo>
                  <a:pt x="99822" y="224535"/>
                </a:lnTo>
                <a:lnTo>
                  <a:pt x="96900" y="224916"/>
                </a:lnTo>
                <a:lnTo>
                  <a:pt x="93980" y="225297"/>
                </a:lnTo>
                <a:lnTo>
                  <a:pt x="90297" y="225424"/>
                </a:lnTo>
                <a:lnTo>
                  <a:pt x="85851" y="225424"/>
                </a:lnTo>
                <a:lnTo>
                  <a:pt x="81534" y="225424"/>
                </a:lnTo>
                <a:lnTo>
                  <a:pt x="67818" y="223519"/>
                </a:lnTo>
                <a:lnTo>
                  <a:pt x="66166" y="223011"/>
                </a:lnTo>
                <a:lnTo>
                  <a:pt x="64897" y="222249"/>
                </a:lnTo>
                <a:lnTo>
                  <a:pt x="64135" y="221233"/>
                </a:lnTo>
                <a:lnTo>
                  <a:pt x="63373" y="220344"/>
                </a:lnTo>
                <a:lnTo>
                  <a:pt x="62991" y="219328"/>
                </a:lnTo>
                <a:lnTo>
                  <a:pt x="62991" y="218185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6"/>
                </a:lnTo>
                <a:lnTo>
                  <a:pt x="3810" y="36321"/>
                </a:lnTo>
                <a:lnTo>
                  <a:pt x="3048" y="35559"/>
                </a:lnTo>
                <a:lnTo>
                  <a:pt x="2412" y="34543"/>
                </a:lnTo>
                <a:lnTo>
                  <a:pt x="1777" y="33019"/>
                </a:lnTo>
                <a:lnTo>
                  <a:pt x="1143" y="31622"/>
                </a:lnTo>
                <a:lnTo>
                  <a:pt x="762" y="29717"/>
                </a:lnTo>
                <a:lnTo>
                  <a:pt x="508" y="27304"/>
                </a:lnTo>
                <a:lnTo>
                  <a:pt x="253" y="25018"/>
                </a:lnTo>
                <a:lnTo>
                  <a:pt x="0" y="22097"/>
                </a:lnTo>
                <a:lnTo>
                  <a:pt x="0" y="18795"/>
                </a:lnTo>
                <a:lnTo>
                  <a:pt x="0" y="15366"/>
                </a:lnTo>
                <a:lnTo>
                  <a:pt x="253" y="12318"/>
                </a:lnTo>
                <a:lnTo>
                  <a:pt x="508" y="9905"/>
                </a:lnTo>
                <a:lnTo>
                  <a:pt x="762" y="7492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150607" y="41915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7"/>
                </a:lnTo>
                <a:lnTo>
                  <a:pt x="175006" y="381"/>
                </a:lnTo>
                <a:lnTo>
                  <a:pt x="177673" y="762"/>
                </a:lnTo>
                <a:lnTo>
                  <a:pt x="179705" y="1143"/>
                </a:lnTo>
                <a:lnTo>
                  <a:pt x="181101" y="1905"/>
                </a:lnTo>
                <a:lnTo>
                  <a:pt x="182625" y="2540"/>
                </a:lnTo>
                <a:lnTo>
                  <a:pt x="183642" y="3429"/>
                </a:lnTo>
                <a:lnTo>
                  <a:pt x="184150" y="4318"/>
                </a:lnTo>
                <a:lnTo>
                  <a:pt x="184785" y="5207"/>
                </a:lnTo>
                <a:lnTo>
                  <a:pt x="185039" y="6350"/>
                </a:lnTo>
                <a:lnTo>
                  <a:pt x="185039" y="7493"/>
                </a:lnTo>
                <a:lnTo>
                  <a:pt x="185039" y="209042"/>
                </a:lnTo>
                <a:lnTo>
                  <a:pt x="185039" y="211709"/>
                </a:lnTo>
                <a:lnTo>
                  <a:pt x="184658" y="214122"/>
                </a:lnTo>
                <a:lnTo>
                  <a:pt x="183642" y="216154"/>
                </a:lnTo>
                <a:lnTo>
                  <a:pt x="182752" y="218313"/>
                </a:lnTo>
                <a:lnTo>
                  <a:pt x="181483" y="219964"/>
                </a:lnTo>
                <a:lnTo>
                  <a:pt x="179959" y="221361"/>
                </a:lnTo>
                <a:lnTo>
                  <a:pt x="178435" y="222758"/>
                </a:lnTo>
                <a:lnTo>
                  <a:pt x="176530" y="223774"/>
                </a:lnTo>
                <a:lnTo>
                  <a:pt x="174371" y="224409"/>
                </a:lnTo>
                <a:lnTo>
                  <a:pt x="172212" y="225044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4"/>
                </a:lnTo>
                <a:lnTo>
                  <a:pt x="138049" y="224155"/>
                </a:lnTo>
                <a:lnTo>
                  <a:pt x="135000" y="223393"/>
                </a:lnTo>
                <a:lnTo>
                  <a:pt x="132334" y="221869"/>
                </a:lnTo>
                <a:lnTo>
                  <a:pt x="129794" y="219710"/>
                </a:lnTo>
                <a:lnTo>
                  <a:pt x="127381" y="217678"/>
                </a:lnTo>
                <a:lnTo>
                  <a:pt x="124968" y="214757"/>
                </a:lnTo>
                <a:lnTo>
                  <a:pt x="122682" y="211074"/>
                </a:lnTo>
                <a:lnTo>
                  <a:pt x="120396" y="207391"/>
                </a:lnTo>
                <a:lnTo>
                  <a:pt x="117728" y="202692"/>
                </a:lnTo>
                <a:lnTo>
                  <a:pt x="114808" y="196977"/>
                </a:lnTo>
                <a:lnTo>
                  <a:pt x="59055" y="92075"/>
                </a:lnTo>
                <a:lnTo>
                  <a:pt x="55752" y="85852"/>
                </a:lnTo>
                <a:lnTo>
                  <a:pt x="52450" y="79121"/>
                </a:lnTo>
                <a:lnTo>
                  <a:pt x="49149" y="71882"/>
                </a:lnTo>
                <a:lnTo>
                  <a:pt x="45720" y="64643"/>
                </a:lnTo>
                <a:lnTo>
                  <a:pt x="42799" y="57658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5"/>
                </a:lnTo>
                <a:lnTo>
                  <a:pt x="40640" y="67437"/>
                </a:lnTo>
                <a:lnTo>
                  <a:pt x="40767" y="75692"/>
                </a:lnTo>
                <a:lnTo>
                  <a:pt x="40933" y="81930"/>
                </a:lnTo>
                <a:lnTo>
                  <a:pt x="41052" y="88265"/>
                </a:lnTo>
                <a:lnTo>
                  <a:pt x="41124" y="94694"/>
                </a:lnTo>
                <a:lnTo>
                  <a:pt x="41148" y="101219"/>
                </a:lnTo>
                <a:lnTo>
                  <a:pt x="41148" y="218567"/>
                </a:lnTo>
                <a:lnTo>
                  <a:pt x="41148" y="219837"/>
                </a:lnTo>
                <a:lnTo>
                  <a:pt x="24511" y="226060"/>
                </a:lnTo>
                <a:lnTo>
                  <a:pt x="20320" y="226060"/>
                </a:lnTo>
                <a:lnTo>
                  <a:pt x="16256" y="226060"/>
                </a:lnTo>
                <a:lnTo>
                  <a:pt x="12953" y="225933"/>
                </a:lnTo>
                <a:lnTo>
                  <a:pt x="10287" y="225552"/>
                </a:lnTo>
                <a:lnTo>
                  <a:pt x="7620" y="225171"/>
                </a:lnTo>
                <a:lnTo>
                  <a:pt x="0" y="219837"/>
                </a:lnTo>
                <a:lnTo>
                  <a:pt x="0" y="218567"/>
                </a:lnTo>
                <a:lnTo>
                  <a:pt x="0" y="17018"/>
                </a:lnTo>
                <a:lnTo>
                  <a:pt x="0" y="11557"/>
                </a:lnTo>
                <a:lnTo>
                  <a:pt x="1650" y="7493"/>
                </a:lnTo>
                <a:lnTo>
                  <a:pt x="4825" y="4699"/>
                </a:lnTo>
                <a:lnTo>
                  <a:pt x="8000" y="2032"/>
                </a:lnTo>
                <a:lnTo>
                  <a:pt x="11938" y="635"/>
                </a:lnTo>
                <a:lnTo>
                  <a:pt x="16510" y="635"/>
                </a:lnTo>
                <a:lnTo>
                  <a:pt x="41021" y="635"/>
                </a:lnTo>
                <a:lnTo>
                  <a:pt x="45339" y="635"/>
                </a:lnTo>
                <a:lnTo>
                  <a:pt x="49022" y="1016"/>
                </a:lnTo>
                <a:lnTo>
                  <a:pt x="52070" y="1778"/>
                </a:lnTo>
                <a:lnTo>
                  <a:pt x="55118" y="2540"/>
                </a:lnTo>
                <a:lnTo>
                  <a:pt x="57785" y="3810"/>
                </a:lnTo>
                <a:lnTo>
                  <a:pt x="60198" y="5588"/>
                </a:lnTo>
                <a:lnTo>
                  <a:pt x="62484" y="7239"/>
                </a:lnTo>
                <a:lnTo>
                  <a:pt x="64770" y="9652"/>
                </a:lnTo>
                <a:lnTo>
                  <a:pt x="66801" y="12700"/>
                </a:lnTo>
                <a:lnTo>
                  <a:pt x="68834" y="15748"/>
                </a:lnTo>
                <a:lnTo>
                  <a:pt x="70993" y="19558"/>
                </a:lnTo>
                <a:lnTo>
                  <a:pt x="73278" y="24130"/>
                </a:lnTo>
                <a:lnTo>
                  <a:pt x="116967" y="106045"/>
                </a:lnTo>
                <a:lnTo>
                  <a:pt x="119507" y="111125"/>
                </a:lnTo>
                <a:lnTo>
                  <a:pt x="121920" y="115951"/>
                </a:lnTo>
                <a:lnTo>
                  <a:pt x="124460" y="120777"/>
                </a:lnTo>
                <a:lnTo>
                  <a:pt x="127000" y="125603"/>
                </a:lnTo>
                <a:lnTo>
                  <a:pt x="129413" y="130302"/>
                </a:lnTo>
                <a:lnTo>
                  <a:pt x="131699" y="135128"/>
                </a:lnTo>
                <a:lnTo>
                  <a:pt x="133985" y="139954"/>
                </a:lnTo>
                <a:lnTo>
                  <a:pt x="136271" y="144653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6"/>
                </a:lnTo>
                <a:lnTo>
                  <a:pt x="144780" y="163195"/>
                </a:lnTo>
                <a:lnTo>
                  <a:pt x="145034" y="163195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5"/>
                </a:lnTo>
                <a:lnTo>
                  <a:pt x="144018" y="129032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3"/>
                </a:lnTo>
                <a:lnTo>
                  <a:pt x="144018" y="6350"/>
                </a:lnTo>
                <a:lnTo>
                  <a:pt x="144272" y="5207"/>
                </a:lnTo>
                <a:lnTo>
                  <a:pt x="145034" y="4318"/>
                </a:lnTo>
                <a:lnTo>
                  <a:pt x="145669" y="3429"/>
                </a:lnTo>
                <a:lnTo>
                  <a:pt x="146812" y="2540"/>
                </a:lnTo>
                <a:lnTo>
                  <a:pt x="148463" y="1905"/>
                </a:lnTo>
                <a:lnTo>
                  <a:pt x="150114" y="1143"/>
                </a:lnTo>
                <a:lnTo>
                  <a:pt x="152273" y="762"/>
                </a:lnTo>
                <a:lnTo>
                  <a:pt x="154940" y="381"/>
                </a:lnTo>
                <a:lnTo>
                  <a:pt x="157607" y="127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056119" y="41911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5">
                <a:moveTo>
                  <a:pt x="22986" y="0"/>
                </a:moveTo>
                <a:lnTo>
                  <a:pt x="27431" y="0"/>
                </a:lnTo>
                <a:lnTo>
                  <a:pt x="31114" y="254"/>
                </a:lnTo>
                <a:lnTo>
                  <a:pt x="45847" y="6096"/>
                </a:lnTo>
                <a:lnTo>
                  <a:pt x="45847" y="7366"/>
                </a:lnTo>
                <a:lnTo>
                  <a:pt x="45847" y="219202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6"/>
                </a:lnTo>
                <a:lnTo>
                  <a:pt x="42672" y="224028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2"/>
                </a:lnTo>
                <a:lnTo>
                  <a:pt x="34035" y="225933"/>
                </a:lnTo>
                <a:lnTo>
                  <a:pt x="31114" y="226314"/>
                </a:lnTo>
                <a:lnTo>
                  <a:pt x="27431" y="226441"/>
                </a:lnTo>
                <a:lnTo>
                  <a:pt x="22986" y="226441"/>
                </a:lnTo>
                <a:lnTo>
                  <a:pt x="18541" y="226441"/>
                </a:lnTo>
                <a:lnTo>
                  <a:pt x="14858" y="226314"/>
                </a:lnTo>
                <a:lnTo>
                  <a:pt x="11937" y="225933"/>
                </a:lnTo>
                <a:lnTo>
                  <a:pt x="9016" y="225552"/>
                </a:lnTo>
                <a:lnTo>
                  <a:pt x="6603" y="225171"/>
                </a:lnTo>
                <a:lnTo>
                  <a:pt x="4952" y="224536"/>
                </a:lnTo>
                <a:lnTo>
                  <a:pt x="3175" y="224028"/>
                </a:lnTo>
                <a:lnTo>
                  <a:pt x="1904" y="223266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2"/>
                </a:lnTo>
                <a:lnTo>
                  <a:pt x="0" y="7366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1"/>
                </a:lnTo>
                <a:lnTo>
                  <a:pt x="1904" y="3302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470903" y="4191127"/>
            <a:ext cx="123825" cy="225425"/>
          </a:xfrm>
          <a:custGeom>
            <a:avLst/>
            <a:gdLst/>
            <a:ahLst/>
            <a:cxnLst/>
            <a:rect l="l" t="t" r="r" b="b"/>
            <a:pathLst>
              <a:path w="123825" h="225425">
                <a:moveTo>
                  <a:pt x="22987" y="0"/>
                </a:moveTo>
                <a:lnTo>
                  <a:pt x="27432" y="0"/>
                </a:lnTo>
                <a:lnTo>
                  <a:pt x="31115" y="254"/>
                </a:lnTo>
                <a:lnTo>
                  <a:pt x="44703" y="4191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6"/>
                </a:lnTo>
                <a:lnTo>
                  <a:pt x="45847" y="187833"/>
                </a:lnTo>
                <a:lnTo>
                  <a:pt x="116459" y="187833"/>
                </a:lnTo>
                <a:lnTo>
                  <a:pt x="117601" y="187833"/>
                </a:lnTo>
                <a:lnTo>
                  <a:pt x="118618" y="188087"/>
                </a:lnTo>
                <a:lnTo>
                  <a:pt x="119379" y="188722"/>
                </a:lnTo>
                <a:lnTo>
                  <a:pt x="120269" y="189356"/>
                </a:lnTo>
                <a:lnTo>
                  <a:pt x="121030" y="190373"/>
                </a:lnTo>
                <a:lnTo>
                  <a:pt x="123317" y="202946"/>
                </a:lnTo>
                <a:lnTo>
                  <a:pt x="123317" y="206375"/>
                </a:lnTo>
                <a:lnTo>
                  <a:pt x="123317" y="209804"/>
                </a:lnTo>
                <a:lnTo>
                  <a:pt x="117601" y="225425"/>
                </a:lnTo>
                <a:lnTo>
                  <a:pt x="116459" y="225425"/>
                </a:lnTo>
                <a:lnTo>
                  <a:pt x="13588" y="225425"/>
                </a:lnTo>
                <a:lnTo>
                  <a:pt x="9779" y="225425"/>
                </a:lnTo>
                <a:lnTo>
                  <a:pt x="6604" y="224281"/>
                </a:lnTo>
                <a:lnTo>
                  <a:pt x="3937" y="221996"/>
                </a:lnTo>
                <a:lnTo>
                  <a:pt x="1397" y="219837"/>
                </a:lnTo>
                <a:lnTo>
                  <a:pt x="0" y="216154"/>
                </a:lnTo>
                <a:lnTo>
                  <a:pt x="0" y="211074"/>
                </a:lnTo>
                <a:lnTo>
                  <a:pt x="0" y="7366"/>
                </a:lnTo>
                <a:lnTo>
                  <a:pt x="0" y="6096"/>
                </a:lnTo>
                <a:lnTo>
                  <a:pt x="381" y="5080"/>
                </a:lnTo>
                <a:lnTo>
                  <a:pt x="1143" y="4191"/>
                </a:lnTo>
                <a:lnTo>
                  <a:pt x="1905" y="3302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068567" y="4191127"/>
            <a:ext cx="182880" cy="226695"/>
          </a:xfrm>
          <a:custGeom>
            <a:avLst/>
            <a:gdLst/>
            <a:ahLst/>
            <a:cxnLst/>
            <a:rect l="l" t="t" r="r" b="b"/>
            <a:pathLst>
              <a:path w="182879" h="226695">
                <a:moveTo>
                  <a:pt x="28067" y="0"/>
                </a:moveTo>
                <a:lnTo>
                  <a:pt x="33528" y="0"/>
                </a:lnTo>
                <a:lnTo>
                  <a:pt x="37846" y="127"/>
                </a:lnTo>
                <a:lnTo>
                  <a:pt x="93980" y="81280"/>
                </a:lnTo>
                <a:lnTo>
                  <a:pt x="132207" y="7112"/>
                </a:lnTo>
                <a:lnTo>
                  <a:pt x="132969" y="5715"/>
                </a:lnTo>
                <a:lnTo>
                  <a:pt x="133731" y="4572"/>
                </a:lnTo>
                <a:lnTo>
                  <a:pt x="134493" y="3683"/>
                </a:lnTo>
                <a:lnTo>
                  <a:pt x="135128" y="2793"/>
                </a:lnTo>
                <a:lnTo>
                  <a:pt x="136398" y="2031"/>
                </a:lnTo>
                <a:lnTo>
                  <a:pt x="138049" y="1524"/>
                </a:lnTo>
                <a:lnTo>
                  <a:pt x="139700" y="1016"/>
                </a:lnTo>
                <a:lnTo>
                  <a:pt x="142112" y="635"/>
                </a:lnTo>
                <a:lnTo>
                  <a:pt x="145034" y="381"/>
                </a:lnTo>
                <a:lnTo>
                  <a:pt x="147955" y="127"/>
                </a:lnTo>
                <a:lnTo>
                  <a:pt x="152019" y="0"/>
                </a:lnTo>
                <a:lnTo>
                  <a:pt x="157226" y="0"/>
                </a:lnTo>
                <a:lnTo>
                  <a:pt x="163068" y="0"/>
                </a:lnTo>
                <a:lnTo>
                  <a:pt x="167640" y="127"/>
                </a:lnTo>
                <a:lnTo>
                  <a:pt x="170942" y="508"/>
                </a:lnTo>
                <a:lnTo>
                  <a:pt x="174244" y="762"/>
                </a:lnTo>
                <a:lnTo>
                  <a:pt x="176530" y="1524"/>
                </a:lnTo>
                <a:lnTo>
                  <a:pt x="177927" y="2793"/>
                </a:lnTo>
                <a:lnTo>
                  <a:pt x="179197" y="4064"/>
                </a:lnTo>
                <a:lnTo>
                  <a:pt x="179451" y="5968"/>
                </a:lnTo>
                <a:lnTo>
                  <a:pt x="178816" y="8381"/>
                </a:lnTo>
                <a:lnTo>
                  <a:pt x="178181" y="10795"/>
                </a:lnTo>
                <a:lnTo>
                  <a:pt x="176911" y="14097"/>
                </a:lnTo>
                <a:lnTo>
                  <a:pt x="174879" y="18287"/>
                </a:lnTo>
                <a:lnTo>
                  <a:pt x="124968" y="109728"/>
                </a:lnTo>
                <a:lnTo>
                  <a:pt x="178181" y="208280"/>
                </a:lnTo>
                <a:lnTo>
                  <a:pt x="180340" y="212344"/>
                </a:lnTo>
                <a:lnTo>
                  <a:pt x="181610" y="215519"/>
                </a:lnTo>
                <a:lnTo>
                  <a:pt x="182245" y="217931"/>
                </a:lnTo>
                <a:lnTo>
                  <a:pt x="182880" y="220345"/>
                </a:lnTo>
                <a:lnTo>
                  <a:pt x="182499" y="222250"/>
                </a:lnTo>
                <a:lnTo>
                  <a:pt x="181102" y="223520"/>
                </a:lnTo>
                <a:lnTo>
                  <a:pt x="179832" y="224790"/>
                </a:lnTo>
                <a:lnTo>
                  <a:pt x="177292" y="225552"/>
                </a:lnTo>
                <a:lnTo>
                  <a:pt x="173609" y="225933"/>
                </a:lnTo>
                <a:lnTo>
                  <a:pt x="169926" y="226314"/>
                </a:lnTo>
                <a:lnTo>
                  <a:pt x="164973" y="226441"/>
                </a:lnTo>
                <a:lnTo>
                  <a:pt x="158496" y="226441"/>
                </a:lnTo>
                <a:lnTo>
                  <a:pt x="153035" y="226441"/>
                </a:lnTo>
                <a:lnTo>
                  <a:pt x="148717" y="226314"/>
                </a:lnTo>
                <a:lnTo>
                  <a:pt x="145669" y="226060"/>
                </a:lnTo>
                <a:lnTo>
                  <a:pt x="142494" y="225933"/>
                </a:lnTo>
                <a:lnTo>
                  <a:pt x="134366" y="222885"/>
                </a:lnTo>
                <a:lnTo>
                  <a:pt x="133477" y="221869"/>
                </a:lnTo>
                <a:lnTo>
                  <a:pt x="132842" y="220725"/>
                </a:lnTo>
                <a:lnTo>
                  <a:pt x="132207" y="219329"/>
                </a:lnTo>
                <a:lnTo>
                  <a:pt x="90170" y="138430"/>
                </a:lnTo>
                <a:lnTo>
                  <a:pt x="48133" y="219329"/>
                </a:lnTo>
                <a:lnTo>
                  <a:pt x="47498" y="220725"/>
                </a:lnTo>
                <a:lnTo>
                  <a:pt x="46736" y="221869"/>
                </a:lnTo>
                <a:lnTo>
                  <a:pt x="34544" y="226060"/>
                </a:lnTo>
                <a:lnTo>
                  <a:pt x="31369" y="226314"/>
                </a:lnTo>
                <a:lnTo>
                  <a:pt x="27178" y="226441"/>
                </a:lnTo>
                <a:lnTo>
                  <a:pt x="21971" y="226441"/>
                </a:lnTo>
                <a:lnTo>
                  <a:pt x="16002" y="226441"/>
                </a:lnTo>
                <a:lnTo>
                  <a:pt x="11303" y="226314"/>
                </a:lnTo>
                <a:lnTo>
                  <a:pt x="8001" y="225933"/>
                </a:lnTo>
                <a:lnTo>
                  <a:pt x="4699" y="225552"/>
                </a:lnTo>
                <a:lnTo>
                  <a:pt x="2540" y="224790"/>
                </a:lnTo>
                <a:lnTo>
                  <a:pt x="1397" y="223520"/>
                </a:lnTo>
                <a:lnTo>
                  <a:pt x="254" y="222250"/>
                </a:lnTo>
                <a:lnTo>
                  <a:pt x="0" y="220345"/>
                </a:lnTo>
                <a:lnTo>
                  <a:pt x="635" y="217931"/>
                </a:lnTo>
                <a:lnTo>
                  <a:pt x="1397" y="215519"/>
                </a:lnTo>
                <a:lnTo>
                  <a:pt x="2794" y="212344"/>
                </a:lnTo>
                <a:lnTo>
                  <a:pt x="4953" y="208280"/>
                </a:lnTo>
                <a:lnTo>
                  <a:pt x="58801" y="110236"/>
                </a:lnTo>
                <a:lnTo>
                  <a:pt x="8762" y="18287"/>
                </a:lnTo>
                <a:lnTo>
                  <a:pt x="6731" y="14097"/>
                </a:lnTo>
                <a:lnTo>
                  <a:pt x="5334" y="10795"/>
                </a:lnTo>
                <a:lnTo>
                  <a:pt x="4572" y="8255"/>
                </a:lnTo>
                <a:lnTo>
                  <a:pt x="3810" y="5715"/>
                </a:lnTo>
                <a:lnTo>
                  <a:pt x="12827" y="508"/>
                </a:lnTo>
                <a:lnTo>
                  <a:pt x="16383" y="127"/>
                </a:lnTo>
                <a:lnTo>
                  <a:pt x="21462" y="0"/>
                </a:lnTo>
                <a:lnTo>
                  <a:pt x="2806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533771" y="4191127"/>
            <a:ext cx="167005" cy="226695"/>
          </a:xfrm>
          <a:custGeom>
            <a:avLst/>
            <a:gdLst/>
            <a:ahLst/>
            <a:cxnLst/>
            <a:rect l="l" t="t" r="r" b="b"/>
            <a:pathLst>
              <a:path w="167004" h="226695">
                <a:moveTo>
                  <a:pt x="107568" y="0"/>
                </a:moveTo>
                <a:lnTo>
                  <a:pt x="113411" y="0"/>
                </a:lnTo>
                <a:lnTo>
                  <a:pt x="118490" y="127"/>
                </a:lnTo>
                <a:lnTo>
                  <a:pt x="122554" y="508"/>
                </a:lnTo>
                <a:lnTo>
                  <a:pt x="126745" y="762"/>
                </a:lnTo>
                <a:lnTo>
                  <a:pt x="139826" y="6223"/>
                </a:lnTo>
                <a:lnTo>
                  <a:pt x="139826" y="7493"/>
                </a:lnTo>
                <a:lnTo>
                  <a:pt x="139826" y="142494"/>
                </a:lnTo>
                <a:lnTo>
                  <a:pt x="159765" y="142494"/>
                </a:lnTo>
                <a:lnTo>
                  <a:pt x="161543" y="142494"/>
                </a:lnTo>
                <a:lnTo>
                  <a:pt x="163194" y="144018"/>
                </a:lnTo>
                <a:lnTo>
                  <a:pt x="164464" y="146812"/>
                </a:lnTo>
                <a:lnTo>
                  <a:pt x="165862" y="149606"/>
                </a:lnTo>
                <a:lnTo>
                  <a:pt x="166496" y="154305"/>
                </a:lnTo>
                <a:lnTo>
                  <a:pt x="166496" y="160909"/>
                </a:lnTo>
                <a:lnTo>
                  <a:pt x="166496" y="166878"/>
                </a:lnTo>
                <a:lnTo>
                  <a:pt x="165862" y="171323"/>
                </a:lnTo>
                <a:lnTo>
                  <a:pt x="164591" y="174371"/>
                </a:lnTo>
                <a:lnTo>
                  <a:pt x="163449" y="177419"/>
                </a:lnTo>
                <a:lnTo>
                  <a:pt x="161798" y="178943"/>
                </a:lnTo>
                <a:lnTo>
                  <a:pt x="159765" y="178943"/>
                </a:lnTo>
                <a:lnTo>
                  <a:pt x="139826" y="178943"/>
                </a:lnTo>
                <a:lnTo>
                  <a:pt x="139826" y="219583"/>
                </a:lnTo>
                <a:lnTo>
                  <a:pt x="139826" y="220725"/>
                </a:lnTo>
                <a:lnTo>
                  <a:pt x="139445" y="221742"/>
                </a:lnTo>
                <a:lnTo>
                  <a:pt x="138683" y="222504"/>
                </a:lnTo>
                <a:lnTo>
                  <a:pt x="138049" y="223393"/>
                </a:lnTo>
                <a:lnTo>
                  <a:pt x="121919" y="226441"/>
                </a:lnTo>
                <a:lnTo>
                  <a:pt x="117601" y="226441"/>
                </a:lnTo>
                <a:lnTo>
                  <a:pt x="113411" y="226441"/>
                </a:lnTo>
                <a:lnTo>
                  <a:pt x="96900" y="222504"/>
                </a:lnTo>
                <a:lnTo>
                  <a:pt x="96265" y="221742"/>
                </a:lnTo>
                <a:lnTo>
                  <a:pt x="95884" y="220725"/>
                </a:lnTo>
                <a:lnTo>
                  <a:pt x="95884" y="219583"/>
                </a:lnTo>
                <a:lnTo>
                  <a:pt x="95884" y="178943"/>
                </a:lnTo>
                <a:lnTo>
                  <a:pt x="10032" y="178943"/>
                </a:lnTo>
                <a:lnTo>
                  <a:pt x="8508" y="178943"/>
                </a:lnTo>
                <a:lnTo>
                  <a:pt x="6984" y="178816"/>
                </a:lnTo>
                <a:lnTo>
                  <a:pt x="5714" y="178308"/>
                </a:lnTo>
                <a:lnTo>
                  <a:pt x="4444" y="177927"/>
                </a:lnTo>
                <a:lnTo>
                  <a:pt x="3428" y="177037"/>
                </a:lnTo>
                <a:lnTo>
                  <a:pt x="2539" y="175514"/>
                </a:lnTo>
                <a:lnTo>
                  <a:pt x="1650" y="174117"/>
                </a:lnTo>
                <a:lnTo>
                  <a:pt x="1015" y="172085"/>
                </a:lnTo>
                <a:lnTo>
                  <a:pt x="634" y="169291"/>
                </a:lnTo>
                <a:lnTo>
                  <a:pt x="253" y="166624"/>
                </a:lnTo>
                <a:lnTo>
                  <a:pt x="0" y="163068"/>
                </a:lnTo>
                <a:lnTo>
                  <a:pt x="0" y="158496"/>
                </a:lnTo>
                <a:lnTo>
                  <a:pt x="0" y="154812"/>
                </a:lnTo>
                <a:lnTo>
                  <a:pt x="126" y="151637"/>
                </a:lnTo>
                <a:lnTo>
                  <a:pt x="75437" y="6096"/>
                </a:lnTo>
                <a:lnTo>
                  <a:pt x="84200" y="1524"/>
                </a:lnTo>
                <a:lnTo>
                  <a:pt x="86740" y="1016"/>
                </a:lnTo>
                <a:lnTo>
                  <a:pt x="89788" y="635"/>
                </a:lnTo>
                <a:lnTo>
                  <a:pt x="93599" y="381"/>
                </a:lnTo>
                <a:lnTo>
                  <a:pt x="97408" y="127"/>
                </a:lnTo>
                <a:lnTo>
                  <a:pt x="102107" y="0"/>
                </a:lnTo>
                <a:lnTo>
                  <a:pt x="107568" y="0"/>
                </a:lnTo>
                <a:close/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372095" y="41883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2" y="4953"/>
                </a:lnTo>
                <a:lnTo>
                  <a:pt x="164210" y="6858"/>
                </a:lnTo>
                <a:lnTo>
                  <a:pt x="170179" y="8763"/>
                </a:lnTo>
                <a:lnTo>
                  <a:pt x="175132" y="10795"/>
                </a:lnTo>
                <a:lnTo>
                  <a:pt x="179070" y="13081"/>
                </a:lnTo>
                <a:lnTo>
                  <a:pt x="183006" y="15240"/>
                </a:lnTo>
                <a:lnTo>
                  <a:pt x="185800" y="17145"/>
                </a:lnTo>
                <a:lnTo>
                  <a:pt x="187325" y="18796"/>
                </a:lnTo>
                <a:lnTo>
                  <a:pt x="188849" y="20447"/>
                </a:lnTo>
                <a:lnTo>
                  <a:pt x="189992" y="22733"/>
                </a:lnTo>
                <a:lnTo>
                  <a:pt x="190626" y="25654"/>
                </a:lnTo>
                <a:lnTo>
                  <a:pt x="191388" y="28575"/>
                </a:lnTo>
                <a:lnTo>
                  <a:pt x="191770" y="32893"/>
                </a:lnTo>
                <a:lnTo>
                  <a:pt x="191770" y="38735"/>
                </a:lnTo>
                <a:lnTo>
                  <a:pt x="191770" y="42037"/>
                </a:lnTo>
                <a:lnTo>
                  <a:pt x="191515" y="44958"/>
                </a:lnTo>
                <a:lnTo>
                  <a:pt x="191261" y="47371"/>
                </a:lnTo>
                <a:lnTo>
                  <a:pt x="191007" y="49784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7"/>
                </a:lnTo>
                <a:lnTo>
                  <a:pt x="178180" y="53975"/>
                </a:lnTo>
                <a:lnTo>
                  <a:pt x="174878" y="51943"/>
                </a:lnTo>
                <a:lnTo>
                  <a:pt x="170433" y="49657"/>
                </a:lnTo>
                <a:lnTo>
                  <a:pt x="132540" y="38100"/>
                </a:lnTo>
                <a:lnTo>
                  <a:pt x="118236" y="37338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7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6"/>
                </a:lnTo>
                <a:lnTo>
                  <a:pt x="116839" y="194056"/>
                </a:lnTo>
                <a:lnTo>
                  <a:pt x="121920" y="194056"/>
                </a:lnTo>
                <a:lnTo>
                  <a:pt x="145796" y="135128"/>
                </a:lnTo>
                <a:lnTo>
                  <a:pt x="103250" y="135128"/>
                </a:lnTo>
                <a:lnTo>
                  <a:pt x="101219" y="135128"/>
                </a:lnTo>
                <a:lnTo>
                  <a:pt x="99568" y="133858"/>
                </a:lnTo>
                <a:lnTo>
                  <a:pt x="98425" y="131191"/>
                </a:lnTo>
                <a:lnTo>
                  <a:pt x="97281" y="128651"/>
                </a:lnTo>
                <a:lnTo>
                  <a:pt x="96647" y="124206"/>
                </a:lnTo>
                <a:lnTo>
                  <a:pt x="96647" y="117983"/>
                </a:lnTo>
                <a:lnTo>
                  <a:pt x="96647" y="114681"/>
                </a:lnTo>
                <a:lnTo>
                  <a:pt x="96900" y="112014"/>
                </a:lnTo>
                <a:lnTo>
                  <a:pt x="97154" y="109855"/>
                </a:lnTo>
                <a:lnTo>
                  <a:pt x="97408" y="107569"/>
                </a:lnTo>
                <a:lnTo>
                  <a:pt x="102234" y="100584"/>
                </a:lnTo>
                <a:lnTo>
                  <a:pt x="103250" y="100584"/>
                </a:lnTo>
                <a:lnTo>
                  <a:pt x="179070" y="100584"/>
                </a:lnTo>
                <a:lnTo>
                  <a:pt x="180975" y="100584"/>
                </a:lnTo>
                <a:lnTo>
                  <a:pt x="182499" y="100965"/>
                </a:lnTo>
                <a:lnTo>
                  <a:pt x="191261" y="112903"/>
                </a:lnTo>
                <a:lnTo>
                  <a:pt x="191261" y="115189"/>
                </a:lnTo>
                <a:lnTo>
                  <a:pt x="191261" y="204470"/>
                </a:lnTo>
                <a:lnTo>
                  <a:pt x="191261" y="207899"/>
                </a:lnTo>
                <a:lnTo>
                  <a:pt x="190626" y="210947"/>
                </a:lnTo>
                <a:lnTo>
                  <a:pt x="189356" y="213614"/>
                </a:lnTo>
                <a:lnTo>
                  <a:pt x="188213" y="216154"/>
                </a:lnTo>
                <a:lnTo>
                  <a:pt x="185674" y="218186"/>
                </a:lnTo>
                <a:lnTo>
                  <a:pt x="181863" y="219710"/>
                </a:lnTo>
                <a:lnTo>
                  <a:pt x="178180" y="221234"/>
                </a:lnTo>
                <a:lnTo>
                  <a:pt x="150749" y="228600"/>
                </a:lnTo>
                <a:lnTo>
                  <a:pt x="144779" y="229743"/>
                </a:lnTo>
                <a:lnTo>
                  <a:pt x="138810" y="230632"/>
                </a:lnTo>
                <a:lnTo>
                  <a:pt x="132714" y="231140"/>
                </a:lnTo>
                <a:lnTo>
                  <a:pt x="126619" y="231775"/>
                </a:lnTo>
                <a:lnTo>
                  <a:pt x="120523" y="232029"/>
                </a:lnTo>
                <a:lnTo>
                  <a:pt x="114426" y="232029"/>
                </a:lnTo>
                <a:lnTo>
                  <a:pt x="66294" y="224282"/>
                </a:lnTo>
                <a:lnTo>
                  <a:pt x="30352" y="201930"/>
                </a:lnTo>
                <a:lnTo>
                  <a:pt x="7747" y="166243"/>
                </a:lnTo>
                <a:lnTo>
                  <a:pt x="0" y="118491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605143" y="4188205"/>
            <a:ext cx="212725" cy="232410"/>
          </a:xfrm>
          <a:custGeom>
            <a:avLst/>
            <a:gdLst/>
            <a:ahLst/>
            <a:cxnLst/>
            <a:rect l="l" t="t" r="r" b="b"/>
            <a:pathLst>
              <a:path w="212725" h="232410">
                <a:moveTo>
                  <a:pt x="108330" y="0"/>
                </a:moveTo>
                <a:lnTo>
                  <a:pt x="153415" y="6731"/>
                </a:lnTo>
                <a:lnTo>
                  <a:pt x="185927" y="27559"/>
                </a:lnTo>
                <a:lnTo>
                  <a:pt x="205739" y="62992"/>
                </a:lnTo>
                <a:lnTo>
                  <a:pt x="212471" y="113538"/>
                </a:lnTo>
                <a:lnTo>
                  <a:pt x="212022" y="127158"/>
                </a:lnTo>
                <a:lnTo>
                  <a:pt x="201610" y="174071"/>
                </a:lnTo>
                <a:lnTo>
                  <a:pt x="177649" y="208101"/>
                </a:lnTo>
                <a:lnTo>
                  <a:pt x="140503" y="227782"/>
                </a:lnTo>
                <a:lnTo>
                  <a:pt x="104266" y="232283"/>
                </a:lnTo>
                <a:lnTo>
                  <a:pt x="91551" y="231854"/>
                </a:lnTo>
                <a:lnTo>
                  <a:pt x="49216" y="221616"/>
                </a:lnTo>
                <a:lnTo>
                  <a:pt x="19960" y="197074"/>
                </a:lnTo>
                <a:lnTo>
                  <a:pt x="3643" y="157553"/>
                </a:lnTo>
                <a:lnTo>
                  <a:pt x="0" y="117602"/>
                </a:lnTo>
                <a:lnTo>
                  <a:pt x="430" y="104316"/>
                </a:lnTo>
                <a:lnTo>
                  <a:pt x="10842" y="58124"/>
                </a:lnTo>
                <a:lnTo>
                  <a:pt x="34821" y="24326"/>
                </a:lnTo>
                <a:lnTo>
                  <a:pt x="71969" y="4554"/>
                </a:lnTo>
                <a:lnTo>
                  <a:pt x="10833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674361" y="41882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6774" y="178943"/>
                </a:lnTo>
                <a:lnTo>
                  <a:pt x="98425" y="175387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88646" y="146939"/>
                </a:lnTo>
                <a:lnTo>
                  <a:pt x="84200" y="144145"/>
                </a:lnTo>
                <a:lnTo>
                  <a:pt x="79755" y="141351"/>
                </a:lnTo>
                <a:lnTo>
                  <a:pt x="74675" y="138684"/>
                </a:lnTo>
                <a:lnTo>
                  <a:pt x="68961" y="136144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154161" y="4420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154161" y="4420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81000" y="4114800"/>
            <a:ext cx="2514600" cy="18288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818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62528" y="2019300"/>
            <a:ext cx="5134356" cy="123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961" y="20581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61332" y="1560575"/>
            <a:ext cx="2962656" cy="3063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98161" y="1597405"/>
            <a:ext cx="2889504" cy="2322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58865" y="1775586"/>
            <a:ext cx="48895" cy="52705"/>
          </a:xfrm>
          <a:custGeom>
            <a:avLst/>
            <a:gdLst/>
            <a:ahLst/>
            <a:cxnLst/>
            <a:rect l="l" t="t" r="r" b="b"/>
            <a:pathLst>
              <a:path w="48895" h="52705">
                <a:moveTo>
                  <a:pt x="24384" y="0"/>
                </a:moveTo>
                <a:lnTo>
                  <a:pt x="29083" y="0"/>
                </a:lnTo>
                <a:lnTo>
                  <a:pt x="33020" y="508"/>
                </a:lnTo>
                <a:lnTo>
                  <a:pt x="36068" y="1397"/>
                </a:lnTo>
                <a:lnTo>
                  <a:pt x="39243" y="2286"/>
                </a:lnTo>
                <a:lnTo>
                  <a:pt x="47751" y="13970"/>
                </a:lnTo>
                <a:lnTo>
                  <a:pt x="48513" y="17399"/>
                </a:lnTo>
                <a:lnTo>
                  <a:pt x="48895" y="21589"/>
                </a:lnTo>
                <a:lnTo>
                  <a:pt x="48895" y="26415"/>
                </a:lnTo>
                <a:lnTo>
                  <a:pt x="48895" y="31241"/>
                </a:lnTo>
                <a:lnTo>
                  <a:pt x="29083" y="52450"/>
                </a:lnTo>
                <a:lnTo>
                  <a:pt x="24384" y="52450"/>
                </a:lnTo>
                <a:lnTo>
                  <a:pt x="19558" y="52450"/>
                </a:lnTo>
                <a:lnTo>
                  <a:pt x="1143" y="38608"/>
                </a:lnTo>
                <a:lnTo>
                  <a:pt x="381" y="35305"/>
                </a:lnTo>
                <a:lnTo>
                  <a:pt x="0" y="31241"/>
                </a:lnTo>
                <a:lnTo>
                  <a:pt x="0" y="26415"/>
                </a:lnTo>
                <a:lnTo>
                  <a:pt x="0" y="21589"/>
                </a:lnTo>
                <a:lnTo>
                  <a:pt x="381" y="17399"/>
                </a:lnTo>
                <a:lnTo>
                  <a:pt x="1143" y="13970"/>
                </a:lnTo>
                <a:lnTo>
                  <a:pt x="1778" y="10540"/>
                </a:lnTo>
                <a:lnTo>
                  <a:pt x="12573" y="1397"/>
                </a:lnTo>
                <a:lnTo>
                  <a:pt x="15621" y="508"/>
                </a:lnTo>
                <a:lnTo>
                  <a:pt x="19558" y="0"/>
                </a:lnTo>
                <a:lnTo>
                  <a:pt x="2438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58865" y="1662302"/>
            <a:ext cx="48895" cy="52705"/>
          </a:xfrm>
          <a:custGeom>
            <a:avLst/>
            <a:gdLst/>
            <a:ahLst/>
            <a:cxnLst/>
            <a:rect l="l" t="t" r="r" b="b"/>
            <a:pathLst>
              <a:path w="48895" h="52705">
                <a:moveTo>
                  <a:pt x="24384" y="0"/>
                </a:moveTo>
                <a:lnTo>
                  <a:pt x="29083" y="0"/>
                </a:lnTo>
                <a:lnTo>
                  <a:pt x="33020" y="381"/>
                </a:lnTo>
                <a:lnTo>
                  <a:pt x="36068" y="1397"/>
                </a:lnTo>
                <a:lnTo>
                  <a:pt x="39243" y="2286"/>
                </a:lnTo>
                <a:lnTo>
                  <a:pt x="41783" y="3810"/>
                </a:lnTo>
                <a:lnTo>
                  <a:pt x="43687" y="5842"/>
                </a:lnTo>
                <a:lnTo>
                  <a:pt x="45593" y="7874"/>
                </a:lnTo>
                <a:lnTo>
                  <a:pt x="46989" y="10668"/>
                </a:lnTo>
                <a:lnTo>
                  <a:pt x="47751" y="13970"/>
                </a:lnTo>
                <a:lnTo>
                  <a:pt x="48513" y="17399"/>
                </a:lnTo>
                <a:lnTo>
                  <a:pt x="48895" y="21462"/>
                </a:lnTo>
                <a:lnTo>
                  <a:pt x="48895" y="26416"/>
                </a:lnTo>
                <a:lnTo>
                  <a:pt x="48895" y="31369"/>
                </a:lnTo>
                <a:lnTo>
                  <a:pt x="48513" y="35433"/>
                </a:lnTo>
                <a:lnTo>
                  <a:pt x="47751" y="38608"/>
                </a:lnTo>
                <a:lnTo>
                  <a:pt x="46989" y="41910"/>
                </a:lnTo>
                <a:lnTo>
                  <a:pt x="29083" y="52324"/>
                </a:lnTo>
                <a:lnTo>
                  <a:pt x="24384" y="52324"/>
                </a:lnTo>
                <a:lnTo>
                  <a:pt x="19558" y="52324"/>
                </a:lnTo>
                <a:lnTo>
                  <a:pt x="1143" y="38608"/>
                </a:lnTo>
                <a:lnTo>
                  <a:pt x="381" y="35433"/>
                </a:lnTo>
                <a:lnTo>
                  <a:pt x="0" y="31369"/>
                </a:lnTo>
                <a:lnTo>
                  <a:pt x="0" y="26416"/>
                </a:lnTo>
                <a:lnTo>
                  <a:pt x="0" y="21462"/>
                </a:lnTo>
                <a:lnTo>
                  <a:pt x="381" y="17399"/>
                </a:lnTo>
                <a:lnTo>
                  <a:pt x="1143" y="13970"/>
                </a:lnTo>
                <a:lnTo>
                  <a:pt x="1778" y="10668"/>
                </a:lnTo>
                <a:lnTo>
                  <a:pt x="3048" y="7874"/>
                </a:lnTo>
                <a:lnTo>
                  <a:pt x="4953" y="5842"/>
                </a:lnTo>
                <a:lnTo>
                  <a:pt x="6858" y="3810"/>
                </a:lnTo>
                <a:lnTo>
                  <a:pt x="9398" y="2286"/>
                </a:lnTo>
                <a:lnTo>
                  <a:pt x="12573" y="1397"/>
                </a:lnTo>
                <a:lnTo>
                  <a:pt x="15621" y="381"/>
                </a:lnTo>
                <a:lnTo>
                  <a:pt x="19558" y="0"/>
                </a:lnTo>
                <a:lnTo>
                  <a:pt x="2438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94020" y="1639697"/>
            <a:ext cx="59690" cy="103505"/>
          </a:xfrm>
          <a:custGeom>
            <a:avLst/>
            <a:gdLst/>
            <a:ahLst/>
            <a:cxnLst/>
            <a:rect l="l" t="t" r="r" b="b"/>
            <a:pathLst>
              <a:path w="59689" h="103505">
                <a:moveTo>
                  <a:pt x="59054" y="0"/>
                </a:moveTo>
                <a:lnTo>
                  <a:pt x="0" y="103124"/>
                </a:lnTo>
                <a:lnTo>
                  <a:pt x="59435" y="103124"/>
                </a:lnTo>
                <a:lnTo>
                  <a:pt x="59435" y="0"/>
                </a:lnTo>
                <a:lnTo>
                  <a:pt x="5905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51447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33147" y="888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709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25995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4" y="59690"/>
                </a:lnTo>
                <a:lnTo>
                  <a:pt x="59562" y="44577"/>
                </a:lnTo>
                <a:lnTo>
                  <a:pt x="61213" y="4064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59" y="889"/>
                </a:lnTo>
                <a:lnTo>
                  <a:pt x="32638" y="508"/>
                </a:lnTo>
                <a:lnTo>
                  <a:pt x="29718" y="127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76821" y="1634870"/>
            <a:ext cx="116839" cy="157480"/>
          </a:xfrm>
          <a:custGeom>
            <a:avLst/>
            <a:gdLst/>
            <a:ahLst/>
            <a:cxnLst/>
            <a:rect l="l" t="t" r="r" b="b"/>
            <a:pathLst>
              <a:path w="116840" h="157480">
                <a:moveTo>
                  <a:pt x="58927" y="0"/>
                </a:moveTo>
                <a:lnTo>
                  <a:pt x="17272" y="16128"/>
                </a:lnTo>
                <a:lnTo>
                  <a:pt x="1660" y="55098"/>
                </a:lnTo>
                <a:lnTo>
                  <a:pt x="0" y="77850"/>
                </a:lnTo>
                <a:lnTo>
                  <a:pt x="168" y="86778"/>
                </a:lnTo>
                <a:lnTo>
                  <a:pt x="6492" y="124475"/>
                </a:lnTo>
                <a:lnTo>
                  <a:pt x="35728" y="154172"/>
                </a:lnTo>
                <a:lnTo>
                  <a:pt x="57784" y="157225"/>
                </a:lnTo>
                <a:lnTo>
                  <a:pt x="65831" y="156843"/>
                </a:lnTo>
                <a:lnTo>
                  <a:pt x="104012" y="133984"/>
                </a:lnTo>
                <a:lnTo>
                  <a:pt x="115966" y="94202"/>
                </a:lnTo>
                <a:lnTo>
                  <a:pt x="116712" y="78486"/>
                </a:lnTo>
                <a:lnTo>
                  <a:pt x="116544" y="69840"/>
                </a:lnTo>
                <a:lnTo>
                  <a:pt x="107596" y="26995"/>
                </a:lnTo>
                <a:lnTo>
                  <a:pt x="74215" y="1412"/>
                </a:lnTo>
                <a:lnTo>
                  <a:pt x="5892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780276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9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2" y="381"/>
                </a:lnTo>
                <a:lnTo>
                  <a:pt x="90043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4" y="2540"/>
                </a:lnTo>
                <a:lnTo>
                  <a:pt x="113792" y="4699"/>
                </a:lnTo>
                <a:lnTo>
                  <a:pt x="121030" y="7874"/>
                </a:lnTo>
                <a:lnTo>
                  <a:pt x="128270" y="10922"/>
                </a:lnTo>
                <a:lnTo>
                  <a:pt x="134366" y="14986"/>
                </a:lnTo>
                <a:lnTo>
                  <a:pt x="139319" y="20066"/>
                </a:lnTo>
                <a:lnTo>
                  <a:pt x="144399" y="25146"/>
                </a:lnTo>
                <a:lnTo>
                  <a:pt x="148208" y="31115"/>
                </a:lnTo>
                <a:lnTo>
                  <a:pt x="150875" y="37973"/>
                </a:lnTo>
                <a:lnTo>
                  <a:pt x="153543" y="44831"/>
                </a:lnTo>
                <a:lnTo>
                  <a:pt x="154940" y="52705"/>
                </a:lnTo>
                <a:lnTo>
                  <a:pt x="154940" y="61595"/>
                </a:lnTo>
                <a:lnTo>
                  <a:pt x="154940" y="69087"/>
                </a:lnTo>
                <a:lnTo>
                  <a:pt x="153924" y="75946"/>
                </a:lnTo>
                <a:lnTo>
                  <a:pt x="152019" y="82169"/>
                </a:lnTo>
                <a:lnTo>
                  <a:pt x="150114" y="88392"/>
                </a:lnTo>
                <a:lnTo>
                  <a:pt x="118364" y="117856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7" y="213741"/>
                </a:lnTo>
                <a:lnTo>
                  <a:pt x="166243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40" y="225044"/>
                </a:lnTo>
                <a:lnTo>
                  <a:pt x="151510" y="225298"/>
                </a:lnTo>
                <a:lnTo>
                  <a:pt x="146939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0" y="225298"/>
                </a:lnTo>
                <a:lnTo>
                  <a:pt x="129540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9" y="162052"/>
                </a:lnTo>
                <a:lnTo>
                  <a:pt x="92582" y="156972"/>
                </a:lnTo>
                <a:lnTo>
                  <a:pt x="90170" y="152654"/>
                </a:lnTo>
                <a:lnTo>
                  <a:pt x="87883" y="148209"/>
                </a:lnTo>
                <a:lnTo>
                  <a:pt x="72771" y="135001"/>
                </a:lnTo>
                <a:lnTo>
                  <a:pt x="68960" y="133477"/>
                </a:lnTo>
                <a:lnTo>
                  <a:pt x="64770" y="132715"/>
                </a:lnTo>
                <a:lnTo>
                  <a:pt x="59817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9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2" y="224536"/>
                </a:lnTo>
                <a:lnTo>
                  <a:pt x="33908" y="224917"/>
                </a:lnTo>
                <a:lnTo>
                  <a:pt x="30988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5" y="225425"/>
                </a:lnTo>
                <a:lnTo>
                  <a:pt x="14731" y="225298"/>
                </a:lnTo>
                <a:lnTo>
                  <a:pt x="11810" y="224917"/>
                </a:lnTo>
                <a:lnTo>
                  <a:pt x="8763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3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05728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4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6" y="635"/>
                </a:lnTo>
                <a:lnTo>
                  <a:pt x="88392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2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6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8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36920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8" y="0"/>
                </a:lnTo>
                <a:lnTo>
                  <a:pt x="127507" y="381"/>
                </a:lnTo>
                <a:lnTo>
                  <a:pt x="128396" y="889"/>
                </a:lnTo>
                <a:lnTo>
                  <a:pt x="129158" y="1524"/>
                </a:lnTo>
                <a:lnTo>
                  <a:pt x="129920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4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6" y="14605"/>
                </a:lnTo>
                <a:lnTo>
                  <a:pt x="132206" y="18034"/>
                </a:lnTo>
                <a:lnTo>
                  <a:pt x="132206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4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0" y="33147"/>
                </a:lnTo>
                <a:lnTo>
                  <a:pt x="129158" y="34162"/>
                </a:lnTo>
                <a:lnTo>
                  <a:pt x="128396" y="34798"/>
                </a:lnTo>
                <a:lnTo>
                  <a:pt x="127507" y="35433"/>
                </a:lnTo>
                <a:lnTo>
                  <a:pt x="126618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3" y="90551"/>
                </a:lnTo>
                <a:lnTo>
                  <a:pt x="114300" y="90551"/>
                </a:lnTo>
                <a:lnTo>
                  <a:pt x="119633" y="99822"/>
                </a:lnTo>
                <a:lnTo>
                  <a:pt x="119887" y="102108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3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3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0" y="188722"/>
                </a:lnTo>
                <a:lnTo>
                  <a:pt x="131317" y="192659"/>
                </a:lnTo>
                <a:lnTo>
                  <a:pt x="131952" y="194056"/>
                </a:lnTo>
                <a:lnTo>
                  <a:pt x="132333" y="195834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5" y="203200"/>
                </a:lnTo>
                <a:lnTo>
                  <a:pt x="133095" y="206502"/>
                </a:lnTo>
                <a:lnTo>
                  <a:pt x="133095" y="209931"/>
                </a:lnTo>
                <a:lnTo>
                  <a:pt x="131317" y="220472"/>
                </a:lnTo>
                <a:lnTo>
                  <a:pt x="130682" y="221869"/>
                </a:lnTo>
                <a:lnTo>
                  <a:pt x="130047" y="222758"/>
                </a:lnTo>
                <a:lnTo>
                  <a:pt x="129158" y="223393"/>
                </a:lnTo>
                <a:lnTo>
                  <a:pt x="128269" y="224028"/>
                </a:lnTo>
                <a:lnTo>
                  <a:pt x="127380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6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6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1252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514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7538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74407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6" y="380"/>
                </a:lnTo>
                <a:lnTo>
                  <a:pt x="177673" y="762"/>
                </a:lnTo>
                <a:lnTo>
                  <a:pt x="179705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1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8" y="202691"/>
                </a:lnTo>
                <a:lnTo>
                  <a:pt x="114808" y="196976"/>
                </a:lnTo>
                <a:lnTo>
                  <a:pt x="59055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6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1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4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80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79919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4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4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1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94703" y="1600327"/>
            <a:ext cx="123825" cy="225425"/>
          </a:xfrm>
          <a:custGeom>
            <a:avLst/>
            <a:gdLst/>
            <a:ahLst/>
            <a:cxnLst/>
            <a:rect l="l" t="t" r="r" b="b"/>
            <a:pathLst>
              <a:path w="123825" h="225425">
                <a:moveTo>
                  <a:pt x="22987" y="0"/>
                </a:moveTo>
                <a:lnTo>
                  <a:pt x="27432" y="0"/>
                </a:lnTo>
                <a:lnTo>
                  <a:pt x="31115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187833"/>
                </a:lnTo>
                <a:lnTo>
                  <a:pt x="116459" y="187833"/>
                </a:lnTo>
                <a:lnTo>
                  <a:pt x="117601" y="187833"/>
                </a:lnTo>
                <a:lnTo>
                  <a:pt x="118618" y="188087"/>
                </a:lnTo>
                <a:lnTo>
                  <a:pt x="119379" y="188722"/>
                </a:lnTo>
                <a:lnTo>
                  <a:pt x="120269" y="189357"/>
                </a:lnTo>
                <a:lnTo>
                  <a:pt x="121030" y="190373"/>
                </a:lnTo>
                <a:lnTo>
                  <a:pt x="123317" y="202946"/>
                </a:lnTo>
                <a:lnTo>
                  <a:pt x="123317" y="206375"/>
                </a:lnTo>
                <a:lnTo>
                  <a:pt x="123317" y="209803"/>
                </a:lnTo>
                <a:lnTo>
                  <a:pt x="117601" y="225425"/>
                </a:lnTo>
                <a:lnTo>
                  <a:pt x="116459" y="225425"/>
                </a:lnTo>
                <a:lnTo>
                  <a:pt x="13588" y="225425"/>
                </a:lnTo>
                <a:lnTo>
                  <a:pt x="9779" y="225425"/>
                </a:lnTo>
                <a:lnTo>
                  <a:pt x="6604" y="224282"/>
                </a:lnTo>
                <a:lnTo>
                  <a:pt x="3937" y="221996"/>
                </a:lnTo>
                <a:lnTo>
                  <a:pt x="1397" y="219837"/>
                </a:lnTo>
                <a:lnTo>
                  <a:pt x="0" y="216153"/>
                </a:lnTo>
                <a:lnTo>
                  <a:pt x="0" y="211074"/>
                </a:lnTo>
                <a:lnTo>
                  <a:pt x="0" y="7365"/>
                </a:lnTo>
                <a:lnTo>
                  <a:pt x="0" y="6096"/>
                </a:lnTo>
                <a:lnTo>
                  <a:pt x="381" y="5080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992367" y="1600327"/>
            <a:ext cx="182880" cy="226695"/>
          </a:xfrm>
          <a:custGeom>
            <a:avLst/>
            <a:gdLst/>
            <a:ahLst/>
            <a:cxnLst/>
            <a:rect l="l" t="t" r="r" b="b"/>
            <a:pathLst>
              <a:path w="182879" h="226694">
                <a:moveTo>
                  <a:pt x="28067" y="0"/>
                </a:moveTo>
                <a:lnTo>
                  <a:pt x="33528" y="0"/>
                </a:lnTo>
                <a:lnTo>
                  <a:pt x="37846" y="126"/>
                </a:lnTo>
                <a:lnTo>
                  <a:pt x="41021" y="381"/>
                </a:lnTo>
                <a:lnTo>
                  <a:pt x="44196" y="635"/>
                </a:lnTo>
                <a:lnTo>
                  <a:pt x="93980" y="81280"/>
                </a:lnTo>
                <a:lnTo>
                  <a:pt x="132207" y="7112"/>
                </a:lnTo>
                <a:lnTo>
                  <a:pt x="132969" y="5714"/>
                </a:lnTo>
                <a:lnTo>
                  <a:pt x="133731" y="4572"/>
                </a:lnTo>
                <a:lnTo>
                  <a:pt x="134493" y="3683"/>
                </a:lnTo>
                <a:lnTo>
                  <a:pt x="135128" y="2794"/>
                </a:lnTo>
                <a:lnTo>
                  <a:pt x="136398" y="2032"/>
                </a:lnTo>
                <a:lnTo>
                  <a:pt x="138049" y="1524"/>
                </a:lnTo>
                <a:lnTo>
                  <a:pt x="139700" y="1015"/>
                </a:lnTo>
                <a:lnTo>
                  <a:pt x="142112" y="635"/>
                </a:lnTo>
                <a:lnTo>
                  <a:pt x="145034" y="381"/>
                </a:lnTo>
                <a:lnTo>
                  <a:pt x="147955" y="126"/>
                </a:lnTo>
                <a:lnTo>
                  <a:pt x="152019" y="0"/>
                </a:lnTo>
                <a:lnTo>
                  <a:pt x="157226" y="0"/>
                </a:lnTo>
                <a:lnTo>
                  <a:pt x="163068" y="0"/>
                </a:lnTo>
                <a:lnTo>
                  <a:pt x="167640" y="126"/>
                </a:lnTo>
                <a:lnTo>
                  <a:pt x="170942" y="508"/>
                </a:lnTo>
                <a:lnTo>
                  <a:pt x="174244" y="762"/>
                </a:lnTo>
                <a:lnTo>
                  <a:pt x="176530" y="1524"/>
                </a:lnTo>
                <a:lnTo>
                  <a:pt x="177927" y="2794"/>
                </a:lnTo>
                <a:lnTo>
                  <a:pt x="179197" y="4063"/>
                </a:lnTo>
                <a:lnTo>
                  <a:pt x="179451" y="5969"/>
                </a:lnTo>
                <a:lnTo>
                  <a:pt x="178816" y="8382"/>
                </a:lnTo>
                <a:lnTo>
                  <a:pt x="178181" y="10795"/>
                </a:lnTo>
                <a:lnTo>
                  <a:pt x="176911" y="14097"/>
                </a:lnTo>
                <a:lnTo>
                  <a:pt x="174879" y="18287"/>
                </a:lnTo>
                <a:lnTo>
                  <a:pt x="124968" y="109727"/>
                </a:lnTo>
                <a:lnTo>
                  <a:pt x="178181" y="208280"/>
                </a:lnTo>
                <a:lnTo>
                  <a:pt x="180340" y="212344"/>
                </a:lnTo>
                <a:lnTo>
                  <a:pt x="181610" y="215519"/>
                </a:lnTo>
                <a:lnTo>
                  <a:pt x="182245" y="217932"/>
                </a:lnTo>
                <a:lnTo>
                  <a:pt x="182880" y="220345"/>
                </a:lnTo>
                <a:lnTo>
                  <a:pt x="182499" y="222250"/>
                </a:lnTo>
                <a:lnTo>
                  <a:pt x="181102" y="223520"/>
                </a:lnTo>
                <a:lnTo>
                  <a:pt x="179832" y="224789"/>
                </a:lnTo>
                <a:lnTo>
                  <a:pt x="177292" y="225551"/>
                </a:lnTo>
                <a:lnTo>
                  <a:pt x="173609" y="225933"/>
                </a:lnTo>
                <a:lnTo>
                  <a:pt x="169926" y="226313"/>
                </a:lnTo>
                <a:lnTo>
                  <a:pt x="164973" y="226440"/>
                </a:lnTo>
                <a:lnTo>
                  <a:pt x="158496" y="226440"/>
                </a:lnTo>
                <a:lnTo>
                  <a:pt x="153035" y="226440"/>
                </a:lnTo>
                <a:lnTo>
                  <a:pt x="148717" y="226313"/>
                </a:lnTo>
                <a:lnTo>
                  <a:pt x="145669" y="226060"/>
                </a:lnTo>
                <a:lnTo>
                  <a:pt x="142494" y="225933"/>
                </a:lnTo>
                <a:lnTo>
                  <a:pt x="134366" y="222885"/>
                </a:lnTo>
                <a:lnTo>
                  <a:pt x="133477" y="221869"/>
                </a:lnTo>
                <a:lnTo>
                  <a:pt x="132842" y="220725"/>
                </a:lnTo>
                <a:lnTo>
                  <a:pt x="132207" y="219328"/>
                </a:lnTo>
                <a:lnTo>
                  <a:pt x="90170" y="138430"/>
                </a:lnTo>
                <a:lnTo>
                  <a:pt x="48133" y="219328"/>
                </a:lnTo>
                <a:lnTo>
                  <a:pt x="47498" y="220725"/>
                </a:lnTo>
                <a:lnTo>
                  <a:pt x="46736" y="221869"/>
                </a:lnTo>
                <a:lnTo>
                  <a:pt x="34544" y="226060"/>
                </a:lnTo>
                <a:lnTo>
                  <a:pt x="31369" y="226313"/>
                </a:lnTo>
                <a:lnTo>
                  <a:pt x="27178" y="226440"/>
                </a:lnTo>
                <a:lnTo>
                  <a:pt x="21971" y="226440"/>
                </a:lnTo>
                <a:lnTo>
                  <a:pt x="16002" y="226440"/>
                </a:lnTo>
                <a:lnTo>
                  <a:pt x="0" y="220345"/>
                </a:lnTo>
                <a:lnTo>
                  <a:pt x="635" y="217932"/>
                </a:lnTo>
                <a:lnTo>
                  <a:pt x="1397" y="215519"/>
                </a:lnTo>
                <a:lnTo>
                  <a:pt x="2794" y="212344"/>
                </a:lnTo>
                <a:lnTo>
                  <a:pt x="4953" y="208280"/>
                </a:lnTo>
                <a:lnTo>
                  <a:pt x="58801" y="110236"/>
                </a:lnTo>
                <a:lnTo>
                  <a:pt x="8762" y="18287"/>
                </a:lnTo>
                <a:lnTo>
                  <a:pt x="6731" y="14097"/>
                </a:lnTo>
                <a:lnTo>
                  <a:pt x="5334" y="10795"/>
                </a:lnTo>
                <a:lnTo>
                  <a:pt x="4572" y="8255"/>
                </a:lnTo>
                <a:lnTo>
                  <a:pt x="3810" y="5714"/>
                </a:lnTo>
                <a:lnTo>
                  <a:pt x="4064" y="3937"/>
                </a:lnTo>
                <a:lnTo>
                  <a:pt x="5461" y="2667"/>
                </a:lnTo>
                <a:lnTo>
                  <a:pt x="6731" y="1524"/>
                </a:lnTo>
                <a:lnTo>
                  <a:pt x="9271" y="762"/>
                </a:lnTo>
                <a:lnTo>
                  <a:pt x="12827" y="508"/>
                </a:lnTo>
                <a:lnTo>
                  <a:pt x="16383" y="126"/>
                </a:lnTo>
                <a:lnTo>
                  <a:pt x="21462" y="0"/>
                </a:lnTo>
                <a:lnTo>
                  <a:pt x="2806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57571" y="1600327"/>
            <a:ext cx="167005" cy="226695"/>
          </a:xfrm>
          <a:custGeom>
            <a:avLst/>
            <a:gdLst/>
            <a:ahLst/>
            <a:cxnLst/>
            <a:rect l="l" t="t" r="r" b="b"/>
            <a:pathLst>
              <a:path w="167004" h="226694">
                <a:moveTo>
                  <a:pt x="107568" y="0"/>
                </a:moveTo>
                <a:lnTo>
                  <a:pt x="113411" y="0"/>
                </a:lnTo>
                <a:lnTo>
                  <a:pt x="118490" y="126"/>
                </a:lnTo>
                <a:lnTo>
                  <a:pt x="122554" y="508"/>
                </a:lnTo>
                <a:lnTo>
                  <a:pt x="126745" y="762"/>
                </a:lnTo>
                <a:lnTo>
                  <a:pt x="139826" y="6223"/>
                </a:lnTo>
                <a:lnTo>
                  <a:pt x="139826" y="7493"/>
                </a:lnTo>
                <a:lnTo>
                  <a:pt x="139826" y="142494"/>
                </a:lnTo>
                <a:lnTo>
                  <a:pt x="159765" y="142494"/>
                </a:lnTo>
                <a:lnTo>
                  <a:pt x="161543" y="142494"/>
                </a:lnTo>
                <a:lnTo>
                  <a:pt x="163194" y="144018"/>
                </a:lnTo>
                <a:lnTo>
                  <a:pt x="164464" y="146812"/>
                </a:lnTo>
                <a:lnTo>
                  <a:pt x="165862" y="149606"/>
                </a:lnTo>
                <a:lnTo>
                  <a:pt x="166496" y="154305"/>
                </a:lnTo>
                <a:lnTo>
                  <a:pt x="166496" y="160909"/>
                </a:lnTo>
                <a:lnTo>
                  <a:pt x="166496" y="166877"/>
                </a:lnTo>
                <a:lnTo>
                  <a:pt x="165862" y="171323"/>
                </a:lnTo>
                <a:lnTo>
                  <a:pt x="164591" y="174371"/>
                </a:lnTo>
                <a:lnTo>
                  <a:pt x="163449" y="177419"/>
                </a:lnTo>
                <a:lnTo>
                  <a:pt x="161798" y="178943"/>
                </a:lnTo>
                <a:lnTo>
                  <a:pt x="159765" y="178943"/>
                </a:lnTo>
                <a:lnTo>
                  <a:pt x="139826" y="178943"/>
                </a:lnTo>
                <a:lnTo>
                  <a:pt x="139826" y="219583"/>
                </a:lnTo>
                <a:lnTo>
                  <a:pt x="139826" y="220725"/>
                </a:lnTo>
                <a:lnTo>
                  <a:pt x="139445" y="221742"/>
                </a:lnTo>
                <a:lnTo>
                  <a:pt x="138683" y="222503"/>
                </a:lnTo>
                <a:lnTo>
                  <a:pt x="138049" y="223393"/>
                </a:lnTo>
                <a:lnTo>
                  <a:pt x="128269" y="226060"/>
                </a:lnTo>
                <a:lnTo>
                  <a:pt x="125602" y="226313"/>
                </a:lnTo>
                <a:lnTo>
                  <a:pt x="121919" y="226440"/>
                </a:lnTo>
                <a:lnTo>
                  <a:pt x="117601" y="226440"/>
                </a:lnTo>
                <a:lnTo>
                  <a:pt x="113411" y="226440"/>
                </a:lnTo>
                <a:lnTo>
                  <a:pt x="109854" y="226313"/>
                </a:lnTo>
                <a:lnTo>
                  <a:pt x="107061" y="226060"/>
                </a:lnTo>
                <a:lnTo>
                  <a:pt x="104266" y="225806"/>
                </a:lnTo>
                <a:lnTo>
                  <a:pt x="96900" y="222503"/>
                </a:lnTo>
                <a:lnTo>
                  <a:pt x="96265" y="221742"/>
                </a:lnTo>
                <a:lnTo>
                  <a:pt x="95884" y="220725"/>
                </a:lnTo>
                <a:lnTo>
                  <a:pt x="95884" y="219583"/>
                </a:lnTo>
                <a:lnTo>
                  <a:pt x="95884" y="178943"/>
                </a:lnTo>
                <a:lnTo>
                  <a:pt x="10032" y="178943"/>
                </a:lnTo>
                <a:lnTo>
                  <a:pt x="8508" y="178943"/>
                </a:lnTo>
                <a:lnTo>
                  <a:pt x="6984" y="178815"/>
                </a:lnTo>
                <a:lnTo>
                  <a:pt x="5714" y="178308"/>
                </a:lnTo>
                <a:lnTo>
                  <a:pt x="4444" y="177926"/>
                </a:lnTo>
                <a:lnTo>
                  <a:pt x="3428" y="177037"/>
                </a:lnTo>
                <a:lnTo>
                  <a:pt x="2539" y="175513"/>
                </a:lnTo>
                <a:lnTo>
                  <a:pt x="1650" y="174117"/>
                </a:lnTo>
                <a:lnTo>
                  <a:pt x="1015" y="172085"/>
                </a:lnTo>
                <a:lnTo>
                  <a:pt x="634" y="169290"/>
                </a:lnTo>
                <a:lnTo>
                  <a:pt x="253" y="166624"/>
                </a:lnTo>
                <a:lnTo>
                  <a:pt x="0" y="163068"/>
                </a:lnTo>
                <a:lnTo>
                  <a:pt x="0" y="158496"/>
                </a:lnTo>
                <a:lnTo>
                  <a:pt x="0" y="154812"/>
                </a:lnTo>
                <a:lnTo>
                  <a:pt x="126" y="151637"/>
                </a:lnTo>
                <a:lnTo>
                  <a:pt x="75437" y="6096"/>
                </a:lnTo>
                <a:lnTo>
                  <a:pt x="84200" y="1524"/>
                </a:lnTo>
                <a:lnTo>
                  <a:pt x="86740" y="1015"/>
                </a:lnTo>
                <a:lnTo>
                  <a:pt x="89788" y="635"/>
                </a:lnTo>
                <a:lnTo>
                  <a:pt x="93599" y="381"/>
                </a:lnTo>
                <a:lnTo>
                  <a:pt x="97408" y="126"/>
                </a:lnTo>
                <a:lnTo>
                  <a:pt x="102107" y="0"/>
                </a:lnTo>
                <a:lnTo>
                  <a:pt x="10756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95895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8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5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5"/>
                </a:lnTo>
                <a:lnTo>
                  <a:pt x="116839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3" y="216153"/>
                </a:lnTo>
                <a:lnTo>
                  <a:pt x="185674" y="218186"/>
                </a:lnTo>
                <a:lnTo>
                  <a:pt x="181863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4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28943" y="1597405"/>
            <a:ext cx="212725" cy="232410"/>
          </a:xfrm>
          <a:custGeom>
            <a:avLst/>
            <a:gdLst/>
            <a:ahLst/>
            <a:cxnLst/>
            <a:rect l="l" t="t" r="r" b="b"/>
            <a:pathLst>
              <a:path w="212725" h="232410">
                <a:moveTo>
                  <a:pt x="108330" y="0"/>
                </a:moveTo>
                <a:lnTo>
                  <a:pt x="153415" y="6731"/>
                </a:lnTo>
                <a:lnTo>
                  <a:pt x="185927" y="27559"/>
                </a:lnTo>
                <a:lnTo>
                  <a:pt x="205739" y="62992"/>
                </a:lnTo>
                <a:lnTo>
                  <a:pt x="212471" y="113538"/>
                </a:lnTo>
                <a:lnTo>
                  <a:pt x="212022" y="127158"/>
                </a:lnTo>
                <a:lnTo>
                  <a:pt x="201610" y="174071"/>
                </a:lnTo>
                <a:lnTo>
                  <a:pt x="177649" y="208101"/>
                </a:lnTo>
                <a:lnTo>
                  <a:pt x="140503" y="227782"/>
                </a:lnTo>
                <a:lnTo>
                  <a:pt x="104266" y="232283"/>
                </a:lnTo>
                <a:lnTo>
                  <a:pt x="91551" y="231854"/>
                </a:lnTo>
                <a:lnTo>
                  <a:pt x="49216" y="221616"/>
                </a:lnTo>
                <a:lnTo>
                  <a:pt x="19960" y="197074"/>
                </a:lnTo>
                <a:lnTo>
                  <a:pt x="3643" y="157553"/>
                </a:lnTo>
                <a:lnTo>
                  <a:pt x="0" y="117602"/>
                </a:lnTo>
                <a:lnTo>
                  <a:pt x="430" y="104316"/>
                </a:lnTo>
                <a:lnTo>
                  <a:pt x="10842" y="58124"/>
                </a:lnTo>
                <a:lnTo>
                  <a:pt x="34821" y="24326"/>
                </a:lnTo>
                <a:lnTo>
                  <a:pt x="71969" y="4554"/>
                </a:lnTo>
                <a:lnTo>
                  <a:pt x="10833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5981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194175" y="2592451"/>
            <a:ext cx="393763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1805">
              <a:lnSpc>
                <a:spcPct val="100000"/>
              </a:lnSpc>
              <a:spcBef>
                <a:spcPts val="100"/>
              </a:spcBef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5" dirty="0">
                <a:latin typeface="Arial"/>
                <a:cs typeface="Arial"/>
              </a:rPr>
              <a:t>Reread </a:t>
            </a:r>
            <a:r>
              <a:rPr sz="2400" b="1" spc="35" dirty="0">
                <a:latin typeface="Arial"/>
                <a:cs typeface="Arial"/>
              </a:rPr>
              <a:t>and </a:t>
            </a:r>
            <a:r>
              <a:rPr sz="2400" b="1" spc="-5" dirty="0">
                <a:latin typeface="Arial"/>
                <a:cs typeface="Arial"/>
              </a:rPr>
              <a:t>think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more  </a:t>
            </a:r>
            <a:r>
              <a:rPr sz="2400" b="1" spc="30" dirty="0">
                <a:latin typeface="Arial"/>
                <a:cs typeface="Arial"/>
              </a:rPr>
              <a:t>deeply </a:t>
            </a:r>
            <a:r>
              <a:rPr sz="2400" b="1" spc="25" dirty="0">
                <a:latin typeface="Arial"/>
                <a:cs typeface="Arial"/>
              </a:rPr>
              <a:t>about </a:t>
            </a:r>
            <a:r>
              <a:rPr sz="2400" b="1" spc="-10" dirty="0">
                <a:latin typeface="Arial"/>
                <a:cs typeface="Arial"/>
              </a:rPr>
              <a:t>the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65" dirty="0">
                <a:latin typeface="Arial"/>
                <a:cs typeface="Arial"/>
              </a:rPr>
              <a:t>text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-20" dirty="0">
                <a:latin typeface="Arial"/>
                <a:cs typeface="Arial"/>
              </a:rPr>
              <a:t>Examine </a:t>
            </a:r>
            <a:r>
              <a:rPr sz="2400" b="1" spc="-1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author’s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craft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-35" dirty="0">
                <a:latin typeface="Arial"/>
                <a:cs typeface="Arial"/>
              </a:rPr>
              <a:t>Learn </a:t>
            </a:r>
            <a:r>
              <a:rPr sz="2400" b="1" spc="20" dirty="0">
                <a:latin typeface="Arial"/>
                <a:cs typeface="Arial"/>
              </a:rPr>
              <a:t>vocabulary </a:t>
            </a:r>
            <a:r>
              <a:rPr sz="2400" b="1" spc="25" dirty="0">
                <a:latin typeface="Arial"/>
                <a:cs typeface="Arial"/>
              </a:rPr>
              <a:t>words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buSzPct val="95833"/>
              <a:buFont typeface="Arial"/>
              <a:buChar char="•"/>
              <a:tabLst>
                <a:tab pos="120650" algn="l"/>
              </a:tabLst>
            </a:pPr>
            <a:r>
              <a:rPr sz="2400" b="1" spc="-15" dirty="0">
                <a:latin typeface="Arial"/>
                <a:cs typeface="Arial"/>
              </a:rPr>
              <a:t>Participate </a:t>
            </a:r>
            <a:r>
              <a:rPr sz="2400" b="1" spc="-40" dirty="0">
                <a:latin typeface="Arial"/>
                <a:cs typeface="Arial"/>
              </a:rPr>
              <a:t>in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85" dirty="0">
                <a:latin typeface="Arial"/>
                <a:cs typeface="Arial"/>
              </a:rPr>
              <a:t>minilessons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637788" y="4895088"/>
            <a:ext cx="1552956" cy="4008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949952" y="4895088"/>
            <a:ext cx="783336" cy="4008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92496" y="4895088"/>
            <a:ext cx="533400" cy="4008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736975" y="4929377"/>
            <a:ext cx="21742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latin typeface="Trebuchet MS"/>
                <a:cs typeface="Trebuchet MS"/>
              </a:rPr>
              <a:t>(Tompkins, </a:t>
            </a:r>
            <a:r>
              <a:rPr sz="1400" spc="-114" dirty="0">
                <a:latin typeface="Trebuchet MS"/>
                <a:cs typeface="Trebuchet MS"/>
              </a:rPr>
              <a:t>G.E. </a:t>
            </a:r>
            <a:r>
              <a:rPr sz="1400" spc="-35" dirty="0">
                <a:latin typeface="Trebuchet MS"/>
                <a:cs typeface="Trebuchet MS"/>
              </a:rPr>
              <a:t>&amp; </a:t>
            </a:r>
            <a:r>
              <a:rPr sz="1400" spc="-90" dirty="0">
                <a:latin typeface="Trebuchet MS"/>
                <a:cs typeface="Trebuchet MS"/>
              </a:rPr>
              <a:t>Hoffner,</a:t>
            </a:r>
            <a:r>
              <a:rPr sz="1400" spc="-260" dirty="0">
                <a:latin typeface="Trebuchet MS"/>
                <a:cs typeface="Trebuchet MS"/>
              </a:rPr>
              <a:t> </a:t>
            </a:r>
            <a:r>
              <a:rPr sz="1400" spc="-100" dirty="0">
                <a:latin typeface="Trebuchet MS"/>
                <a:cs typeface="Trebuchet MS"/>
              </a:rPr>
              <a:t>H.)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81000" y="4114800"/>
            <a:ext cx="2514600" cy="18288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196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62528" y="2095500"/>
            <a:ext cx="5134356" cy="123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05961" y="21343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62528" y="3771900"/>
            <a:ext cx="5134356" cy="123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5961" y="38107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54161" y="3353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54161" y="3353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62528" y="2933700"/>
            <a:ext cx="5134356" cy="123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05961" y="29725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54161" y="22867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54161" y="1372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54161" y="1372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62528" y="4686300"/>
            <a:ext cx="5134356" cy="123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05961" y="47251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154161" y="4420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54161" y="44203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85132" y="1560575"/>
            <a:ext cx="3108960" cy="3063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21961" y="1597405"/>
            <a:ext cx="3035808" cy="2322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92750" y="1766442"/>
            <a:ext cx="67183" cy="707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92750" y="16531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60006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4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71461" y="16371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3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725667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8" y="21843"/>
                </a:lnTo>
                <a:lnTo>
                  <a:pt x="56134" y="16763"/>
                </a:lnTo>
                <a:lnTo>
                  <a:pt x="53340" y="11684"/>
                </a:lnTo>
                <a:lnTo>
                  <a:pt x="49911" y="7874"/>
                </a:lnTo>
                <a:lnTo>
                  <a:pt x="45847" y="5461"/>
                </a:lnTo>
                <a:lnTo>
                  <a:pt x="41783" y="3048"/>
                </a:lnTo>
                <a:lnTo>
                  <a:pt x="37592" y="1524"/>
                </a:lnTo>
                <a:lnTo>
                  <a:pt x="33147" y="888"/>
                </a:lnTo>
                <a:lnTo>
                  <a:pt x="28702" y="253"/>
                </a:lnTo>
                <a:lnTo>
                  <a:pt x="24130" y="0"/>
                </a:lnTo>
                <a:lnTo>
                  <a:pt x="1930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947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88023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3" y="4064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60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14644" y="16362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3" y="63627"/>
                </a:lnTo>
                <a:lnTo>
                  <a:pt x="29590" y="63627"/>
                </a:lnTo>
                <a:lnTo>
                  <a:pt x="35305" y="62865"/>
                </a:lnTo>
                <a:lnTo>
                  <a:pt x="40131" y="61214"/>
                </a:lnTo>
                <a:lnTo>
                  <a:pt x="45084" y="59690"/>
                </a:lnTo>
                <a:lnTo>
                  <a:pt x="61975" y="36195"/>
                </a:lnTo>
                <a:lnTo>
                  <a:pt x="61975" y="31369"/>
                </a:lnTo>
                <a:lnTo>
                  <a:pt x="61975" y="24003"/>
                </a:lnTo>
                <a:lnTo>
                  <a:pt x="40512" y="1905"/>
                </a:lnTo>
                <a:lnTo>
                  <a:pt x="38226" y="1270"/>
                </a:lnTo>
                <a:lnTo>
                  <a:pt x="35559" y="889"/>
                </a:lnTo>
                <a:lnTo>
                  <a:pt x="32638" y="508"/>
                </a:lnTo>
                <a:lnTo>
                  <a:pt x="29717" y="127"/>
                </a:lnTo>
                <a:lnTo>
                  <a:pt x="25653" y="0"/>
                </a:lnTo>
                <a:lnTo>
                  <a:pt x="20446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825995" y="16013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20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4" y="197485"/>
                </a:lnTo>
                <a:lnTo>
                  <a:pt x="118618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4194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7" y="381"/>
                </a:lnTo>
                <a:lnTo>
                  <a:pt x="128397" y="889"/>
                </a:lnTo>
                <a:lnTo>
                  <a:pt x="129158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6" y="14605"/>
                </a:lnTo>
                <a:lnTo>
                  <a:pt x="132206" y="18034"/>
                </a:lnTo>
                <a:lnTo>
                  <a:pt x="132206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8" y="34162"/>
                </a:lnTo>
                <a:lnTo>
                  <a:pt x="128397" y="34798"/>
                </a:lnTo>
                <a:lnTo>
                  <a:pt x="127507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3" y="90551"/>
                </a:lnTo>
                <a:lnTo>
                  <a:pt x="114300" y="90551"/>
                </a:lnTo>
                <a:lnTo>
                  <a:pt x="119633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3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3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0" y="188722"/>
                </a:lnTo>
                <a:lnTo>
                  <a:pt x="128270" y="188976"/>
                </a:lnTo>
                <a:lnTo>
                  <a:pt x="129158" y="189611"/>
                </a:lnTo>
                <a:lnTo>
                  <a:pt x="130048" y="190246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8" y="223393"/>
                </a:lnTo>
                <a:lnTo>
                  <a:pt x="128270" y="224028"/>
                </a:lnTo>
                <a:lnTo>
                  <a:pt x="127380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24230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8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3" y="381"/>
                </a:lnTo>
                <a:lnTo>
                  <a:pt x="90043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2" y="4699"/>
                </a:lnTo>
                <a:lnTo>
                  <a:pt x="121031" y="7874"/>
                </a:lnTo>
                <a:lnTo>
                  <a:pt x="128270" y="10922"/>
                </a:lnTo>
                <a:lnTo>
                  <a:pt x="134366" y="14986"/>
                </a:lnTo>
                <a:lnTo>
                  <a:pt x="139319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3" y="44831"/>
                </a:lnTo>
                <a:lnTo>
                  <a:pt x="154940" y="52705"/>
                </a:lnTo>
                <a:lnTo>
                  <a:pt x="154940" y="61595"/>
                </a:lnTo>
                <a:lnTo>
                  <a:pt x="154940" y="69087"/>
                </a:lnTo>
                <a:lnTo>
                  <a:pt x="143637" y="98679"/>
                </a:lnTo>
                <a:lnTo>
                  <a:pt x="139954" y="103505"/>
                </a:lnTo>
                <a:lnTo>
                  <a:pt x="111379" y="120015"/>
                </a:lnTo>
                <a:lnTo>
                  <a:pt x="114681" y="121666"/>
                </a:lnTo>
                <a:lnTo>
                  <a:pt x="117856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6" y="159893"/>
                </a:lnTo>
                <a:lnTo>
                  <a:pt x="162179" y="204089"/>
                </a:lnTo>
                <a:lnTo>
                  <a:pt x="163957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3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40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40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2" y="167767"/>
                </a:lnTo>
                <a:lnTo>
                  <a:pt x="94869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817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068567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9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4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4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9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868923" y="16013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121030" y="7874"/>
                </a:lnTo>
                <a:lnTo>
                  <a:pt x="128270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47320" y="93853"/>
                </a:lnTo>
                <a:lnTo>
                  <a:pt x="143637" y="98679"/>
                </a:lnTo>
                <a:lnTo>
                  <a:pt x="139953" y="103505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8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3" y="156972"/>
                </a:lnTo>
                <a:lnTo>
                  <a:pt x="90170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70" y="132715"/>
                </a:lnTo>
                <a:lnTo>
                  <a:pt x="59943" y="132715"/>
                </a:lnTo>
                <a:lnTo>
                  <a:pt x="45720" y="132715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79947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6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7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69" y="59055"/>
                </a:lnTo>
                <a:lnTo>
                  <a:pt x="153669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19" y="146558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0490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752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6776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144511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6" y="380"/>
                </a:lnTo>
                <a:lnTo>
                  <a:pt x="177673" y="762"/>
                </a:lnTo>
                <a:lnTo>
                  <a:pt x="179705" y="1142"/>
                </a:lnTo>
                <a:lnTo>
                  <a:pt x="181102" y="1904"/>
                </a:lnTo>
                <a:lnTo>
                  <a:pt x="182626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3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3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1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1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9" y="202691"/>
                </a:lnTo>
                <a:lnTo>
                  <a:pt x="114808" y="196976"/>
                </a:lnTo>
                <a:lnTo>
                  <a:pt x="59055" y="92075"/>
                </a:lnTo>
                <a:lnTo>
                  <a:pt x="55753" y="85851"/>
                </a:lnTo>
                <a:lnTo>
                  <a:pt x="52451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1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6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1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1" y="7492"/>
                </a:lnTo>
                <a:lnTo>
                  <a:pt x="4826" y="4699"/>
                </a:lnTo>
                <a:lnTo>
                  <a:pt x="8001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73279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80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050023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5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2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590918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0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6628" y="218312"/>
                </a:lnTo>
                <a:lnTo>
                  <a:pt x="207009" y="220725"/>
                </a:lnTo>
                <a:lnTo>
                  <a:pt x="206501" y="222503"/>
                </a:lnTo>
                <a:lnTo>
                  <a:pt x="205231" y="223774"/>
                </a:lnTo>
                <a:lnTo>
                  <a:pt x="203961" y="225044"/>
                </a:lnTo>
                <a:lnTo>
                  <a:pt x="201675" y="225806"/>
                </a:lnTo>
                <a:lnTo>
                  <a:pt x="198500" y="226060"/>
                </a:lnTo>
                <a:lnTo>
                  <a:pt x="195199" y="226313"/>
                </a:lnTo>
                <a:lnTo>
                  <a:pt x="190753" y="226440"/>
                </a:lnTo>
                <a:lnTo>
                  <a:pt x="185165" y="226440"/>
                </a:lnTo>
                <a:lnTo>
                  <a:pt x="179197" y="226440"/>
                </a:lnTo>
                <a:lnTo>
                  <a:pt x="174625" y="226440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2" y="174244"/>
                </a:lnTo>
                <a:lnTo>
                  <a:pt x="59054" y="174244"/>
                </a:lnTo>
                <a:lnTo>
                  <a:pt x="44830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5" y="225933"/>
                </a:lnTo>
                <a:lnTo>
                  <a:pt x="32257" y="226060"/>
                </a:lnTo>
                <a:lnTo>
                  <a:pt x="29209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5" y="226440"/>
                </a:lnTo>
                <a:lnTo>
                  <a:pt x="1524" y="223393"/>
                </a:lnTo>
                <a:lnTo>
                  <a:pt x="380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4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5" y="9017"/>
                </a:lnTo>
                <a:lnTo>
                  <a:pt x="72771" y="7112"/>
                </a:lnTo>
                <a:lnTo>
                  <a:pt x="73659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1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1" y="126"/>
                </a:lnTo>
                <a:lnTo>
                  <a:pt x="95630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310885" y="1590675"/>
            <a:ext cx="156337" cy="2442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66000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84023" y="101600"/>
                </a:lnTo>
                <a:lnTo>
                  <a:pt x="185420" y="102234"/>
                </a:lnTo>
                <a:lnTo>
                  <a:pt x="186690" y="103124"/>
                </a:lnTo>
                <a:lnTo>
                  <a:pt x="187832" y="104393"/>
                </a:lnTo>
                <a:lnTo>
                  <a:pt x="188975" y="105663"/>
                </a:lnTo>
                <a:lnTo>
                  <a:pt x="189738" y="107187"/>
                </a:lnTo>
                <a:lnTo>
                  <a:pt x="190373" y="108965"/>
                </a:lnTo>
                <a:lnTo>
                  <a:pt x="190880" y="110870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04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219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789932" y="2398776"/>
            <a:ext cx="2546604" cy="3063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826761" y="2435605"/>
            <a:ext cx="2473452" cy="23228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797550" y="2604642"/>
            <a:ext cx="67183" cy="707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797550" y="2491358"/>
            <a:ext cx="67183" cy="706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402451" y="24824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5" h="95250">
                <a:moveTo>
                  <a:pt x="31750" y="0"/>
                </a:moveTo>
                <a:lnTo>
                  <a:pt x="0" y="95250"/>
                </a:lnTo>
                <a:lnTo>
                  <a:pt x="63753" y="95250"/>
                </a:lnTo>
                <a:lnTo>
                  <a:pt x="32003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613906" y="2475357"/>
            <a:ext cx="93980" cy="153035"/>
          </a:xfrm>
          <a:custGeom>
            <a:avLst/>
            <a:gdLst/>
            <a:ahLst/>
            <a:cxnLst/>
            <a:rect l="l" t="t" r="r" b="b"/>
            <a:pathLst>
              <a:path w="93979" h="153035">
                <a:moveTo>
                  <a:pt x="0" y="0"/>
                </a:moveTo>
                <a:lnTo>
                  <a:pt x="0" y="152526"/>
                </a:lnTo>
                <a:lnTo>
                  <a:pt x="23749" y="152526"/>
                </a:lnTo>
                <a:lnTo>
                  <a:pt x="61491" y="144934"/>
                </a:lnTo>
                <a:lnTo>
                  <a:pt x="87155" y="115663"/>
                </a:lnTo>
                <a:lnTo>
                  <a:pt x="93852" y="74675"/>
                </a:lnTo>
                <a:lnTo>
                  <a:pt x="93614" y="66819"/>
                </a:lnTo>
                <a:lnTo>
                  <a:pt x="81934" y="26546"/>
                </a:lnTo>
                <a:lnTo>
                  <a:pt x="50045" y="3107"/>
                </a:lnTo>
                <a:lnTo>
                  <a:pt x="23114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99532" y="24748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030467" y="24744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7"/>
                </a:lnTo>
                <a:lnTo>
                  <a:pt x="23114" y="63627"/>
                </a:lnTo>
                <a:lnTo>
                  <a:pt x="29591" y="63627"/>
                </a:lnTo>
                <a:lnTo>
                  <a:pt x="35306" y="62865"/>
                </a:lnTo>
                <a:lnTo>
                  <a:pt x="40132" y="61214"/>
                </a:lnTo>
                <a:lnTo>
                  <a:pt x="45085" y="59690"/>
                </a:lnTo>
                <a:lnTo>
                  <a:pt x="59562" y="44577"/>
                </a:lnTo>
                <a:lnTo>
                  <a:pt x="61214" y="40640"/>
                </a:lnTo>
                <a:lnTo>
                  <a:pt x="61976" y="36195"/>
                </a:lnTo>
                <a:lnTo>
                  <a:pt x="61976" y="31369"/>
                </a:lnTo>
                <a:lnTo>
                  <a:pt x="61976" y="24003"/>
                </a:lnTo>
                <a:lnTo>
                  <a:pt x="40512" y="1905"/>
                </a:lnTo>
                <a:lnTo>
                  <a:pt x="38227" y="1270"/>
                </a:lnTo>
                <a:lnTo>
                  <a:pt x="35560" y="889"/>
                </a:lnTo>
                <a:lnTo>
                  <a:pt x="32639" y="508"/>
                </a:lnTo>
                <a:lnTo>
                  <a:pt x="29718" y="127"/>
                </a:lnTo>
                <a:lnTo>
                  <a:pt x="25654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568440" y="2439542"/>
            <a:ext cx="186690" cy="224790"/>
          </a:xfrm>
          <a:custGeom>
            <a:avLst/>
            <a:gdLst/>
            <a:ahLst/>
            <a:cxnLst/>
            <a:rect l="l" t="t" r="r" b="b"/>
            <a:pathLst>
              <a:path w="186690" h="224789">
                <a:moveTo>
                  <a:pt x="13588" y="0"/>
                </a:moveTo>
                <a:lnTo>
                  <a:pt x="71119" y="0"/>
                </a:lnTo>
                <a:lnTo>
                  <a:pt x="85578" y="450"/>
                </a:lnTo>
                <a:lnTo>
                  <a:pt x="132097" y="11045"/>
                </a:lnTo>
                <a:lnTo>
                  <a:pt x="163941" y="35204"/>
                </a:lnTo>
                <a:lnTo>
                  <a:pt x="182256" y="72497"/>
                </a:lnTo>
                <a:lnTo>
                  <a:pt x="186435" y="108966"/>
                </a:lnTo>
                <a:lnTo>
                  <a:pt x="185935" y="123826"/>
                </a:lnTo>
                <a:lnTo>
                  <a:pt x="178434" y="161671"/>
                </a:lnTo>
                <a:lnTo>
                  <a:pt x="155193" y="197485"/>
                </a:lnTo>
                <a:lnTo>
                  <a:pt x="118617" y="217932"/>
                </a:lnTo>
                <a:lnTo>
                  <a:pt x="67182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6" y="220980"/>
                </a:lnTo>
                <a:lnTo>
                  <a:pt x="1396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6" y="5715"/>
                </a:lnTo>
                <a:lnTo>
                  <a:pt x="3936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184391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3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9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80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80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9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3" y="35814"/>
                </a:lnTo>
                <a:lnTo>
                  <a:pt x="45466" y="35814"/>
                </a:lnTo>
                <a:lnTo>
                  <a:pt x="45466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19634" y="99822"/>
                </a:lnTo>
                <a:lnTo>
                  <a:pt x="119887" y="102108"/>
                </a:lnTo>
                <a:lnTo>
                  <a:pt x="120015" y="104775"/>
                </a:lnTo>
                <a:lnTo>
                  <a:pt x="120015" y="108077"/>
                </a:lnTo>
                <a:lnTo>
                  <a:pt x="120015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80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6" y="125349"/>
                </a:lnTo>
                <a:lnTo>
                  <a:pt x="45466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1318" y="192659"/>
                </a:lnTo>
                <a:lnTo>
                  <a:pt x="131953" y="194056"/>
                </a:lnTo>
                <a:lnTo>
                  <a:pt x="132334" y="195834"/>
                </a:lnTo>
                <a:lnTo>
                  <a:pt x="132587" y="198120"/>
                </a:lnTo>
                <a:lnTo>
                  <a:pt x="132842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31318" y="220472"/>
                </a:lnTo>
                <a:lnTo>
                  <a:pt x="130683" y="221869"/>
                </a:lnTo>
                <a:lnTo>
                  <a:pt x="130048" y="222758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9" y="224409"/>
                </a:lnTo>
                <a:lnTo>
                  <a:pt x="6604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4" y="1143"/>
                </a:lnTo>
                <a:lnTo>
                  <a:pt x="9779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984747" y="24395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8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7"/>
                </a:lnTo>
                <a:lnTo>
                  <a:pt x="86232" y="381"/>
                </a:lnTo>
                <a:lnTo>
                  <a:pt x="90042" y="635"/>
                </a:lnTo>
                <a:lnTo>
                  <a:pt x="93472" y="889"/>
                </a:lnTo>
                <a:lnTo>
                  <a:pt x="96647" y="1270"/>
                </a:lnTo>
                <a:lnTo>
                  <a:pt x="105663" y="2540"/>
                </a:lnTo>
                <a:lnTo>
                  <a:pt x="113791" y="4699"/>
                </a:lnTo>
                <a:lnTo>
                  <a:pt x="121030" y="7874"/>
                </a:lnTo>
                <a:lnTo>
                  <a:pt x="128269" y="10922"/>
                </a:lnTo>
                <a:lnTo>
                  <a:pt x="134365" y="14986"/>
                </a:lnTo>
                <a:lnTo>
                  <a:pt x="139318" y="20066"/>
                </a:lnTo>
                <a:lnTo>
                  <a:pt x="144399" y="25146"/>
                </a:lnTo>
                <a:lnTo>
                  <a:pt x="148209" y="31115"/>
                </a:lnTo>
                <a:lnTo>
                  <a:pt x="150875" y="37973"/>
                </a:lnTo>
                <a:lnTo>
                  <a:pt x="153542" y="44831"/>
                </a:lnTo>
                <a:lnTo>
                  <a:pt x="154939" y="52705"/>
                </a:lnTo>
                <a:lnTo>
                  <a:pt x="154939" y="61595"/>
                </a:lnTo>
                <a:lnTo>
                  <a:pt x="154939" y="69087"/>
                </a:lnTo>
                <a:lnTo>
                  <a:pt x="153924" y="75946"/>
                </a:lnTo>
                <a:lnTo>
                  <a:pt x="152018" y="82169"/>
                </a:lnTo>
                <a:lnTo>
                  <a:pt x="150113" y="88392"/>
                </a:lnTo>
                <a:lnTo>
                  <a:pt x="118363" y="117856"/>
                </a:lnTo>
                <a:lnTo>
                  <a:pt x="111378" y="120015"/>
                </a:lnTo>
                <a:lnTo>
                  <a:pt x="114680" y="121666"/>
                </a:lnTo>
                <a:lnTo>
                  <a:pt x="117855" y="123571"/>
                </a:lnTo>
                <a:lnTo>
                  <a:pt x="120776" y="125984"/>
                </a:lnTo>
                <a:lnTo>
                  <a:pt x="123825" y="128270"/>
                </a:lnTo>
                <a:lnTo>
                  <a:pt x="143255" y="159893"/>
                </a:lnTo>
                <a:lnTo>
                  <a:pt x="162178" y="204089"/>
                </a:lnTo>
                <a:lnTo>
                  <a:pt x="163956" y="208534"/>
                </a:lnTo>
                <a:lnTo>
                  <a:pt x="165100" y="211709"/>
                </a:lnTo>
                <a:lnTo>
                  <a:pt x="165607" y="213741"/>
                </a:lnTo>
                <a:lnTo>
                  <a:pt x="166242" y="215773"/>
                </a:lnTo>
                <a:lnTo>
                  <a:pt x="166497" y="217297"/>
                </a:lnTo>
                <a:lnTo>
                  <a:pt x="166497" y="218567"/>
                </a:lnTo>
                <a:lnTo>
                  <a:pt x="166497" y="219837"/>
                </a:lnTo>
                <a:lnTo>
                  <a:pt x="154939" y="225044"/>
                </a:lnTo>
                <a:lnTo>
                  <a:pt x="151511" y="225298"/>
                </a:lnTo>
                <a:lnTo>
                  <a:pt x="146938" y="225425"/>
                </a:lnTo>
                <a:lnTo>
                  <a:pt x="141224" y="225425"/>
                </a:lnTo>
                <a:lnTo>
                  <a:pt x="136398" y="225425"/>
                </a:lnTo>
                <a:lnTo>
                  <a:pt x="132461" y="225298"/>
                </a:lnTo>
                <a:lnTo>
                  <a:pt x="129539" y="225044"/>
                </a:lnTo>
                <a:lnTo>
                  <a:pt x="126746" y="224917"/>
                </a:lnTo>
                <a:lnTo>
                  <a:pt x="117475" y="217805"/>
                </a:lnTo>
                <a:lnTo>
                  <a:pt x="97281" y="167767"/>
                </a:lnTo>
                <a:lnTo>
                  <a:pt x="94868" y="162052"/>
                </a:lnTo>
                <a:lnTo>
                  <a:pt x="92582" y="156972"/>
                </a:lnTo>
                <a:lnTo>
                  <a:pt x="90169" y="152654"/>
                </a:lnTo>
                <a:lnTo>
                  <a:pt x="87884" y="148209"/>
                </a:lnTo>
                <a:lnTo>
                  <a:pt x="72771" y="135001"/>
                </a:lnTo>
                <a:lnTo>
                  <a:pt x="68961" y="133477"/>
                </a:lnTo>
                <a:lnTo>
                  <a:pt x="64769" y="132715"/>
                </a:lnTo>
                <a:lnTo>
                  <a:pt x="59943" y="132715"/>
                </a:lnTo>
                <a:lnTo>
                  <a:pt x="45719" y="132715"/>
                </a:lnTo>
                <a:lnTo>
                  <a:pt x="45719" y="218186"/>
                </a:lnTo>
                <a:lnTo>
                  <a:pt x="45719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4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2" y="225425"/>
                </a:lnTo>
                <a:lnTo>
                  <a:pt x="18414" y="225425"/>
                </a:lnTo>
                <a:lnTo>
                  <a:pt x="14731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53811" y="24395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180076" y="2439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982464" y="24395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886956" y="2438907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5" y="5206"/>
                </a:lnTo>
                <a:lnTo>
                  <a:pt x="185039" y="6350"/>
                </a:lnTo>
                <a:lnTo>
                  <a:pt x="185039" y="7492"/>
                </a:lnTo>
                <a:lnTo>
                  <a:pt x="185039" y="209041"/>
                </a:lnTo>
                <a:lnTo>
                  <a:pt x="185039" y="211708"/>
                </a:lnTo>
                <a:lnTo>
                  <a:pt x="184658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2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4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24968" y="214756"/>
                </a:lnTo>
                <a:lnTo>
                  <a:pt x="122682" y="211074"/>
                </a:lnTo>
                <a:lnTo>
                  <a:pt x="120396" y="207390"/>
                </a:lnTo>
                <a:lnTo>
                  <a:pt x="117728" y="202691"/>
                </a:lnTo>
                <a:lnTo>
                  <a:pt x="114808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24511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4064" y="224027"/>
                </a:lnTo>
                <a:lnTo>
                  <a:pt x="2540" y="223392"/>
                </a:lnTo>
                <a:lnTo>
                  <a:pt x="1524" y="222630"/>
                </a:lnTo>
                <a:lnTo>
                  <a:pt x="889" y="221741"/>
                </a:lnTo>
                <a:lnTo>
                  <a:pt x="380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8" y="634"/>
                </a:lnTo>
                <a:lnTo>
                  <a:pt x="16510" y="634"/>
                </a:lnTo>
                <a:lnTo>
                  <a:pt x="41021" y="634"/>
                </a:lnTo>
                <a:lnTo>
                  <a:pt x="45339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5" y="3809"/>
                </a:lnTo>
                <a:lnTo>
                  <a:pt x="60198" y="5587"/>
                </a:lnTo>
                <a:lnTo>
                  <a:pt x="62484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4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7" y="111125"/>
                </a:lnTo>
                <a:lnTo>
                  <a:pt x="121920" y="115950"/>
                </a:lnTo>
                <a:lnTo>
                  <a:pt x="124460" y="120776"/>
                </a:lnTo>
                <a:lnTo>
                  <a:pt x="127000" y="125602"/>
                </a:lnTo>
                <a:lnTo>
                  <a:pt x="129413" y="130301"/>
                </a:lnTo>
                <a:lnTo>
                  <a:pt x="131699" y="135127"/>
                </a:lnTo>
                <a:lnTo>
                  <a:pt x="133985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9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4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4" y="4317"/>
                </a:lnTo>
                <a:lnTo>
                  <a:pt x="145669" y="3428"/>
                </a:lnTo>
                <a:lnTo>
                  <a:pt x="146812" y="2539"/>
                </a:lnTo>
                <a:lnTo>
                  <a:pt x="148463" y="1904"/>
                </a:lnTo>
                <a:lnTo>
                  <a:pt x="150114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7" y="126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792468" y="2438526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6" y="0"/>
                </a:moveTo>
                <a:lnTo>
                  <a:pt x="27431" y="0"/>
                </a:lnTo>
                <a:lnTo>
                  <a:pt x="31114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2" y="225171"/>
                </a:lnTo>
                <a:lnTo>
                  <a:pt x="36956" y="225551"/>
                </a:lnTo>
                <a:lnTo>
                  <a:pt x="34035" y="225933"/>
                </a:lnTo>
                <a:lnTo>
                  <a:pt x="31114" y="226313"/>
                </a:lnTo>
                <a:lnTo>
                  <a:pt x="27431" y="226440"/>
                </a:lnTo>
                <a:lnTo>
                  <a:pt x="22986" y="226440"/>
                </a:lnTo>
                <a:lnTo>
                  <a:pt x="18541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2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333363" y="2438526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09" h="226694">
                <a:moveTo>
                  <a:pt x="101600" y="0"/>
                </a:moveTo>
                <a:lnTo>
                  <a:pt x="108331" y="0"/>
                </a:lnTo>
                <a:lnTo>
                  <a:pt x="113791" y="126"/>
                </a:lnTo>
                <a:lnTo>
                  <a:pt x="204088" y="208407"/>
                </a:lnTo>
                <a:lnTo>
                  <a:pt x="207010" y="220725"/>
                </a:lnTo>
                <a:lnTo>
                  <a:pt x="206502" y="222503"/>
                </a:lnTo>
                <a:lnTo>
                  <a:pt x="205232" y="223774"/>
                </a:lnTo>
                <a:lnTo>
                  <a:pt x="203962" y="225044"/>
                </a:lnTo>
                <a:lnTo>
                  <a:pt x="201676" y="225678"/>
                </a:lnTo>
                <a:lnTo>
                  <a:pt x="198501" y="226060"/>
                </a:lnTo>
                <a:lnTo>
                  <a:pt x="195198" y="226313"/>
                </a:lnTo>
                <a:lnTo>
                  <a:pt x="190754" y="226440"/>
                </a:lnTo>
                <a:lnTo>
                  <a:pt x="185165" y="226440"/>
                </a:lnTo>
                <a:lnTo>
                  <a:pt x="179196" y="226440"/>
                </a:lnTo>
                <a:lnTo>
                  <a:pt x="174625" y="226440"/>
                </a:lnTo>
                <a:lnTo>
                  <a:pt x="171322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3" y="174244"/>
                </a:lnTo>
                <a:lnTo>
                  <a:pt x="59054" y="174244"/>
                </a:lnTo>
                <a:lnTo>
                  <a:pt x="44831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6" y="225933"/>
                </a:lnTo>
                <a:lnTo>
                  <a:pt x="32258" y="226060"/>
                </a:lnTo>
                <a:lnTo>
                  <a:pt x="29210" y="226313"/>
                </a:lnTo>
                <a:lnTo>
                  <a:pt x="25273" y="226440"/>
                </a:lnTo>
                <a:lnTo>
                  <a:pt x="20192" y="226440"/>
                </a:lnTo>
                <a:lnTo>
                  <a:pt x="14986" y="226440"/>
                </a:lnTo>
                <a:lnTo>
                  <a:pt x="1524" y="223393"/>
                </a:lnTo>
                <a:lnTo>
                  <a:pt x="381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5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6" y="9017"/>
                </a:lnTo>
                <a:lnTo>
                  <a:pt x="72771" y="7112"/>
                </a:lnTo>
                <a:lnTo>
                  <a:pt x="73660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2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2" y="126"/>
                </a:lnTo>
                <a:lnTo>
                  <a:pt x="95631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108443" y="2435732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1" y="4952"/>
                </a:lnTo>
                <a:lnTo>
                  <a:pt x="179070" y="13080"/>
                </a:lnTo>
                <a:lnTo>
                  <a:pt x="183006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1" y="22732"/>
                </a:lnTo>
                <a:lnTo>
                  <a:pt x="190626" y="25653"/>
                </a:lnTo>
                <a:lnTo>
                  <a:pt x="191388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5" y="44957"/>
                </a:lnTo>
                <a:lnTo>
                  <a:pt x="191261" y="47370"/>
                </a:lnTo>
                <a:lnTo>
                  <a:pt x="191007" y="49783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6"/>
                </a:lnTo>
                <a:lnTo>
                  <a:pt x="178180" y="53975"/>
                </a:lnTo>
                <a:lnTo>
                  <a:pt x="174878" y="51942"/>
                </a:lnTo>
                <a:lnTo>
                  <a:pt x="170433" y="49656"/>
                </a:lnTo>
                <a:lnTo>
                  <a:pt x="132540" y="38100"/>
                </a:lnTo>
                <a:lnTo>
                  <a:pt x="118236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5"/>
                </a:lnTo>
                <a:lnTo>
                  <a:pt x="116839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7" y="133857"/>
                </a:lnTo>
                <a:lnTo>
                  <a:pt x="98425" y="131190"/>
                </a:lnTo>
                <a:lnTo>
                  <a:pt x="97281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8" y="107568"/>
                </a:lnTo>
                <a:lnTo>
                  <a:pt x="102234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1" y="112902"/>
                </a:lnTo>
                <a:lnTo>
                  <a:pt x="191261" y="115188"/>
                </a:lnTo>
                <a:lnTo>
                  <a:pt x="191261" y="204469"/>
                </a:lnTo>
                <a:lnTo>
                  <a:pt x="191261" y="207899"/>
                </a:lnTo>
                <a:lnTo>
                  <a:pt x="190626" y="210946"/>
                </a:lnTo>
                <a:lnTo>
                  <a:pt x="189356" y="213613"/>
                </a:lnTo>
                <a:lnTo>
                  <a:pt x="188213" y="216153"/>
                </a:lnTo>
                <a:lnTo>
                  <a:pt x="185674" y="218186"/>
                </a:lnTo>
                <a:lnTo>
                  <a:pt x="181863" y="219709"/>
                </a:lnTo>
                <a:lnTo>
                  <a:pt x="178180" y="221233"/>
                </a:lnTo>
                <a:lnTo>
                  <a:pt x="138810" y="230631"/>
                </a:lnTo>
                <a:lnTo>
                  <a:pt x="132714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605271" y="2426461"/>
            <a:ext cx="168783" cy="24663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26761" y="24356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485132" y="3236976"/>
            <a:ext cx="3244595" cy="3063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21961" y="3273805"/>
            <a:ext cx="3171443" cy="23228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573521" y="3442842"/>
            <a:ext cx="67183" cy="7073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573521" y="3329559"/>
            <a:ext cx="67183" cy="7061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751576" y="3264661"/>
            <a:ext cx="1405636" cy="25057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094732" y="33130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049011" y="32777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75276" y="32777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677664" y="32777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280147" y="32771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6" y="0"/>
                </a:lnTo>
                <a:lnTo>
                  <a:pt x="172338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2" y="3428"/>
                </a:lnTo>
                <a:lnTo>
                  <a:pt x="184150" y="4317"/>
                </a:lnTo>
                <a:lnTo>
                  <a:pt x="184784" y="5206"/>
                </a:lnTo>
                <a:lnTo>
                  <a:pt x="185038" y="6350"/>
                </a:lnTo>
                <a:lnTo>
                  <a:pt x="185038" y="7492"/>
                </a:lnTo>
                <a:lnTo>
                  <a:pt x="185038" y="209041"/>
                </a:lnTo>
                <a:lnTo>
                  <a:pt x="185038" y="211708"/>
                </a:lnTo>
                <a:lnTo>
                  <a:pt x="184657" y="214121"/>
                </a:lnTo>
                <a:lnTo>
                  <a:pt x="183642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1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2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3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14807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1" y="50800"/>
                </a:lnTo>
                <a:lnTo>
                  <a:pt x="39750" y="50800"/>
                </a:lnTo>
                <a:lnTo>
                  <a:pt x="40258" y="59054"/>
                </a:lnTo>
                <a:lnTo>
                  <a:pt x="40640" y="67437"/>
                </a:lnTo>
                <a:lnTo>
                  <a:pt x="40767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40894" y="220852"/>
                </a:lnTo>
                <a:lnTo>
                  <a:pt x="40258" y="221741"/>
                </a:lnTo>
                <a:lnTo>
                  <a:pt x="39624" y="222630"/>
                </a:lnTo>
                <a:lnTo>
                  <a:pt x="24510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7" y="634"/>
                </a:lnTo>
                <a:lnTo>
                  <a:pt x="16509" y="634"/>
                </a:lnTo>
                <a:lnTo>
                  <a:pt x="41021" y="634"/>
                </a:lnTo>
                <a:lnTo>
                  <a:pt x="45338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8" y="2539"/>
                </a:lnTo>
                <a:lnTo>
                  <a:pt x="57784" y="3809"/>
                </a:lnTo>
                <a:lnTo>
                  <a:pt x="60198" y="5587"/>
                </a:lnTo>
                <a:lnTo>
                  <a:pt x="62483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3" y="15747"/>
                </a:lnTo>
                <a:lnTo>
                  <a:pt x="70993" y="19557"/>
                </a:lnTo>
                <a:lnTo>
                  <a:pt x="73278" y="24129"/>
                </a:lnTo>
                <a:lnTo>
                  <a:pt x="116967" y="106044"/>
                </a:lnTo>
                <a:lnTo>
                  <a:pt x="119506" y="111125"/>
                </a:lnTo>
                <a:lnTo>
                  <a:pt x="121920" y="115950"/>
                </a:lnTo>
                <a:lnTo>
                  <a:pt x="124459" y="120776"/>
                </a:lnTo>
                <a:lnTo>
                  <a:pt x="127000" y="125602"/>
                </a:lnTo>
                <a:lnTo>
                  <a:pt x="129412" y="130301"/>
                </a:lnTo>
                <a:lnTo>
                  <a:pt x="131699" y="135127"/>
                </a:lnTo>
                <a:lnTo>
                  <a:pt x="133984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8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3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8" y="129031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2"/>
                </a:lnTo>
                <a:lnTo>
                  <a:pt x="144018" y="6350"/>
                </a:lnTo>
                <a:lnTo>
                  <a:pt x="144272" y="5206"/>
                </a:lnTo>
                <a:lnTo>
                  <a:pt x="145033" y="4317"/>
                </a:lnTo>
                <a:lnTo>
                  <a:pt x="145669" y="3428"/>
                </a:lnTo>
                <a:lnTo>
                  <a:pt x="146811" y="2539"/>
                </a:lnTo>
                <a:lnTo>
                  <a:pt x="148462" y="1904"/>
                </a:lnTo>
                <a:lnTo>
                  <a:pt x="150113" y="1142"/>
                </a:lnTo>
                <a:lnTo>
                  <a:pt x="152273" y="762"/>
                </a:lnTo>
                <a:lnTo>
                  <a:pt x="154940" y="380"/>
                </a:lnTo>
                <a:lnTo>
                  <a:pt x="157606" y="126"/>
                </a:lnTo>
                <a:lnTo>
                  <a:pt x="160908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185659" y="32767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5">
                <a:moveTo>
                  <a:pt x="22987" y="0"/>
                </a:moveTo>
                <a:lnTo>
                  <a:pt x="27432" y="0"/>
                </a:lnTo>
                <a:lnTo>
                  <a:pt x="31115" y="253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4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7" y="225551"/>
                </a:lnTo>
                <a:lnTo>
                  <a:pt x="34036" y="225933"/>
                </a:lnTo>
                <a:lnTo>
                  <a:pt x="31115" y="226313"/>
                </a:lnTo>
                <a:lnTo>
                  <a:pt x="27432" y="226440"/>
                </a:lnTo>
                <a:lnTo>
                  <a:pt x="22987" y="226440"/>
                </a:lnTo>
                <a:lnTo>
                  <a:pt x="18542" y="226440"/>
                </a:lnTo>
                <a:lnTo>
                  <a:pt x="4953" y="224536"/>
                </a:lnTo>
                <a:lnTo>
                  <a:pt x="3175" y="224027"/>
                </a:lnTo>
                <a:lnTo>
                  <a:pt x="1905" y="223265"/>
                </a:lnTo>
                <a:lnTo>
                  <a:pt x="1143" y="222250"/>
                </a:lnTo>
                <a:lnTo>
                  <a:pt x="381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1" y="5080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01635" y="32739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7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7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2" y="47370"/>
                </a:lnTo>
                <a:lnTo>
                  <a:pt x="191008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10" y="56006"/>
                </a:lnTo>
                <a:lnTo>
                  <a:pt x="178181" y="53975"/>
                </a:lnTo>
                <a:lnTo>
                  <a:pt x="174879" y="51942"/>
                </a:lnTo>
                <a:lnTo>
                  <a:pt x="170434" y="49656"/>
                </a:lnTo>
                <a:lnTo>
                  <a:pt x="164846" y="47243"/>
                </a:lnTo>
                <a:lnTo>
                  <a:pt x="159258" y="44830"/>
                </a:lnTo>
                <a:lnTo>
                  <a:pt x="152654" y="42544"/>
                </a:lnTo>
                <a:lnTo>
                  <a:pt x="118237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6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2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5" y="109854"/>
                </a:lnTo>
                <a:lnTo>
                  <a:pt x="97409" y="107568"/>
                </a:lnTo>
                <a:lnTo>
                  <a:pt x="102235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2" y="112902"/>
                </a:lnTo>
                <a:lnTo>
                  <a:pt x="191262" y="115188"/>
                </a:lnTo>
                <a:lnTo>
                  <a:pt x="191262" y="204469"/>
                </a:lnTo>
                <a:lnTo>
                  <a:pt x="191262" y="207899"/>
                </a:lnTo>
                <a:lnTo>
                  <a:pt x="190627" y="210946"/>
                </a:lnTo>
                <a:lnTo>
                  <a:pt x="189357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1" y="221233"/>
                </a:lnTo>
                <a:lnTo>
                  <a:pt x="138811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7" y="232028"/>
                </a:lnTo>
                <a:lnTo>
                  <a:pt x="66294" y="224281"/>
                </a:lnTo>
                <a:lnTo>
                  <a:pt x="30353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380735" y="3264661"/>
            <a:ext cx="168275" cy="25057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521961" y="32738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637532" y="4151376"/>
            <a:ext cx="2962656" cy="30632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674361" y="4188205"/>
            <a:ext cx="2889504" cy="23228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735065" y="4366386"/>
            <a:ext cx="48895" cy="52705"/>
          </a:xfrm>
          <a:custGeom>
            <a:avLst/>
            <a:gdLst/>
            <a:ahLst/>
            <a:cxnLst/>
            <a:rect l="l" t="t" r="r" b="b"/>
            <a:pathLst>
              <a:path w="48895" h="52704">
                <a:moveTo>
                  <a:pt x="24384" y="0"/>
                </a:moveTo>
                <a:lnTo>
                  <a:pt x="29083" y="0"/>
                </a:lnTo>
                <a:lnTo>
                  <a:pt x="33020" y="507"/>
                </a:lnTo>
                <a:lnTo>
                  <a:pt x="36068" y="1396"/>
                </a:lnTo>
                <a:lnTo>
                  <a:pt x="39243" y="2286"/>
                </a:lnTo>
                <a:lnTo>
                  <a:pt x="47751" y="13969"/>
                </a:lnTo>
                <a:lnTo>
                  <a:pt x="48513" y="17399"/>
                </a:lnTo>
                <a:lnTo>
                  <a:pt x="48895" y="21589"/>
                </a:lnTo>
                <a:lnTo>
                  <a:pt x="48895" y="26415"/>
                </a:lnTo>
                <a:lnTo>
                  <a:pt x="48895" y="31242"/>
                </a:lnTo>
                <a:lnTo>
                  <a:pt x="48513" y="35306"/>
                </a:lnTo>
                <a:lnTo>
                  <a:pt x="47751" y="38607"/>
                </a:lnTo>
                <a:lnTo>
                  <a:pt x="46989" y="41910"/>
                </a:lnTo>
                <a:lnTo>
                  <a:pt x="29083" y="52450"/>
                </a:lnTo>
                <a:lnTo>
                  <a:pt x="24384" y="52450"/>
                </a:lnTo>
                <a:lnTo>
                  <a:pt x="19558" y="52450"/>
                </a:lnTo>
                <a:lnTo>
                  <a:pt x="1143" y="38607"/>
                </a:lnTo>
                <a:lnTo>
                  <a:pt x="381" y="35306"/>
                </a:lnTo>
                <a:lnTo>
                  <a:pt x="0" y="31242"/>
                </a:lnTo>
                <a:lnTo>
                  <a:pt x="0" y="26415"/>
                </a:lnTo>
                <a:lnTo>
                  <a:pt x="0" y="21589"/>
                </a:lnTo>
                <a:lnTo>
                  <a:pt x="381" y="17399"/>
                </a:lnTo>
                <a:lnTo>
                  <a:pt x="1143" y="13969"/>
                </a:lnTo>
                <a:lnTo>
                  <a:pt x="1778" y="10540"/>
                </a:lnTo>
                <a:lnTo>
                  <a:pt x="12573" y="1396"/>
                </a:lnTo>
                <a:lnTo>
                  <a:pt x="15621" y="507"/>
                </a:lnTo>
                <a:lnTo>
                  <a:pt x="19558" y="0"/>
                </a:lnTo>
                <a:lnTo>
                  <a:pt x="2438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735065" y="4253103"/>
            <a:ext cx="48895" cy="52705"/>
          </a:xfrm>
          <a:custGeom>
            <a:avLst/>
            <a:gdLst/>
            <a:ahLst/>
            <a:cxnLst/>
            <a:rect l="l" t="t" r="r" b="b"/>
            <a:pathLst>
              <a:path w="48895" h="52704">
                <a:moveTo>
                  <a:pt x="24384" y="0"/>
                </a:moveTo>
                <a:lnTo>
                  <a:pt x="29083" y="0"/>
                </a:lnTo>
                <a:lnTo>
                  <a:pt x="33020" y="381"/>
                </a:lnTo>
                <a:lnTo>
                  <a:pt x="36068" y="1397"/>
                </a:lnTo>
                <a:lnTo>
                  <a:pt x="39243" y="2286"/>
                </a:lnTo>
                <a:lnTo>
                  <a:pt x="41783" y="3810"/>
                </a:lnTo>
                <a:lnTo>
                  <a:pt x="43687" y="5842"/>
                </a:lnTo>
                <a:lnTo>
                  <a:pt x="45593" y="7874"/>
                </a:lnTo>
                <a:lnTo>
                  <a:pt x="46989" y="10668"/>
                </a:lnTo>
                <a:lnTo>
                  <a:pt x="47751" y="13970"/>
                </a:lnTo>
                <a:lnTo>
                  <a:pt x="48513" y="17399"/>
                </a:lnTo>
                <a:lnTo>
                  <a:pt x="48895" y="21463"/>
                </a:lnTo>
                <a:lnTo>
                  <a:pt x="48895" y="26416"/>
                </a:lnTo>
                <a:lnTo>
                  <a:pt x="48895" y="31369"/>
                </a:lnTo>
                <a:lnTo>
                  <a:pt x="48513" y="35433"/>
                </a:lnTo>
                <a:lnTo>
                  <a:pt x="47751" y="38608"/>
                </a:lnTo>
                <a:lnTo>
                  <a:pt x="46989" y="41910"/>
                </a:lnTo>
                <a:lnTo>
                  <a:pt x="29083" y="52324"/>
                </a:lnTo>
                <a:lnTo>
                  <a:pt x="24384" y="52324"/>
                </a:lnTo>
                <a:lnTo>
                  <a:pt x="19558" y="52324"/>
                </a:lnTo>
                <a:lnTo>
                  <a:pt x="1143" y="38608"/>
                </a:lnTo>
                <a:lnTo>
                  <a:pt x="381" y="35433"/>
                </a:lnTo>
                <a:lnTo>
                  <a:pt x="0" y="31369"/>
                </a:lnTo>
                <a:lnTo>
                  <a:pt x="0" y="26416"/>
                </a:lnTo>
                <a:lnTo>
                  <a:pt x="0" y="21463"/>
                </a:lnTo>
                <a:lnTo>
                  <a:pt x="381" y="17399"/>
                </a:lnTo>
                <a:lnTo>
                  <a:pt x="1143" y="13970"/>
                </a:lnTo>
                <a:lnTo>
                  <a:pt x="1778" y="10668"/>
                </a:lnTo>
                <a:lnTo>
                  <a:pt x="3048" y="7874"/>
                </a:lnTo>
                <a:lnTo>
                  <a:pt x="4953" y="5842"/>
                </a:lnTo>
                <a:lnTo>
                  <a:pt x="6858" y="3810"/>
                </a:lnTo>
                <a:lnTo>
                  <a:pt x="9398" y="2286"/>
                </a:lnTo>
                <a:lnTo>
                  <a:pt x="12573" y="1397"/>
                </a:lnTo>
                <a:lnTo>
                  <a:pt x="15621" y="381"/>
                </a:lnTo>
                <a:lnTo>
                  <a:pt x="19558" y="0"/>
                </a:lnTo>
                <a:lnTo>
                  <a:pt x="2438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570220" y="4230496"/>
            <a:ext cx="59690" cy="103505"/>
          </a:xfrm>
          <a:custGeom>
            <a:avLst/>
            <a:gdLst/>
            <a:ahLst/>
            <a:cxnLst/>
            <a:rect l="l" t="t" r="r" b="b"/>
            <a:pathLst>
              <a:path w="59689" h="103504">
                <a:moveTo>
                  <a:pt x="59054" y="0"/>
                </a:moveTo>
                <a:lnTo>
                  <a:pt x="0" y="103123"/>
                </a:lnTo>
                <a:lnTo>
                  <a:pt x="59435" y="103123"/>
                </a:lnTo>
                <a:lnTo>
                  <a:pt x="59435" y="0"/>
                </a:lnTo>
                <a:lnTo>
                  <a:pt x="5905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327647" y="42274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6"/>
                </a:lnTo>
                <a:lnTo>
                  <a:pt x="60325" y="41909"/>
                </a:lnTo>
                <a:lnTo>
                  <a:pt x="60325" y="36194"/>
                </a:lnTo>
                <a:lnTo>
                  <a:pt x="60325" y="28320"/>
                </a:lnTo>
                <a:lnTo>
                  <a:pt x="33147" y="888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247132" y="42274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6"/>
                </a:lnTo>
                <a:lnTo>
                  <a:pt x="60325" y="41909"/>
                </a:lnTo>
                <a:lnTo>
                  <a:pt x="60325" y="36194"/>
                </a:lnTo>
                <a:lnTo>
                  <a:pt x="60325" y="28320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3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902195" y="4227067"/>
            <a:ext cx="62230" cy="64135"/>
          </a:xfrm>
          <a:custGeom>
            <a:avLst/>
            <a:gdLst/>
            <a:ahLst/>
            <a:cxnLst/>
            <a:rect l="l" t="t" r="r" b="b"/>
            <a:pathLst>
              <a:path w="62229" h="64135">
                <a:moveTo>
                  <a:pt x="0" y="0"/>
                </a:moveTo>
                <a:lnTo>
                  <a:pt x="0" y="63626"/>
                </a:lnTo>
                <a:lnTo>
                  <a:pt x="23113" y="63626"/>
                </a:lnTo>
                <a:lnTo>
                  <a:pt x="29590" y="63626"/>
                </a:lnTo>
                <a:lnTo>
                  <a:pt x="35305" y="62864"/>
                </a:lnTo>
                <a:lnTo>
                  <a:pt x="40131" y="61213"/>
                </a:lnTo>
                <a:lnTo>
                  <a:pt x="45084" y="59689"/>
                </a:lnTo>
                <a:lnTo>
                  <a:pt x="59562" y="44576"/>
                </a:lnTo>
                <a:lnTo>
                  <a:pt x="61213" y="40639"/>
                </a:lnTo>
                <a:lnTo>
                  <a:pt x="61975" y="36194"/>
                </a:lnTo>
                <a:lnTo>
                  <a:pt x="61975" y="31368"/>
                </a:lnTo>
                <a:lnTo>
                  <a:pt x="61975" y="24002"/>
                </a:lnTo>
                <a:lnTo>
                  <a:pt x="40512" y="1904"/>
                </a:lnTo>
                <a:lnTo>
                  <a:pt x="38226" y="1269"/>
                </a:lnTo>
                <a:lnTo>
                  <a:pt x="35559" y="888"/>
                </a:lnTo>
                <a:lnTo>
                  <a:pt x="32638" y="507"/>
                </a:lnTo>
                <a:lnTo>
                  <a:pt x="29718" y="126"/>
                </a:lnTo>
                <a:lnTo>
                  <a:pt x="25653" y="0"/>
                </a:lnTo>
                <a:lnTo>
                  <a:pt x="20447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653021" y="4225671"/>
            <a:ext cx="116839" cy="157480"/>
          </a:xfrm>
          <a:custGeom>
            <a:avLst/>
            <a:gdLst/>
            <a:ahLst/>
            <a:cxnLst/>
            <a:rect l="l" t="t" r="r" b="b"/>
            <a:pathLst>
              <a:path w="116840" h="157479">
                <a:moveTo>
                  <a:pt x="58927" y="0"/>
                </a:moveTo>
                <a:lnTo>
                  <a:pt x="17272" y="16128"/>
                </a:lnTo>
                <a:lnTo>
                  <a:pt x="1660" y="55098"/>
                </a:lnTo>
                <a:lnTo>
                  <a:pt x="0" y="77850"/>
                </a:lnTo>
                <a:lnTo>
                  <a:pt x="168" y="86778"/>
                </a:lnTo>
                <a:lnTo>
                  <a:pt x="6492" y="124475"/>
                </a:lnTo>
                <a:lnTo>
                  <a:pt x="35728" y="154172"/>
                </a:lnTo>
                <a:lnTo>
                  <a:pt x="57784" y="157225"/>
                </a:lnTo>
                <a:lnTo>
                  <a:pt x="65831" y="156843"/>
                </a:lnTo>
                <a:lnTo>
                  <a:pt x="104012" y="133984"/>
                </a:lnTo>
                <a:lnTo>
                  <a:pt x="115966" y="94202"/>
                </a:lnTo>
                <a:lnTo>
                  <a:pt x="116712" y="78485"/>
                </a:lnTo>
                <a:lnTo>
                  <a:pt x="116544" y="69840"/>
                </a:lnTo>
                <a:lnTo>
                  <a:pt x="107596" y="26995"/>
                </a:lnTo>
                <a:lnTo>
                  <a:pt x="74215" y="1412"/>
                </a:lnTo>
                <a:lnTo>
                  <a:pt x="5892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856476" y="4192142"/>
            <a:ext cx="167005" cy="225425"/>
          </a:xfrm>
          <a:custGeom>
            <a:avLst/>
            <a:gdLst/>
            <a:ahLst/>
            <a:cxnLst/>
            <a:rect l="l" t="t" r="r" b="b"/>
            <a:pathLst>
              <a:path w="167004" h="225425">
                <a:moveTo>
                  <a:pt x="13589" y="0"/>
                </a:moveTo>
                <a:lnTo>
                  <a:pt x="71627" y="0"/>
                </a:lnTo>
                <a:lnTo>
                  <a:pt x="77597" y="0"/>
                </a:lnTo>
                <a:lnTo>
                  <a:pt x="82423" y="126"/>
                </a:lnTo>
                <a:lnTo>
                  <a:pt x="86232" y="380"/>
                </a:lnTo>
                <a:lnTo>
                  <a:pt x="90043" y="634"/>
                </a:lnTo>
                <a:lnTo>
                  <a:pt x="93472" y="888"/>
                </a:lnTo>
                <a:lnTo>
                  <a:pt x="96647" y="1269"/>
                </a:lnTo>
                <a:lnTo>
                  <a:pt x="105664" y="2539"/>
                </a:lnTo>
                <a:lnTo>
                  <a:pt x="113792" y="4698"/>
                </a:lnTo>
                <a:lnTo>
                  <a:pt x="121030" y="7873"/>
                </a:lnTo>
                <a:lnTo>
                  <a:pt x="128270" y="10921"/>
                </a:lnTo>
                <a:lnTo>
                  <a:pt x="134366" y="14985"/>
                </a:lnTo>
                <a:lnTo>
                  <a:pt x="139319" y="20065"/>
                </a:lnTo>
                <a:lnTo>
                  <a:pt x="144399" y="25145"/>
                </a:lnTo>
                <a:lnTo>
                  <a:pt x="148208" y="31114"/>
                </a:lnTo>
                <a:lnTo>
                  <a:pt x="150875" y="37972"/>
                </a:lnTo>
                <a:lnTo>
                  <a:pt x="153543" y="44830"/>
                </a:lnTo>
                <a:lnTo>
                  <a:pt x="154940" y="52704"/>
                </a:lnTo>
                <a:lnTo>
                  <a:pt x="154940" y="61594"/>
                </a:lnTo>
                <a:lnTo>
                  <a:pt x="154940" y="69087"/>
                </a:lnTo>
                <a:lnTo>
                  <a:pt x="153924" y="75945"/>
                </a:lnTo>
                <a:lnTo>
                  <a:pt x="152019" y="82168"/>
                </a:lnTo>
                <a:lnTo>
                  <a:pt x="150114" y="88391"/>
                </a:lnTo>
                <a:lnTo>
                  <a:pt x="118364" y="117855"/>
                </a:lnTo>
                <a:lnTo>
                  <a:pt x="111378" y="120014"/>
                </a:lnTo>
                <a:lnTo>
                  <a:pt x="114680" y="121665"/>
                </a:lnTo>
                <a:lnTo>
                  <a:pt x="117855" y="123570"/>
                </a:lnTo>
                <a:lnTo>
                  <a:pt x="120776" y="125983"/>
                </a:lnTo>
                <a:lnTo>
                  <a:pt x="123825" y="128269"/>
                </a:lnTo>
                <a:lnTo>
                  <a:pt x="143255" y="159892"/>
                </a:lnTo>
                <a:lnTo>
                  <a:pt x="162178" y="204088"/>
                </a:lnTo>
                <a:lnTo>
                  <a:pt x="163956" y="208533"/>
                </a:lnTo>
                <a:lnTo>
                  <a:pt x="165100" y="211708"/>
                </a:lnTo>
                <a:lnTo>
                  <a:pt x="165607" y="213740"/>
                </a:lnTo>
                <a:lnTo>
                  <a:pt x="166243" y="215772"/>
                </a:lnTo>
                <a:lnTo>
                  <a:pt x="166497" y="217296"/>
                </a:lnTo>
                <a:lnTo>
                  <a:pt x="166497" y="218566"/>
                </a:lnTo>
                <a:lnTo>
                  <a:pt x="166497" y="219836"/>
                </a:lnTo>
                <a:lnTo>
                  <a:pt x="154940" y="225043"/>
                </a:lnTo>
                <a:lnTo>
                  <a:pt x="151510" y="225297"/>
                </a:lnTo>
                <a:lnTo>
                  <a:pt x="146939" y="225424"/>
                </a:lnTo>
                <a:lnTo>
                  <a:pt x="141224" y="225424"/>
                </a:lnTo>
                <a:lnTo>
                  <a:pt x="136398" y="225424"/>
                </a:lnTo>
                <a:lnTo>
                  <a:pt x="132460" y="225297"/>
                </a:lnTo>
                <a:lnTo>
                  <a:pt x="129540" y="225043"/>
                </a:lnTo>
                <a:lnTo>
                  <a:pt x="126746" y="224916"/>
                </a:lnTo>
                <a:lnTo>
                  <a:pt x="117475" y="217804"/>
                </a:lnTo>
                <a:lnTo>
                  <a:pt x="97281" y="167766"/>
                </a:lnTo>
                <a:lnTo>
                  <a:pt x="94869" y="162051"/>
                </a:lnTo>
                <a:lnTo>
                  <a:pt x="92582" y="156971"/>
                </a:lnTo>
                <a:lnTo>
                  <a:pt x="90170" y="152653"/>
                </a:lnTo>
                <a:lnTo>
                  <a:pt x="87883" y="148208"/>
                </a:lnTo>
                <a:lnTo>
                  <a:pt x="72771" y="135000"/>
                </a:lnTo>
                <a:lnTo>
                  <a:pt x="68960" y="133476"/>
                </a:lnTo>
                <a:lnTo>
                  <a:pt x="64770" y="132714"/>
                </a:lnTo>
                <a:lnTo>
                  <a:pt x="59817" y="132714"/>
                </a:lnTo>
                <a:lnTo>
                  <a:pt x="45720" y="132714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9" y="220344"/>
                </a:lnTo>
                <a:lnTo>
                  <a:pt x="44576" y="221233"/>
                </a:lnTo>
                <a:lnTo>
                  <a:pt x="43815" y="222249"/>
                </a:lnTo>
                <a:lnTo>
                  <a:pt x="42545" y="223011"/>
                </a:lnTo>
                <a:lnTo>
                  <a:pt x="40767" y="223519"/>
                </a:lnTo>
                <a:lnTo>
                  <a:pt x="39116" y="224154"/>
                </a:lnTo>
                <a:lnTo>
                  <a:pt x="36702" y="224535"/>
                </a:lnTo>
                <a:lnTo>
                  <a:pt x="33908" y="224916"/>
                </a:lnTo>
                <a:lnTo>
                  <a:pt x="30988" y="225297"/>
                </a:lnTo>
                <a:lnTo>
                  <a:pt x="27304" y="225424"/>
                </a:lnTo>
                <a:lnTo>
                  <a:pt x="22732" y="225424"/>
                </a:lnTo>
                <a:lnTo>
                  <a:pt x="18415" y="225424"/>
                </a:lnTo>
                <a:lnTo>
                  <a:pt x="14731" y="225297"/>
                </a:lnTo>
                <a:lnTo>
                  <a:pt x="11810" y="224916"/>
                </a:lnTo>
                <a:lnTo>
                  <a:pt x="8763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7" y="222249"/>
                </a:lnTo>
                <a:lnTo>
                  <a:pt x="1143" y="221233"/>
                </a:lnTo>
                <a:lnTo>
                  <a:pt x="380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4477"/>
                </a:lnTo>
                <a:lnTo>
                  <a:pt x="0" y="9397"/>
                </a:lnTo>
                <a:lnTo>
                  <a:pt x="1397" y="5714"/>
                </a:lnTo>
                <a:lnTo>
                  <a:pt x="3937" y="3428"/>
                </a:lnTo>
                <a:lnTo>
                  <a:pt x="6603" y="1142"/>
                </a:lnTo>
                <a:lnTo>
                  <a:pt x="9778" y="0"/>
                </a:lnTo>
                <a:lnTo>
                  <a:pt x="1358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281928" y="41921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4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3"/>
                </a:lnTo>
                <a:lnTo>
                  <a:pt x="83566" y="634"/>
                </a:lnTo>
                <a:lnTo>
                  <a:pt x="88392" y="1015"/>
                </a:lnTo>
                <a:lnTo>
                  <a:pt x="94107" y="1904"/>
                </a:lnTo>
                <a:lnTo>
                  <a:pt x="100837" y="3301"/>
                </a:lnTo>
                <a:lnTo>
                  <a:pt x="107442" y="4571"/>
                </a:lnTo>
                <a:lnTo>
                  <a:pt x="114300" y="6984"/>
                </a:lnTo>
                <a:lnTo>
                  <a:pt x="121158" y="10667"/>
                </a:lnTo>
                <a:lnTo>
                  <a:pt x="128016" y="14223"/>
                </a:lnTo>
                <a:lnTo>
                  <a:pt x="152400" y="50799"/>
                </a:lnTo>
                <a:lnTo>
                  <a:pt x="153670" y="59054"/>
                </a:lnTo>
                <a:lnTo>
                  <a:pt x="153670" y="68198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7"/>
                </a:lnTo>
                <a:lnTo>
                  <a:pt x="45720" y="146557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8" y="220344"/>
                </a:lnTo>
                <a:lnTo>
                  <a:pt x="44576" y="221233"/>
                </a:lnTo>
                <a:lnTo>
                  <a:pt x="43814" y="222249"/>
                </a:lnTo>
                <a:lnTo>
                  <a:pt x="42545" y="223011"/>
                </a:lnTo>
                <a:lnTo>
                  <a:pt x="40767" y="223519"/>
                </a:lnTo>
                <a:lnTo>
                  <a:pt x="39116" y="224154"/>
                </a:lnTo>
                <a:lnTo>
                  <a:pt x="36702" y="224535"/>
                </a:lnTo>
                <a:lnTo>
                  <a:pt x="33909" y="224916"/>
                </a:lnTo>
                <a:lnTo>
                  <a:pt x="30987" y="225297"/>
                </a:lnTo>
                <a:lnTo>
                  <a:pt x="27305" y="225424"/>
                </a:lnTo>
                <a:lnTo>
                  <a:pt x="22733" y="225424"/>
                </a:lnTo>
                <a:lnTo>
                  <a:pt x="18414" y="225424"/>
                </a:lnTo>
                <a:lnTo>
                  <a:pt x="14732" y="225297"/>
                </a:lnTo>
                <a:lnTo>
                  <a:pt x="11811" y="224916"/>
                </a:lnTo>
                <a:lnTo>
                  <a:pt x="8762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7" y="222249"/>
                </a:lnTo>
                <a:lnTo>
                  <a:pt x="1143" y="221233"/>
                </a:lnTo>
                <a:lnTo>
                  <a:pt x="381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6382"/>
                </a:lnTo>
                <a:lnTo>
                  <a:pt x="0" y="10921"/>
                </a:lnTo>
                <a:lnTo>
                  <a:pt x="1524" y="6857"/>
                </a:lnTo>
                <a:lnTo>
                  <a:pt x="4318" y="4063"/>
                </a:lnTo>
                <a:lnTo>
                  <a:pt x="7112" y="1396"/>
                </a:lnTo>
                <a:lnTo>
                  <a:pt x="10922" y="0"/>
                </a:lnTo>
                <a:lnTo>
                  <a:pt x="1549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913120" y="41921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8" y="0"/>
                </a:lnTo>
                <a:lnTo>
                  <a:pt x="127507" y="380"/>
                </a:lnTo>
                <a:lnTo>
                  <a:pt x="128396" y="888"/>
                </a:lnTo>
                <a:lnTo>
                  <a:pt x="129158" y="1523"/>
                </a:lnTo>
                <a:lnTo>
                  <a:pt x="129920" y="2539"/>
                </a:lnTo>
                <a:lnTo>
                  <a:pt x="130428" y="3936"/>
                </a:lnTo>
                <a:lnTo>
                  <a:pt x="131063" y="5333"/>
                </a:lnTo>
                <a:lnTo>
                  <a:pt x="131444" y="7238"/>
                </a:lnTo>
                <a:lnTo>
                  <a:pt x="131699" y="9524"/>
                </a:lnTo>
                <a:lnTo>
                  <a:pt x="132079" y="11810"/>
                </a:lnTo>
                <a:lnTo>
                  <a:pt x="132206" y="14604"/>
                </a:lnTo>
                <a:lnTo>
                  <a:pt x="132206" y="18033"/>
                </a:lnTo>
                <a:lnTo>
                  <a:pt x="132206" y="21335"/>
                </a:lnTo>
                <a:lnTo>
                  <a:pt x="132079" y="24002"/>
                </a:lnTo>
                <a:lnTo>
                  <a:pt x="131699" y="26288"/>
                </a:lnTo>
                <a:lnTo>
                  <a:pt x="131444" y="28574"/>
                </a:lnTo>
                <a:lnTo>
                  <a:pt x="131063" y="30352"/>
                </a:lnTo>
                <a:lnTo>
                  <a:pt x="130428" y="31749"/>
                </a:lnTo>
                <a:lnTo>
                  <a:pt x="129920" y="33146"/>
                </a:lnTo>
                <a:lnTo>
                  <a:pt x="129158" y="34162"/>
                </a:lnTo>
                <a:lnTo>
                  <a:pt x="128396" y="34797"/>
                </a:lnTo>
                <a:lnTo>
                  <a:pt x="127507" y="35432"/>
                </a:lnTo>
                <a:lnTo>
                  <a:pt x="126618" y="35813"/>
                </a:lnTo>
                <a:lnTo>
                  <a:pt x="125602" y="35813"/>
                </a:lnTo>
                <a:lnTo>
                  <a:pt x="45465" y="35813"/>
                </a:lnTo>
                <a:lnTo>
                  <a:pt x="45465" y="90550"/>
                </a:lnTo>
                <a:lnTo>
                  <a:pt x="113283" y="90550"/>
                </a:lnTo>
                <a:lnTo>
                  <a:pt x="114300" y="90550"/>
                </a:lnTo>
                <a:lnTo>
                  <a:pt x="119633" y="99821"/>
                </a:lnTo>
                <a:lnTo>
                  <a:pt x="119887" y="102107"/>
                </a:lnTo>
                <a:lnTo>
                  <a:pt x="120014" y="104774"/>
                </a:lnTo>
                <a:lnTo>
                  <a:pt x="120014" y="108076"/>
                </a:lnTo>
                <a:lnTo>
                  <a:pt x="120014" y="111378"/>
                </a:lnTo>
                <a:lnTo>
                  <a:pt x="119887" y="114172"/>
                </a:lnTo>
                <a:lnTo>
                  <a:pt x="119633" y="116331"/>
                </a:lnTo>
                <a:lnTo>
                  <a:pt x="119379" y="118617"/>
                </a:lnTo>
                <a:lnTo>
                  <a:pt x="114300" y="125348"/>
                </a:lnTo>
                <a:lnTo>
                  <a:pt x="113283" y="125348"/>
                </a:lnTo>
                <a:lnTo>
                  <a:pt x="45465" y="125348"/>
                </a:lnTo>
                <a:lnTo>
                  <a:pt x="45465" y="188721"/>
                </a:lnTo>
                <a:lnTo>
                  <a:pt x="126237" y="188721"/>
                </a:lnTo>
                <a:lnTo>
                  <a:pt x="127380" y="188721"/>
                </a:lnTo>
                <a:lnTo>
                  <a:pt x="128269" y="188975"/>
                </a:lnTo>
                <a:lnTo>
                  <a:pt x="129158" y="189610"/>
                </a:lnTo>
                <a:lnTo>
                  <a:pt x="130047" y="190245"/>
                </a:lnTo>
                <a:lnTo>
                  <a:pt x="133095" y="203199"/>
                </a:lnTo>
                <a:lnTo>
                  <a:pt x="133095" y="206501"/>
                </a:lnTo>
                <a:lnTo>
                  <a:pt x="133095" y="209930"/>
                </a:lnTo>
                <a:lnTo>
                  <a:pt x="131317" y="220471"/>
                </a:lnTo>
                <a:lnTo>
                  <a:pt x="130682" y="221868"/>
                </a:lnTo>
                <a:lnTo>
                  <a:pt x="130047" y="222757"/>
                </a:lnTo>
                <a:lnTo>
                  <a:pt x="129158" y="223392"/>
                </a:lnTo>
                <a:lnTo>
                  <a:pt x="128269" y="224027"/>
                </a:lnTo>
                <a:lnTo>
                  <a:pt x="127380" y="224408"/>
                </a:lnTo>
                <a:lnTo>
                  <a:pt x="126237" y="224408"/>
                </a:lnTo>
                <a:lnTo>
                  <a:pt x="13588" y="224408"/>
                </a:lnTo>
                <a:lnTo>
                  <a:pt x="9778" y="224408"/>
                </a:lnTo>
                <a:lnTo>
                  <a:pt x="6603" y="223265"/>
                </a:lnTo>
                <a:lnTo>
                  <a:pt x="3937" y="220979"/>
                </a:lnTo>
                <a:lnTo>
                  <a:pt x="1396" y="218820"/>
                </a:lnTo>
                <a:lnTo>
                  <a:pt x="0" y="215137"/>
                </a:lnTo>
                <a:lnTo>
                  <a:pt x="0" y="210057"/>
                </a:lnTo>
                <a:lnTo>
                  <a:pt x="0" y="14477"/>
                </a:lnTo>
                <a:lnTo>
                  <a:pt x="0" y="9397"/>
                </a:lnTo>
                <a:lnTo>
                  <a:pt x="1396" y="5714"/>
                </a:lnTo>
                <a:lnTo>
                  <a:pt x="3937" y="3428"/>
                </a:lnTo>
                <a:lnTo>
                  <a:pt x="6603" y="1142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201411" y="41921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3"/>
                </a:lnTo>
                <a:lnTo>
                  <a:pt x="83565" y="634"/>
                </a:lnTo>
                <a:lnTo>
                  <a:pt x="88391" y="1015"/>
                </a:lnTo>
                <a:lnTo>
                  <a:pt x="94107" y="1904"/>
                </a:lnTo>
                <a:lnTo>
                  <a:pt x="100837" y="3301"/>
                </a:lnTo>
                <a:lnTo>
                  <a:pt x="107441" y="4571"/>
                </a:lnTo>
                <a:lnTo>
                  <a:pt x="114300" y="6984"/>
                </a:lnTo>
                <a:lnTo>
                  <a:pt x="121158" y="10667"/>
                </a:lnTo>
                <a:lnTo>
                  <a:pt x="128015" y="14223"/>
                </a:lnTo>
                <a:lnTo>
                  <a:pt x="152400" y="50799"/>
                </a:lnTo>
                <a:lnTo>
                  <a:pt x="153670" y="59054"/>
                </a:lnTo>
                <a:lnTo>
                  <a:pt x="153670" y="68198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7"/>
                </a:lnTo>
                <a:lnTo>
                  <a:pt x="45720" y="146557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8" y="220344"/>
                </a:lnTo>
                <a:lnTo>
                  <a:pt x="44576" y="221233"/>
                </a:lnTo>
                <a:lnTo>
                  <a:pt x="43814" y="222249"/>
                </a:lnTo>
                <a:lnTo>
                  <a:pt x="42545" y="223011"/>
                </a:lnTo>
                <a:lnTo>
                  <a:pt x="40766" y="223519"/>
                </a:lnTo>
                <a:lnTo>
                  <a:pt x="39115" y="224154"/>
                </a:lnTo>
                <a:lnTo>
                  <a:pt x="36702" y="224535"/>
                </a:lnTo>
                <a:lnTo>
                  <a:pt x="33909" y="224916"/>
                </a:lnTo>
                <a:lnTo>
                  <a:pt x="30987" y="225297"/>
                </a:lnTo>
                <a:lnTo>
                  <a:pt x="27304" y="225424"/>
                </a:lnTo>
                <a:lnTo>
                  <a:pt x="22733" y="225424"/>
                </a:lnTo>
                <a:lnTo>
                  <a:pt x="18414" y="225424"/>
                </a:lnTo>
                <a:lnTo>
                  <a:pt x="14732" y="225297"/>
                </a:lnTo>
                <a:lnTo>
                  <a:pt x="11811" y="224916"/>
                </a:lnTo>
                <a:lnTo>
                  <a:pt x="8762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7" y="222249"/>
                </a:lnTo>
                <a:lnTo>
                  <a:pt x="1142" y="221233"/>
                </a:lnTo>
                <a:lnTo>
                  <a:pt x="380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6382"/>
                </a:lnTo>
                <a:lnTo>
                  <a:pt x="0" y="10921"/>
                </a:lnTo>
                <a:lnTo>
                  <a:pt x="1524" y="6857"/>
                </a:lnTo>
                <a:lnTo>
                  <a:pt x="4317" y="4063"/>
                </a:lnTo>
                <a:lnTo>
                  <a:pt x="7112" y="1396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027676" y="41921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0"/>
                </a:lnTo>
                <a:lnTo>
                  <a:pt x="128397" y="888"/>
                </a:lnTo>
                <a:lnTo>
                  <a:pt x="129159" y="1523"/>
                </a:lnTo>
                <a:lnTo>
                  <a:pt x="129921" y="2539"/>
                </a:lnTo>
                <a:lnTo>
                  <a:pt x="130428" y="3936"/>
                </a:lnTo>
                <a:lnTo>
                  <a:pt x="131063" y="5333"/>
                </a:lnTo>
                <a:lnTo>
                  <a:pt x="131445" y="7238"/>
                </a:lnTo>
                <a:lnTo>
                  <a:pt x="131699" y="9524"/>
                </a:lnTo>
                <a:lnTo>
                  <a:pt x="132079" y="11810"/>
                </a:lnTo>
                <a:lnTo>
                  <a:pt x="132207" y="14604"/>
                </a:lnTo>
                <a:lnTo>
                  <a:pt x="132207" y="18033"/>
                </a:lnTo>
                <a:lnTo>
                  <a:pt x="132207" y="21335"/>
                </a:lnTo>
                <a:lnTo>
                  <a:pt x="132079" y="24002"/>
                </a:lnTo>
                <a:lnTo>
                  <a:pt x="131699" y="26288"/>
                </a:lnTo>
                <a:lnTo>
                  <a:pt x="131445" y="28574"/>
                </a:lnTo>
                <a:lnTo>
                  <a:pt x="131063" y="30352"/>
                </a:lnTo>
                <a:lnTo>
                  <a:pt x="130428" y="31749"/>
                </a:lnTo>
                <a:lnTo>
                  <a:pt x="129921" y="33146"/>
                </a:lnTo>
                <a:lnTo>
                  <a:pt x="129159" y="34162"/>
                </a:lnTo>
                <a:lnTo>
                  <a:pt x="128397" y="34797"/>
                </a:lnTo>
                <a:lnTo>
                  <a:pt x="127508" y="35432"/>
                </a:lnTo>
                <a:lnTo>
                  <a:pt x="126619" y="35813"/>
                </a:lnTo>
                <a:lnTo>
                  <a:pt x="125602" y="35813"/>
                </a:lnTo>
                <a:lnTo>
                  <a:pt x="45465" y="35813"/>
                </a:lnTo>
                <a:lnTo>
                  <a:pt x="45465" y="90550"/>
                </a:lnTo>
                <a:lnTo>
                  <a:pt x="113284" y="90550"/>
                </a:lnTo>
                <a:lnTo>
                  <a:pt x="114300" y="90550"/>
                </a:lnTo>
                <a:lnTo>
                  <a:pt x="120014" y="104774"/>
                </a:lnTo>
                <a:lnTo>
                  <a:pt x="120014" y="108076"/>
                </a:lnTo>
                <a:lnTo>
                  <a:pt x="120014" y="111378"/>
                </a:lnTo>
                <a:lnTo>
                  <a:pt x="119887" y="114172"/>
                </a:lnTo>
                <a:lnTo>
                  <a:pt x="119634" y="116331"/>
                </a:lnTo>
                <a:lnTo>
                  <a:pt x="119379" y="118617"/>
                </a:lnTo>
                <a:lnTo>
                  <a:pt x="114300" y="125348"/>
                </a:lnTo>
                <a:lnTo>
                  <a:pt x="113284" y="125348"/>
                </a:lnTo>
                <a:lnTo>
                  <a:pt x="45465" y="125348"/>
                </a:lnTo>
                <a:lnTo>
                  <a:pt x="45465" y="188721"/>
                </a:lnTo>
                <a:lnTo>
                  <a:pt x="126237" y="188721"/>
                </a:lnTo>
                <a:lnTo>
                  <a:pt x="127381" y="188721"/>
                </a:lnTo>
                <a:lnTo>
                  <a:pt x="128270" y="188975"/>
                </a:lnTo>
                <a:lnTo>
                  <a:pt x="129159" y="189610"/>
                </a:lnTo>
                <a:lnTo>
                  <a:pt x="130048" y="190245"/>
                </a:lnTo>
                <a:lnTo>
                  <a:pt x="132587" y="198119"/>
                </a:lnTo>
                <a:lnTo>
                  <a:pt x="132841" y="200405"/>
                </a:lnTo>
                <a:lnTo>
                  <a:pt x="133096" y="203199"/>
                </a:lnTo>
                <a:lnTo>
                  <a:pt x="133096" y="206501"/>
                </a:lnTo>
                <a:lnTo>
                  <a:pt x="133096" y="209930"/>
                </a:lnTo>
                <a:lnTo>
                  <a:pt x="127381" y="224408"/>
                </a:lnTo>
                <a:lnTo>
                  <a:pt x="126237" y="224408"/>
                </a:lnTo>
                <a:lnTo>
                  <a:pt x="13588" y="224408"/>
                </a:lnTo>
                <a:lnTo>
                  <a:pt x="9778" y="224408"/>
                </a:lnTo>
                <a:lnTo>
                  <a:pt x="6603" y="223265"/>
                </a:lnTo>
                <a:lnTo>
                  <a:pt x="3937" y="220979"/>
                </a:lnTo>
                <a:lnTo>
                  <a:pt x="1397" y="218820"/>
                </a:lnTo>
                <a:lnTo>
                  <a:pt x="0" y="215137"/>
                </a:lnTo>
                <a:lnTo>
                  <a:pt x="0" y="210057"/>
                </a:lnTo>
                <a:lnTo>
                  <a:pt x="0" y="14477"/>
                </a:lnTo>
                <a:lnTo>
                  <a:pt x="0" y="9397"/>
                </a:lnTo>
                <a:lnTo>
                  <a:pt x="1397" y="5714"/>
                </a:lnTo>
                <a:lnTo>
                  <a:pt x="3937" y="3428"/>
                </a:lnTo>
                <a:lnTo>
                  <a:pt x="6603" y="1142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830064" y="41921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0"/>
                </a:lnTo>
                <a:lnTo>
                  <a:pt x="167766" y="1015"/>
                </a:lnTo>
                <a:lnTo>
                  <a:pt x="168656" y="1650"/>
                </a:lnTo>
                <a:lnTo>
                  <a:pt x="169418" y="2666"/>
                </a:lnTo>
                <a:lnTo>
                  <a:pt x="169925" y="4063"/>
                </a:lnTo>
                <a:lnTo>
                  <a:pt x="170561" y="5587"/>
                </a:lnTo>
                <a:lnTo>
                  <a:pt x="170941" y="7492"/>
                </a:lnTo>
                <a:lnTo>
                  <a:pt x="171323" y="9905"/>
                </a:lnTo>
                <a:lnTo>
                  <a:pt x="171576" y="12318"/>
                </a:lnTo>
                <a:lnTo>
                  <a:pt x="171703" y="15366"/>
                </a:lnTo>
                <a:lnTo>
                  <a:pt x="171703" y="18795"/>
                </a:lnTo>
                <a:lnTo>
                  <a:pt x="171703" y="22097"/>
                </a:lnTo>
                <a:lnTo>
                  <a:pt x="169925" y="33019"/>
                </a:lnTo>
                <a:lnTo>
                  <a:pt x="169418" y="34543"/>
                </a:lnTo>
                <a:lnTo>
                  <a:pt x="168656" y="35559"/>
                </a:lnTo>
                <a:lnTo>
                  <a:pt x="167766" y="36321"/>
                </a:lnTo>
                <a:lnTo>
                  <a:pt x="166877" y="36956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5"/>
                </a:lnTo>
                <a:lnTo>
                  <a:pt x="108712" y="219328"/>
                </a:lnTo>
                <a:lnTo>
                  <a:pt x="108331" y="220344"/>
                </a:lnTo>
                <a:lnTo>
                  <a:pt x="107696" y="221233"/>
                </a:lnTo>
                <a:lnTo>
                  <a:pt x="106934" y="222249"/>
                </a:lnTo>
                <a:lnTo>
                  <a:pt x="105663" y="223011"/>
                </a:lnTo>
                <a:lnTo>
                  <a:pt x="103886" y="223519"/>
                </a:lnTo>
                <a:lnTo>
                  <a:pt x="102235" y="224154"/>
                </a:lnTo>
                <a:lnTo>
                  <a:pt x="99822" y="224535"/>
                </a:lnTo>
                <a:lnTo>
                  <a:pt x="96900" y="224916"/>
                </a:lnTo>
                <a:lnTo>
                  <a:pt x="93980" y="225297"/>
                </a:lnTo>
                <a:lnTo>
                  <a:pt x="90297" y="225424"/>
                </a:lnTo>
                <a:lnTo>
                  <a:pt x="85851" y="225424"/>
                </a:lnTo>
                <a:lnTo>
                  <a:pt x="81534" y="225424"/>
                </a:lnTo>
                <a:lnTo>
                  <a:pt x="67818" y="223519"/>
                </a:lnTo>
                <a:lnTo>
                  <a:pt x="66166" y="223011"/>
                </a:lnTo>
                <a:lnTo>
                  <a:pt x="64897" y="222249"/>
                </a:lnTo>
                <a:lnTo>
                  <a:pt x="64135" y="221233"/>
                </a:lnTo>
                <a:lnTo>
                  <a:pt x="63373" y="220344"/>
                </a:lnTo>
                <a:lnTo>
                  <a:pt x="62991" y="219328"/>
                </a:lnTo>
                <a:lnTo>
                  <a:pt x="62991" y="218185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6"/>
                </a:lnTo>
                <a:lnTo>
                  <a:pt x="3810" y="36321"/>
                </a:lnTo>
                <a:lnTo>
                  <a:pt x="3048" y="35559"/>
                </a:lnTo>
                <a:lnTo>
                  <a:pt x="2412" y="34543"/>
                </a:lnTo>
                <a:lnTo>
                  <a:pt x="1777" y="33019"/>
                </a:lnTo>
                <a:lnTo>
                  <a:pt x="1143" y="31622"/>
                </a:lnTo>
                <a:lnTo>
                  <a:pt x="762" y="29717"/>
                </a:lnTo>
                <a:lnTo>
                  <a:pt x="508" y="27304"/>
                </a:lnTo>
                <a:lnTo>
                  <a:pt x="253" y="25018"/>
                </a:lnTo>
                <a:lnTo>
                  <a:pt x="0" y="22097"/>
                </a:lnTo>
                <a:lnTo>
                  <a:pt x="0" y="18795"/>
                </a:lnTo>
                <a:lnTo>
                  <a:pt x="0" y="15366"/>
                </a:lnTo>
                <a:lnTo>
                  <a:pt x="253" y="12318"/>
                </a:lnTo>
                <a:lnTo>
                  <a:pt x="508" y="9905"/>
                </a:lnTo>
                <a:lnTo>
                  <a:pt x="762" y="7492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150607" y="41915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7" y="0"/>
                </a:lnTo>
                <a:lnTo>
                  <a:pt x="172339" y="127"/>
                </a:lnTo>
                <a:lnTo>
                  <a:pt x="175006" y="381"/>
                </a:lnTo>
                <a:lnTo>
                  <a:pt x="177673" y="762"/>
                </a:lnTo>
                <a:lnTo>
                  <a:pt x="179705" y="1143"/>
                </a:lnTo>
                <a:lnTo>
                  <a:pt x="181101" y="1905"/>
                </a:lnTo>
                <a:lnTo>
                  <a:pt x="182625" y="2540"/>
                </a:lnTo>
                <a:lnTo>
                  <a:pt x="183642" y="3429"/>
                </a:lnTo>
                <a:lnTo>
                  <a:pt x="184150" y="4318"/>
                </a:lnTo>
                <a:lnTo>
                  <a:pt x="184785" y="5207"/>
                </a:lnTo>
                <a:lnTo>
                  <a:pt x="185039" y="6350"/>
                </a:lnTo>
                <a:lnTo>
                  <a:pt x="185039" y="7493"/>
                </a:lnTo>
                <a:lnTo>
                  <a:pt x="185039" y="209042"/>
                </a:lnTo>
                <a:lnTo>
                  <a:pt x="185039" y="211709"/>
                </a:lnTo>
                <a:lnTo>
                  <a:pt x="184658" y="214122"/>
                </a:lnTo>
                <a:lnTo>
                  <a:pt x="183642" y="216154"/>
                </a:lnTo>
                <a:lnTo>
                  <a:pt x="182752" y="218313"/>
                </a:lnTo>
                <a:lnTo>
                  <a:pt x="181483" y="219964"/>
                </a:lnTo>
                <a:lnTo>
                  <a:pt x="179959" y="221361"/>
                </a:lnTo>
                <a:lnTo>
                  <a:pt x="178435" y="222758"/>
                </a:lnTo>
                <a:lnTo>
                  <a:pt x="176530" y="223774"/>
                </a:lnTo>
                <a:lnTo>
                  <a:pt x="174371" y="224409"/>
                </a:lnTo>
                <a:lnTo>
                  <a:pt x="172212" y="225044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3" y="225425"/>
                </a:lnTo>
                <a:lnTo>
                  <a:pt x="144399" y="225425"/>
                </a:lnTo>
                <a:lnTo>
                  <a:pt x="140970" y="225044"/>
                </a:lnTo>
                <a:lnTo>
                  <a:pt x="138049" y="224155"/>
                </a:lnTo>
                <a:lnTo>
                  <a:pt x="135000" y="223393"/>
                </a:lnTo>
                <a:lnTo>
                  <a:pt x="132334" y="221869"/>
                </a:lnTo>
                <a:lnTo>
                  <a:pt x="129794" y="219710"/>
                </a:lnTo>
                <a:lnTo>
                  <a:pt x="127381" y="217678"/>
                </a:lnTo>
                <a:lnTo>
                  <a:pt x="124968" y="214757"/>
                </a:lnTo>
                <a:lnTo>
                  <a:pt x="122682" y="211074"/>
                </a:lnTo>
                <a:lnTo>
                  <a:pt x="120396" y="207391"/>
                </a:lnTo>
                <a:lnTo>
                  <a:pt x="117728" y="202692"/>
                </a:lnTo>
                <a:lnTo>
                  <a:pt x="114808" y="196977"/>
                </a:lnTo>
                <a:lnTo>
                  <a:pt x="59055" y="92075"/>
                </a:lnTo>
                <a:lnTo>
                  <a:pt x="55752" y="85852"/>
                </a:lnTo>
                <a:lnTo>
                  <a:pt x="52450" y="79121"/>
                </a:lnTo>
                <a:lnTo>
                  <a:pt x="49149" y="71882"/>
                </a:lnTo>
                <a:lnTo>
                  <a:pt x="45720" y="64643"/>
                </a:lnTo>
                <a:lnTo>
                  <a:pt x="42799" y="57658"/>
                </a:lnTo>
                <a:lnTo>
                  <a:pt x="40132" y="50800"/>
                </a:lnTo>
                <a:lnTo>
                  <a:pt x="39750" y="50800"/>
                </a:lnTo>
                <a:lnTo>
                  <a:pt x="40259" y="59055"/>
                </a:lnTo>
                <a:lnTo>
                  <a:pt x="40640" y="67437"/>
                </a:lnTo>
                <a:lnTo>
                  <a:pt x="40767" y="75692"/>
                </a:lnTo>
                <a:lnTo>
                  <a:pt x="40933" y="81930"/>
                </a:lnTo>
                <a:lnTo>
                  <a:pt x="41052" y="88265"/>
                </a:lnTo>
                <a:lnTo>
                  <a:pt x="41124" y="94694"/>
                </a:lnTo>
                <a:lnTo>
                  <a:pt x="41148" y="101219"/>
                </a:lnTo>
                <a:lnTo>
                  <a:pt x="41148" y="218567"/>
                </a:lnTo>
                <a:lnTo>
                  <a:pt x="41148" y="219837"/>
                </a:lnTo>
                <a:lnTo>
                  <a:pt x="24511" y="226060"/>
                </a:lnTo>
                <a:lnTo>
                  <a:pt x="20320" y="226060"/>
                </a:lnTo>
                <a:lnTo>
                  <a:pt x="16256" y="226060"/>
                </a:lnTo>
                <a:lnTo>
                  <a:pt x="12953" y="225933"/>
                </a:lnTo>
                <a:lnTo>
                  <a:pt x="10287" y="225552"/>
                </a:lnTo>
                <a:lnTo>
                  <a:pt x="7620" y="225171"/>
                </a:lnTo>
                <a:lnTo>
                  <a:pt x="0" y="219837"/>
                </a:lnTo>
                <a:lnTo>
                  <a:pt x="0" y="218567"/>
                </a:lnTo>
                <a:lnTo>
                  <a:pt x="0" y="17018"/>
                </a:lnTo>
                <a:lnTo>
                  <a:pt x="0" y="11557"/>
                </a:lnTo>
                <a:lnTo>
                  <a:pt x="1650" y="7493"/>
                </a:lnTo>
                <a:lnTo>
                  <a:pt x="4825" y="4699"/>
                </a:lnTo>
                <a:lnTo>
                  <a:pt x="8000" y="2032"/>
                </a:lnTo>
                <a:lnTo>
                  <a:pt x="11938" y="635"/>
                </a:lnTo>
                <a:lnTo>
                  <a:pt x="16510" y="635"/>
                </a:lnTo>
                <a:lnTo>
                  <a:pt x="41021" y="635"/>
                </a:lnTo>
                <a:lnTo>
                  <a:pt x="45339" y="635"/>
                </a:lnTo>
                <a:lnTo>
                  <a:pt x="49022" y="1016"/>
                </a:lnTo>
                <a:lnTo>
                  <a:pt x="52070" y="1778"/>
                </a:lnTo>
                <a:lnTo>
                  <a:pt x="55118" y="2540"/>
                </a:lnTo>
                <a:lnTo>
                  <a:pt x="57785" y="3810"/>
                </a:lnTo>
                <a:lnTo>
                  <a:pt x="60198" y="5588"/>
                </a:lnTo>
                <a:lnTo>
                  <a:pt x="62484" y="7239"/>
                </a:lnTo>
                <a:lnTo>
                  <a:pt x="64770" y="9652"/>
                </a:lnTo>
                <a:lnTo>
                  <a:pt x="66801" y="12700"/>
                </a:lnTo>
                <a:lnTo>
                  <a:pt x="68834" y="15748"/>
                </a:lnTo>
                <a:lnTo>
                  <a:pt x="70993" y="19558"/>
                </a:lnTo>
                <a:lnTo>
                  <a:pt x="73278" y="24130"/>
                </a:lnTo>
                <a:lnTo>
                  <a:pt x="116967" y="106045"/>
                </a:lnTo>
                <a:lnTo>
                  <a:pt x="119507" y="111125"/>
                </a:lnTo>
                <a:lnTo>
                  <a:pt x="121920" y="115951"/>
                </a:lnTo>
                <a:lnTo>
                  <a:pt x="124460" y="120777"/>
                </a:lnTo>
                <a:lnTo>
                  <a:pt x="127000" y="125603"/>
                </a:lnTo>
                <a:lnTo>
                  <a:pt x="129413" y="130302"/>
                </a:lnTo>
                <a:lnTo>
                  <a:pt x="131699" y="135128"/>
                </a:lnTo>
                <a:lnTo>
                  <a:pt x="133985" y="139954"/>
                </a:lnTo>
                <a:lnTo>
                  <a:pt x="136271" y="144653"/>
                </a:lnTo>
                <a:lnTo>
                  <a:pt x="138430" y="149225"/>
                </a:lnTo>
                <a:lnTo>
                  <a:pt x="140589" y="153924"/>
                </a:lnTo>
                <a:lnTo>
                  <a:pt x="142748" y="158496"/>
                </a:lnTo>
                <a:lnTo>
                  <a:pt x="144780" y="163195"/>
                </a:lnTo>
                <a:lnTo>
                  <a:pt x="145034" y="163195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5"/>
                </a:lnTo>
                <a:lnTo>
                  <a:pt x="144018" y="129032"/>
                </a:lnTo>
                <a:lnTo>
                  <a:pt x="144018" y="120650"/>
                </a:lnTo>
                <a:lnTo>
                  <a:pt x="144018" y="112649"/>
                </a:lnTo>
                <a:lnTo>
                  <a:pt x="144018" y="7493"/>
                </a:lnTo>
                <a:lnTo>
                  <a:pt x="144018" y="6350"/>
                </a:lnTo>
                <a:lnTo>
                  <a:pt x="144272" y="5207"/>
                </a:lnTo>
                <a:lnTo>
                  <a:pt x="145034" y="4318"/>
                </a:lnTo>
                <a:lnTo>
                  <a:pt x="145669" y="3429"/>
                </a:lnTo>
                <a:lnTo>
                  <a:pt x="146812" y="2540"/>
                </a:lnTo>
                <a:lnTo>
                  <a:pt x="148463" y="1905"/>
                </a:lnTo>
                <a:lnTo>
                  <a:pt x="150114" y="1143"/>
                </a:lnTo>
                <a:lnTo>
                  <a:pt x="152273" y="762"/>
                </a:lnTo>
                <a:lnTo>
                  <a:pt x="154940" y="381"/>
                </a:lnTo>
                <a:lnTo>
                  <a:pt x="157607" y="127"/>
                </a:lnTo>
                <a:lnTo>
                  <a:pt x="160909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056119" y="41911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5">
                <a:moveTo>
                  <a:pt x="22986" y="0"/>
                </a:moveTo>
                <a:lnTo>
                  <a:pt x="27431" y="0"/>
                </a:lnTo>
                <a:lnTo>
                  <a:pt x="31114" y="254"/>
                </a:lnTo>
                <a:lnTo>
                  <a:pt x="45847" y="6096"/>
                </a:lnTo>
                <a:lnTo>
                  <a:pt x="45847" y="7366"/>
                </a:lnTo>
                <a:lnTo>
                  <a:pt x="45847" y="219202"/>
                </a:lnTo>
                <a:lnTo>
                  <a:pt x="45847" y="220345"/>
                </a:lnTo>
                <a:lnTo>
                  <a:pt x="45465" y="221361"/>
                </a:lnTo>
                <a:lnTo>
                  <a:pt x="44703" y="222250"/>
                </a:lnTo>
                <a:lnTo>
                  <a:pt x="43941" y="223266"/>
                </a:lnTo>
                <a:lnTo>
                  <a:pt x="42672" y="224028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6" y="225552"/>
                </a:lnTo>
                <a:lnTo>
                  <a:pt x="34035" y="225933"/>
                </a:lnTo>
                <a:lnTo>
                  <a:pt x="31114" y="226314"/>
                </a:lnTo>
                <a:lnTo>
                  <a:pt x="27431" y="226441"/>
                </a:lnTo>
                <a:lnTo>
                  <a:pt x="22986" y="226441"/>
                </a:lnTo>
                <a:lnTo>
                  <a:pt x="18541" y="226441"/>
                </a:lnTo>
                <a:lnTo>
                  <a:pt x="14858" y="226314"/>
                </a:lnTo>
                <a:lnTo>
                  <a:pt x="11937" y="225933"/>
                </a:lnTo>
                <a:lnTo>
                  <a:pt x="9016" y="225552"/>
                </a:lnTo>
                <a:lnTo>
                  <a:pt x="6603" y="225171"/>
                </a:lnTo>
                <a:lnTo>
                  <a:pt x="4952" y="224536"/>
                </a:lnTo>
                <a:lnTo>
                  <a:pt x="3175" y="224028"/>
                </a:lnTo>
                <a:lnTo>
                  <a:pt x="1904" y="223266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2"/>
                </a:lnTo>
                <a:lnTo>
                  <a:pt x="0" y="7366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1"/>
                </a:lnTo>
                <a:lnTo>
                  <a:pt x="1904" y="3302"/>
                </a:lnTo>
                <a:lnTo>
                  <a:pt x="18541" y="0"/>
                </a:lnTo>
                <a:lnTo>
                  <a:pt x="22986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470903" y="4191127"/>
            <a:ext cx="123825" cy="225425"/>
          </a:xfrm>
          <a:custGeom>
            <a:avLst/>
            <a:gdLst/>
            <a:ahLst/>
            <a:cxnLst/>
            <a:rect l="l" t="t" r="r" b="b"/>
            <a:pathLst>
              <a:path w="123825" h="225425">
                <a:moveTo>
                  <a:pt x="22987" y="0"/>
                </a:moveTo>
                <a:lnTo>
                  <a:pt x="27432" y="0"/>
                </a:lnTo>
                <a:lnTo>
                  <a:pt x="31115" y="254"/>
                </a:lnTo>
                <a:lnTo>
                  <a:pt x="44703" y="4191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6"/>
                </a:lnTo>
                <a:lnTo>
                  <a:pt x="45847" y="187833"/>
                </a:lnTo>
                <a:lnTo>
                  <a:pt x="116459" y="187833"/>
                </a:lnTo>
                <a:lnTo>
                  <a:pt x="117601" y="187833"/>
                </a:lnTo>
                <a:lnTo>
                  <a:pt x="118618" y="188087"/>
                </a:lnTo>
                <a:lnTo>
                  <a:pt x="119379" y="188722"/>
                </a:lnTo>
                <a:lnTo>
                  <a:pt x="120269" y="189356"/>
                </a:lnTo>
                <a:lnTo>
                  <a:pt x="121030" y="190373"/>
                </a:lnTo>
                <a:lnTo>
                  <a:pt x="123317" y="202946"/>
                </a:lnTo>
                <a:lnTo>
                  <a:pt x="123317" y="206375"/>
                </a:lnTo>
                <a:lnTo>
                  <a:pt x="123317" y="209804"/>
                </a:lnTo>
                <a:lnTo>
                  <a:pt x="117601" y="225425"/>
                </a:lnTo>
                <a:lnTo>
                  <a:pt x="116459" y="225425"/>
                </a:lnTo>
                <a:lnTo>
                  <a:pt x="13588" y="225425"/>
                </a:lnTo>
                <a:lnTo>
                  <a:pt x="9779" y="225425"/>
                </a:lnTo>
                <a:lnTo>
                  <a:pt x="6604" y="224281"/>
                </a:lnTo>
                <a:lnTo>
                  <a:pt x="3937" y="221996"/>
                </a:lnTo>
                <a:lnTo>
                  <a:pt x="1397" y="219837"/>
                </a:lnTo>
                <a:lnTo>
                  <a:pt x="0" y="216154"/>
                </a:lnTo>
                <a:lnTo>
                  <a:pt x="0" y="211074"/>
                </a:lnTo>
                <a:lnTo>
                  <a:pt x="0" y="7366"/>
                </a:lnTo>
                <a:lnTo>
                  <a:pt x="0" y="6096"/>
                </a:lnTo>
                <a:lnTo>
                  <a:pt x="381" y="5080"/>
                </a:lnTo>
                <a:lnTo>
                  <a:pt x="1143" y="4191"/>
                </a:lnTo>
                <a:lnTo>
                  <a:pt x="1905" y="3302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068567" y="4191127"/>
            <a:ext cx="182880" cy="226695"/>
          </a:xfrm>
          <a:custGeom>
            <a:avLst/>
            <a:gdLst/>
            <a:ahLst/>
            <a:cxnLst/>
            <a:rect l="l" t="t" r="r" b="b"/>
            <a:pathLst>
              <a:path w="182879" h="226695">
                <a:moveTo>
                  <a:pt x="28067" y="0"/>
                </a:moveTo>
                <a:lnTo>
                  <a:pt x="33528" y="0"/>
                </a:lnTo>
                <a:lnTo>
                  <a:pt x="37846" y="127"/>
                </a:lnTo>
                <a:lnTo>
                  <a:pt x="93980" y="81280"/>
                </a:lnTo>
                <a:lnTo>
                  <a:pt x="132207" y="7112"/>
                </a:lnTo>
                <a:lnTo>
                  <a:pt x="132969" y="5715"/>
                </a:lnTo>
                <a:lnTo>
                  <a:pt x="133731" y="4572"/>
                </a:lnTo>
                <a:lnTo>
                  <a:pt x="134493" y="3683"/>
                </a:lnTo>
                <a:lnTo>
                  <a:pt x="135128" y="2793"/>
                </a:lnTo>
                <a:lnTo>
                  <a:pt x="136398" y="2031"/>
                </a:lnTo>
                <a:lnTo>
                  <a:pt x="138049" y="1524"/>
                </a:lnTo>
                <a:lnTo>
                  <a:pt x="139700" y="1016"/>
                </a:lnTo>
                <a:lnTo>
                  <a:pt x="142112" y="635"/>
                </a:lnTo>
                <a:lnTo>
                  <a:pt x="145034" y="381"/>
                </a:lnTo>
                <a:lnTo>
                  <a:pt x="147955" y="127"/>
                </a:lnTo>
                <a:lnTo>
                  <a:pt x="152019" y="0"/>
                </a:lnTo>
                <a:lnTo>
                  <a:pt x="157226" y="0"/>
                </a:lnTo>
                <a:lnTo>
                  <a:pt x="163068" y="0"/>
                </a:lnTo>
                <a:lnTo>
                  <a:pt x="167640" y="127"/>
                </a:lnTo>
                <a:lnTo>
                  <a:pt x="170942" y="508"/>
                </a:lnTo>
                <a:lnTo>
                  <a:pt x="174244" y="762"/>
                </a:lnTo>
                <a:lnTo>
                  <a:pt x="176530" y="1524"/>
                </a:lnTo>
                <a:lnTo>
                  <a:pt x="177927" y="2793"/>
                </a:lnTo>
                <a:lnTo>
                  <a:pt x="179197" y="4064"/>
                </a:lnTo>
                <a:lnTo>
                  <a:pt x="179451" y="5968"/>
                </a:lnTo>
                <a:lnTo>
                  <a:pt x="178816" y="8381"/>
                </a:lnTo>
                <a:lnTo>
                  <a:pt x="178181" y="10795"/>
                </a:lnTo>
                <a:lnTo>
                  <a:pt x="176911" y="14097"/>
                </a:lnTo>
                <a:lnTo>
                  <a:pt x="174879" y="18287"/>
                </a:lnTo>
                <a:lnTo>
                  <a:pt x="124968" y="109728"/>
                </a:lnTo>
                <a:lnTo>
                  <a:pt x="178181" y="208280"/>
                </a:lnTo>
                <a:lnTo>
                  <a:pt x="180340" y="212344"/>
                </a:lnTo>
                <a:lnTo>
                  <a:pt x="181610" y="215519"/>
                </a:lnTo>
                <a:lnTo>
                  <a:pt x="182245" y="217931"/>
                </a:lnTo>
                <a:lnTo>
                  <a:pt x="182880" y="220345"/>
                </a:lnTo>
                <a:lnTo>
                  <a:pt x="182499" y="222250"/>
                </a:lnTo>
                <a:lnTo>
                  <a:pt x="181102" y="223520"/>
                </a:lnTo>
                <a:lnTo>
                  <a:pt x="179832" y="224790"/>
                </a:lnTo>
                <a:lnTo>
                  <a:pt x="177292" y="225552"/>
                </a:lnTo>
                <a:lnTo>
                  <a:pt x="173609" y="225933"/>
                </a:lnTo>
                <a:lnTo>
                  <a:pt x="169926" y="226314"/>
                </a:lnTo>
                <a:lnTo>
                  <a:pt x="164973" y="226441"/>
                </a:lnTo>
                <a:lnTo>
                  <a:pt x="158496" y="226441"/>
                </a:lnTo>
                <a:lnTo>
                  <a:pt x="153035" y="226441"/>
                </a:lnTo>
                <a:lnTo>
                  <a:pt x="148717" y="226314"/>
                </a:lnTo>
                <a:lnTo>
                  <a:pt x="145669" y="226060"/>
                </a:lnTo>
                <a:lnTo>
                  <a:pt x="142494" y="225933"/>
                </a:lnTo>
                <a:lnTo>
                  <a:pt x="134366" y="222885"/>
                </a:lnTo>
                <a:lnTo>
                  <a:pt x="133477" y="221869"/>
                </a:lnTo>
                <a:lnTo>
                  <a:pt x="132842" y="220725"/>
                </a:lnTo>
                <a:lnTo>
                  <a:pt x="132207" y="219329"/>
                </a:lnTo>
                <a:lnTo>
                  <a:pt x="90170" y="138430"/>
                </a:lnTo>
                <a:lnTo>
                  <a:pt x="48133" y="219329"/>
                </a:lnTo>
                <a:lnTo>
                  <a:pt x="47498" y="220725"/>
                </a:lnTo>
                <a:lnTo>
                  <a:pt x="46736" y="221869"/>
                </a:lnTo>
                <a:lnTo>
                  <a:pt x="34544" y="226060"/>
                </a:lnTo>
                <a:lnTo>
                  <a:pt x="31369" y="226314"/>
                </a:lnTo>
                <a:lnTo>
                  <a:pt x="27178" y="226441"/>
                </a:lnTo>
                <a:lnTo>
                  <a:pt x="21971" y="226441"/>
                </a:lnTo>
                <a:lnTo>
                  <a:pt x="16002" y="226441"/>
                </a:lnTo>
                <a:lnTo>
                  <a:pt x="11303" y="226314"/>
                </a:lnTo>
                <a:lnTo>
                  <a:pt x="8001" y="225933"/>
                </a:lnTo>
                <a:lnTo>
                  <a:pt x="4699" y="225552"/>
                </a:lnTo>
                <a:lnTo>
                  <a:pt x="2540" y="224790"/>
                </a:lnTo>
                <a:lnTo>
                  <a:pt x="1397" y="223520"/>
                </a:lnTo>
                <a:lnTo>
                  <a:pt x="254" y="222250"/>
                </a:lnTo>
                <a:lnTo>
                  <a:pt x="0" y="220345"/>
                </a:lnTo>
                <a:lnTo>
                  <a:pt x="635" y="217931"/>
                </a:lnTo>
                <a:lnTo>
                  <a:pt x="1397" y="215519"/>
                </a:lnTo>
                <a:lnTo>
                  <a:pt x="2794" y="212344"/>
                </a:lnTo>
                <a:lnTo>
                  <a:pt x="4953" y="208280"/>
                </a:lnTo>
                <a:lnTo>
                  <a:pt x="58801" y="110236"/>
                </a:lnTo>
                <a:lnTo>
                  <a:pt x="8762" y="18287"/>
                </a:lnTo>
                <a:lnTo>
                  <a:pt x="6731" y="14097"/>
                </a:lnTo>
                <a:lnTo>
                  <a:pt x="5334" y="10795"/>
                </a:lnTo>
                <a:lnTo>
                  <a:pt x="4572" y="8255"/>
                </a:lnTo>
                <a:lnTo>
                  <a:pt x="3810" y="5715"/>
                </a:lnTo>
                <a:lnTo>
                  <a:pt x="12827" y="508"/>
                </a:lnTo>
                <a:lnTo>
                  <a:pt x="16383" y="127"/>
                </a:lnTo>
                <a:lnTo>
                  <a:pt x="21462" y="0"/>
                </a:lnTo>
                <a:lnTo>
                  <a:pt x="2806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533771" y="4191127"/>
            <a:ext cx="167005" cy="226695"/>
          </a:xfrm>
          <a:custGeom>
            <a:avLst/>
            <a:gdLst/>
            <a:ahLst/>
            <a:cxnLst/>
            <a:rect l="l" t="t" r="r" b="b"/>
            <a:pathLst>
              <a:path w="167004" h="226695">
                <a:moveTo>
                  <a:pt x="107568" y="0"/>
                </a:moveTo>
                <a:lnTo>
                  <a:pt x="113411" y="0"/>
                </a:lnTo>
                <a:lnTo>
                  <a:pt x="118490" y="127"/>
                </a:lnTo>
                <a:lnTo>
                  <a:pt x="122554" y="508"/>
                </a:lnTo>
                <a:lnTo>
                  <a:pt x="126745" y="762"/>
                </a:lnTo>
                <a:lnTo>
                  <a:pt x="139826" y="6223"/>
                </a:lnTo>
                <a:lnTo>
                  <a:pt x="139826" y="7493"/>
                </a:lnTo>
                <a:lnTo>
                  <a:pt x="139826" y="142494"/>
                </a:lnTo>
                <a:lnTo>
                  <a:pt x="159765" y="142494"/>
                </a:lnTo>
                <a:lnTo>
                  <a:pt x="161543" y="142494"/>
                </a:lnTo>
                <a:lnTo>
                  <a:pt x="163194" y="144018"/>
                </a:lnTo>
                <a:lnTo>
                  <a:pt x="164464" y="146812"/>
                </a:lnTo>
                <a:lnTo>
                  <a:pt x="165862" y="149606"/>
                </a:lnTo>
                <a:lnTo>
                  <a:pt x="166496" y="154305"/>
                </a:lnTo>
                <a:lnTo>
                  <a:pt x="166496" y="160909"/>
                </a:lnTo>
                <a:lnTo>
                  <a:pt x="166496" y="166878"/>
                </a:lnTo>
                <a:lnTo>
                  <a:pt x="165862" y="171323"/>
                </a:lnTo>
                <a:lnTo>
                  <a:pt x="164591" y="174371"/>
                </a:lnTo>
                <a:lnTo>
                  <a:pt x="163449" y="177419"/>
                </a:lnTo>
                <a:lnTo>
                  <a:pt x="161798" y="178943"/>
                </a:lnTo>
                <a:lnTo>
                  <a:pt x="159765" y="178943"/>
                </a:lnTo>
                <a:lnTo>
                  <a:pt x="139826" y="178943"/>
                </a:lnTo>
                <a:lnTo>
                  <a:pt x="139826" y="219583"/>
                </a:lnTo>
                <a:lnTo>
                  <a:pt x="139826" y="220725"/>
                </a:lnTo>
                <a:lnTo>
                  <a:pt x="139445" y="221742"/>
                </a:lnTo>
                <a:lnTo>
                  <a:pt x="138683" y="222504"/>
                </a:lnTo>
                <a:lnTo>
                  <a:pt x="138049" y="223393"/>
                </a:lnTo>
                <a:lnTo>
                  <a:pt x="121919" y="226441"/>
                </a:lnTo>
                <a:lnTo>
                  <a:pt x="117601" y="226441"/>
                </a:lnTo>
                <a:lnTo>
                  <a:pt x="113411" y="226441"/>
                </a:lnTo>
                <a:lnTo>
                  <a:pt x="96900" y="222504"/>
                </a:lnTo>
                <a:lnTo>
                  <a:pt x="96265" y="221742"/>
                </a:lnTo>
                <a:lnTo>
                  <a:pt x="95884" y="220725"/>
                </a:lnTo>
                <a:lnTo>
                  <a:pt x="95884" y="219583"/>
                </a:lnTo>
                <a:lnTo>
                  <a:pt x="95884" y="178943"/>
                </a:lnTo>
                <a:lnTo>
                  <a:pt x="10032" y="178943"/>
                </a:lnTo>
                <a:lnTo>
                  <a:pt x="8508" y="178943"/>
                </a:lnTo>
                <a:lnTo>
                  <a:pt x="6984" y="178816"/>
                </a:lnTo>
                <a:lnTo>
                  <a:pt x="5714" y="178308"/>
                </a:lnTo>
                <a:lnTo>
                  <a:pt x="4444" y="177927"/>
                </a:lnTo>
                <a:lnTo>
                  <a:pt x="3428" y="177037"/>
                </a:lnTo>
                <a:lnTo>
                  <a:pt x="2539" y="175514"/>
                </a:lnTo>
                <a:lnTo>
                  <a:pt x="1650" y="174117"/>
                </a:lnTo>
                <a:lnTo>
                  <a:pt x="1015" y="172085"/>
                </a:lnTo>
                <a:lnTo>
                  <a:pt x="634" y="169291"/>
                </a:lnTo>
                <a:lnTo>
                  <a:pt x="253" y="166624"/>
                </a:lnTo>
                <a:lnTo>
                  <a:pt x="0" y="163068"/>
                </a:lnTo>
                <a:lnTo>
                  <a:pt x="0" y="158496"/>
                </a:lnTo>
                <a:lnTo>
                  <a:pt x="0" y="154812"/>
                </a:lnTo>
                <a:lnTo>
                  <a:pt x="126" y="151637"/>
                </a:lnTo>
                <a:lnTo>
                  <a:pt x="75437" y="6096"/>
                </a:lnTo>
                <a:lnTo>
                  <a:pt x="84200" y="1524"/>
                </a:lnTo>
                <a:lnTo>
                  <a:pt x="86740" y="1016"/>
                </a:lnTo>
                <a:lnTo>
                  <a:pt x="89788" y="635"/>
                </a:lnTo>
                <a:lnTo>
                  <a:pt x="93599" y="381"/>
                </a:lnTo>
                <a:lnTo>
                  <a:pt x="97408" y="127"/>
                </a:lnTo>
                <a:lnTo>
                  <a:pt x="102107" y="0"/>
                </a:lnTo>
                <a:lnTo>
                  <a:pt x="107568" y="0"/>
                </a:lnTo>
                <a:close/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372095" y="41883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39" y="0"/>
                </a:moveTo>
                <a:lnTo>
                  <a:pt x="158242" y="4953"/>
                </a:lnTo>
                <a:lnTo>
                  <a:pt x="164210" y="6858"/>
                </a:lnTo>
                <a:lnTo>
                  <a:pt x="170179" y="8763"/>
                </a:lnTo>
                <a:lnTo>
                  <a:pt x="175132" y="10795"/>
                </a:lnTo>
                <a:lnTo>
                  <a:pt x="179070" y="13081"/>
                </a:lnTo>
                <a:lnTo>
                  <a:pt x="183006" y="15240"/>
                </a:lnTo>
                <a:lnTo>
                  <a:pt x="185800" y="17145"/>
                </a:lnTo>
                <a:lnTo>
                  <a:pt x="187325" y="18796"/>
                </a:lnTo>
                <a:lnTo>
                  <a:pt x="188849" y="20447"/>
                </a:lnTo>
                <a:lnTo>
                  <a:pt x="189992" y="22733"/>
                </a:lnTo>
                <a:lnTo>
                  <a:pt x="190626" y="25654"/>
                </a:lnTo>
                <a:lnTo>
                  <a:pt x="191388" y="28575"/>
                </a:lnTo>
                <a:lnTo>
                  <a:pt x="191770" y="32893"/>
                </a:lnTo>
                <a:lnTo>
                  <a:pt x="191770" y="38735"/>
                </a:lnTo>
                <a:lnTo>
                  <a:pt x="191770" y="42037"/>
                </a:lnTo>
                <a:lnTo>
                  <a:pt x="191515" y="44958"/>
                </a:lnTo>
                <a:lnTo>
                  <a:pt x="191261" y="47371"/>
                </a:lnTo>
                <a:lnTo>
                  <a:pt x="191007" y="49784"/>
                </a:lnTo>
                <a:lnTo>
                  <a:pt x="186562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09" y="56007"/>
                </a:lnTo>
                <a:lnTo>
                  <a:pt x="178180" y="53975"/>
                </a:lnTo>
                <a:lnTo>
                  <a:pt x="174878" y="51943"/>
                </a:lnTo>
                <a:lnTo>
                  <a:pt x="170433" y="49657"/>
                </a:lnTo>
                <a:lnTo>
                  <a:pt x="132540" y="38100"/>
                </a:lnTo>
                <a:lnTo>
                  <a:pt x="118236" y="37338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5" y="115697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4" y="188976"/>
                </a:lnTo>
                <a:lnTo>
                  <a:pt x="116839" y="194056"/>
                </a:lnTo>
                <a:lnTo>
                  <a:pt x="121920" y="194056"/>
                </a:lnTo>
                <a:lnTo>
                  <a:pt x="145796" y="135128"/>
                </a:lnTo>
                <a:lnTo>
                  <a:pt x="103250" y="135128"/>
                </a:lnTo>
                <a:lnTo>
                  <a:pt x="101219" y="135128"/>
                </a:lnTo>
                <a:lnTo>
                  <a:pt x="99568" y="133858"/>
                </a:lnTo>
                <a:lnTo>
                  <a:pt x="98425" y="131191"/>
                </a:lnTo>
                <a:lnTo>
                  <a:pt x="97281" y="128651"/>
                </a:lnTo>
                <a:lnTo>
                  <a:pt x="96647" y="124206"/>
                </a:lnTo>
                <a:lnTo>
                  <a:pt x="96647" y="117983"/>
                </a:lnTo>
                <a:lnTo>
                  <a:pt x="96647" y="114681"/>
                </a:lnTo>
                <a:lnTo>
                  <a:pt x="96900" y="112014"/>
                </a:lnTo>
                <a:lnTo>
                  <a:pt x="97154" y="109855"/>
                </a:lnTo>
                <a:lnTo>
                  <a:pt x="97408" y="107569"/>
                </a:lnTo>
                <a:lnTo>
                  <a:pt x="102234" y="100584"/>
                </a:lnTo>
                <a:lnTo>
                  <a:pt x="103250" y="100584"/>
                </a:lnTo>
                <a:lnTo>
                  <a:pt x="179070" y="100584"/>
                </a:lnTo>
                <a:lnTo>
                  <a:pt x="180975" y="100584"/>
                </a:lnTo>
                <a:lnTo>
                  <a:pt x="182499" y="100965"/>
                </a:lnTo>
                <a:lnTo>
                  <a:pt x="191261" y="112903"/>
                </a:lnTo>
                <a:lnTo>
                  <a:pt x="191261" y="115189"/>
                </a:lnTo>
                <a:lnTo>
                  <a:pt x="191261" y="204470"/>
                </a:lnTo>
                <a:lnTo>
                  <a:pt x="191261" y="207899"/>
                </a:lnTo>
                <a:lnTo>
                  <a:pt x="190626" y="210947"/>
                </a:lnTo>
                <a:lnTo>
                  <a:pt x="189356" y="213614"/>
                </a:lnTo>
                <a:lnTo>
                  <a:pt x="188213" y="216154"/>
                </a:lnTo>
                <a:lnTo>
                  <a:pt x="185674" y="218186"/>
                </a:lnTo>
                <a:lnTo>
                  <a:pt x="181863" y="219710"/>
                </a:lnTo>
                <a:lnTo>
                  <a:pt x="178180" y="221234"/>
                </a:lnTo>
                <a:lnTo>
                  <a:pt x="150749" y="228600"/>
                </a:lnTo>
                <a:lnTo>
                  <a:pt x="144779" y="229743"/>
                </a:lnTo>
                <a:lnTo>
                  <a:pt x="138810" y="230632"/>
                </a:lnTo>
                <a:lnTo>
                  <a:pt x="132714" y="231140"/>
                </a:lnTo>
                <a:lnTo>
                  <a:pt x="126619" y="231775"/>
                </a:lnTo>
                <a:lnTo>
                  <a:pt x="120523" y="232029"/>
                </a:lnTo>
                <a:lnTo>
                  <a:pt x="114426" y="232029"/>
                </a:lnTo>
                <a:lnTo>
                  <a:pt x="66294" y="224282"/>
                </a:lnTo>
                <a:lnTo>
                  <a:pt x="30352" y="201930"/>
                </a:lnTo>
                <a:lnTo>
                  <a:pt x="7747" y="166243"/>
                </a:lnTo>
                <a:lnTo>
                  <a:pt x="0" y="118491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39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605143" y="4188205"/>
            <a:ext cx="212725" cy="232410"/>
          </a:xfrm>
          <a:custGeom>
            <a:avLst/>
            <a:gdLst/>
            <a:ahLst/>
            <a:cxnLst/>
            <a:rect l="l" t="t" r="r" b="b"/>
            <a:pathLst>
              <a:path w="212725" h="232410">
                <a:moveTo>
                  <a:pt x="108330" y="0"/>
                </a:moveTo>
                <a:lnTo>
                  <a:pt x="153415" y="6731"/>
                </a:lnTo>
                <a:lnTo>
                  <a:pt x="185927" y="27559"/>
                </a:lnTo>
                <a:lnTo>
                  <a:pt x="205739" y="62992"/>
                </a:lnTo>
                <a:lnTo>
                  <a:pt x="212471" y="113538"/>
                </a:lnTo>
                <a:lnTo>
                  <a:pt x="212022" y="127158"/>
                </a:lnTo>
                <a:lnTo>
                  <a:pt x="201610" y="174071"/>
                </a:lnTo>
                <a:lnTo>
                  <a:pt x="177649" y="208101"/>
                </a:lnTo>
                <a:lnTo>
                  <a:pt x="140503" y="227782"/>
                </a:lnTo>
                <a:lnTo>
                  <a:pt x="104266" y="232283"/>
                </a:lnTo>
                <a:lnTo>
                  <a:pt x="91551" y="231854"/>
                </a:lnTo>
                <a:lnTo>
                  <a:pt x="49216" y="221616"/>
                </a:lnTo>
                <a:lnTo>
                  <a:pt x="19960" y="197074"/>
                </a:lnTo>
                <a:lnTo>
                  <a:pt x="3643" y="157553"/>
                </a:lnTo>
                <a:lnTo>
                  <a:pt x="0" y="117602"/>
                </a:lnTo>
                <a:lnTo>
                  <a:pt x="430" y="104316"/>
                </a:lnTo>
                <a:lnTo>
                  <a:pt x="10842" y="58124"/>
                </a:lnTo>
                <a:lnTo>
                  <a:pt x="34821" y="24326"/>
                </a:lnTo>
                <a:lnTo>
                  <a:pt x="71969" y="4554"/>
                </a:lnTo>
                <a:lnTo>
                  <a:pt x="10833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674361" y="41882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6774" y="178943"/>
                </a:lnTo>
                <a:lnTo>
                  <a:pt x="98425" y="175387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88646" y="146939"/>
                </a:lnTo>
                <a:lnTo>
                  <a:pt x="84200" y="144145"/>
                </a:lnTo>
                <a:lnTo>
                  <a:pt x="79755" y="141351"/>
                </a:lnTo>
                <a:lnTo>
                  <a:pt x="74675" y="138684"/>
                </a:lnTo>
                <a:lnTo>
                  <a:pt x="68961" y="136144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789932" y="5065776"/>
            <a:ext cx="2717291" cy="30632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826761" y="5102605"/>
            <a:ext cx="2644140" cy="23228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878321" y="5271642"/>
            <a:ext cx="67183" cy="707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878321" y="5158359"/>
            <a:ext cx="67183" cy="7061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114415" y="51494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5" h="95250">
                <a:moveTo>
                  <a:pt x="31750" y="0"/>
                </a:moveTo>
                <a:lnTo>
                  <a:pt x="0" y="95249"/>
                </a:lnTo>
                <a:lnTo>
                  <a:pt x="63754" y="95249"/>
                </a:lnTo>
                <a:lnTo>
                  <a:pt x="32004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515100" y="51418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5" y="76073"/>
                </a:lnTo>
                <a:lnTo>
                  <a:pt x="57911" y="52196"/>
                </a:lnTo>
                <a:lnTo>
                  <a:pt x="60325" y="41909"/>
                </a:lnTo>
                <a:lnTo>
                  <a:pt x="60325" y="36194"/>
                </a:lnTo>
                <a:lnTo>
                  <a:pt x="60325" y="28320"/>
                </a:lnTo>
                <a:lnTo>
                  <a:pt x="58927" y="21843"/>
                </a:lnTo>
                <a:lnTo>
                  <a:pt x="56133" y="16763"/>
                </a:lnTo>
                <a:lnTo>
                  <a:pt x="53340" y="11683"/>
                </a:lnTo>
                <a:lnTo>
                  <a:pt x="33147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326123" y="51418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6"/>
                </a:lnTo>
                <a:lnTo>
                  <a:pt x="60325" y="41909"/>
                </a:lnTo>
                <a:lnTo>
                  <a:pt x="60325" y="36194"/>
                </a:lnTo>
                <a:lnTo>
                  <a:pt x="60325" y="28320"/>
                </a:lnTo>
                <a:lnTo>
                  <a:pt x="45847" y="5461"/>
                </a:lnTo>
                <a:lnTo>
                  <a:pt x="41783" y="3048"/>
                </a:lnTo>
                <a:lnTo>
                  <a:pt x="37591" y="1524"/>
                </a:lnTo>
                <a:lnTo>
                  <a:pt x="33147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399532" y="51418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6"/>
                </a:lnTo>
                <a:lnTo>
                  <a:pt x="60325" y="41909"/>
                </a:lnTo>
                <a:lnTo>
                  <a:pt x="60325" y="36194"/>
                </a:lnTo>
                <a:lnTo>
                  <a:pt x="60325" y="28320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3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469379" y="51065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4" y="0"/>
                </a:moveTo>
                <a:lnTo>
                  <a:pt x="68325" y="0"/>
                </a:lnTo>
                <a:lnTo>
                  <a:pt x="73660" y="0"/>
                </a:lnTo>
                <a:lnTo>
                  <a:pt x="78740" y="253"/>
                </a:lnTo>
                <a:lnTo>
                  <a:pt x="83566" y="634"/>
                </a:lnTo>
                <a:lnTo>
                  <a:pt x="88392" y="1015"/>
                </a:lnTo>
                <a:lnTo>
                  <a:pt x="94106" y="1904"/>
                </a:lnTo>
                <a:lnTo>
                  <a:pt x="100838" y="3301"/>
                </a:lnTo>
                <a:lnTo>
                  <a:pt x="107442" y="4571"/>
                </a:lnTo>
                <a:lnTo>
                  <a:pt x="114300" y="6984"/>
                </a:lnTo>
                <a:lnTo>
                  <a:pt x="121158" y="10667"/>
                </a:lnTo>
                <a:lnTo>
                  <a:pt x="128016" y="14223"/>
                </a:lnTo>
                <a:lnTo>
                  <a:pt x="152400" y="50799"/>
                </a:lnTo>
                <a:lnTo>
                  <a:pt x="153670" y="59054"/>
                </a:lnTo>
                <a:lnTo>
                  <a:pt x="153670" y="68198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9" y="146557"/>
                </a:lnTo>
                <a:lnTo>
                  <a:pt x="45720" y="146557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9" y="220344"/>
                </a:lnTo>
                <a:lnTo>
                  <a:pt x="44576" y="221233"/>
                </a:lnTo>
                <a:lnTo>
                  <a:pt x="43815" y="222249"/>
                </a:lnTo>
                <a:lnTo>
                  <a:pt x="42545" y="223011"/>
                </a:lnTo>
                <a:lnTo>
                  <a:pt x="40767" y="223519"/>
                </a:lnTo>
                <a:lnTo>
                  <a:pt x="39116" y="224154"/>
                </a:lnTo>
                <a:lnTo>
                  <a:pt x="36702" y="224535"/>
                </a:lnTo>
                <a:lnTo>
                  <a:pt x="33909" y="224916"/>
                </a:lnTo>
                <a:lnTo>
                  <a:pt x="30987" y="225297"/>
                </a:lnTo>
                <a:lnTo>
                  <a:pt x="27305" y="225424"/>
                </a:lnTo>
                <a:lnTo>
                  <a:pt x="22733" y="225424"/>
                </a:lnTo>
                <a:lnTo>
                  <a:pt x="18415" y="225424"/>
                </a:lnTo>
                <a:lnTo>
                  <a:pt x="14732" y="225297"/>
                </a:lnTo>
                <a:lnTo>
                  <a:pt x="11811" y="224916"/>
                </a:lnTo>
                <a:lnTo>
                  <a:pt x="8762" y="224535"/>
                </a:lnTo>
                <a:lnTo>
                  <a:pt x="6477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8" y="222249"/>
                </a:lnTo>
                <a:lnTo>
                  <a:pt x="1143" y="221233"/>
                </a:lnTo>
                <a:lnTo>
                  <a:pt x="381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6382"/>
                </a:lnTo>
                <a:lnTo>
                  <a:pt x="0" y="10921"/>
                </a:lnTo>
                <a:lnTo>
                  <a:pt x="1524" y="6857"/>
                </a:lnTo>
                <a:lnTo>
                  <a:pt x="4318" y="4063"/>
                </a:lnTo>
                <a:lnTo>
                  <a:pt x="7112" y="1396"/>
                </a:lnTo>
                <a:lnTo>
                  <a:pt x="10922" y="0"/>
                </a:lnTo>
                <a:lnTo>
                  <a:pt x="1549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280403" y="51065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4" y="0"/>
                </a:moveTo>
                <a:lnTo>
                  <a:pt x="68325" y="0"/>
                </a:lnTo>
                <a:lnTo>
                  <a:pt x="73660" y="0"/>
                </a:lnTo>
                <a:lnTo>
                  <a:pt x="78740" y="253"/>
                </a:lnTo>
                <a:lnTo>
                  <a:pt x="83566" y="634"/>
                </a:lnTo>
                <a:lnTo>
                  <a:pt x="88392" y="1015"/>
                </a:lnTo>
                <a:lnTo>
                  <a:pt x="94107" y="1904"/>
                </a:lnTo>
                <a:lnTo>
                  <a:pt x="100837" y="3301"/>
                </a:lnTo>
                <a:lnTo>
                  <a:pt x="107442" y="4571"/>
                </a:lnTo>
                <a:lnTo>
                  <a:pt x="114300" y="6984"/>
                </a:lnTo>
                <a:lnTo>
                  <a:pt x="121158" y="10667"/>
                </a:lnTo>
                <a:lnTo>
                  <a:pt x="128016" y="14223"/>
                </a:lnTo>
                <a:lnTo>
                  <a:pt x="152400" y="50799"/>
                </a:lnTo>
                <a:lnTo>
                  <a:pt x="153670" y="59054"/>
                </a:lnTo>
                <a:lnTo>
                  <a:pt x="153670" y="68198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7"/>
                </a:lnTo>
                <a:lnTo>
                  <a:pt x="45720" y="146557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8" y="220344"/>
                </a:lnTo>
                <a:lnTo>
                  <a:pt x="44576" y="221233"/>
                </a:lnTo>
                <a:lnTo>
                  <a:pt x="43815" y="222249"/>
                </a:lnTo>
                <a:lnTo>
                  <a:pt x="42545" y="223011"/>
                </a:lnTo>
                <a:lnTo>
                  <a:pt x="40767" y="223519"/>
                </a:lnTo>
                <a:lnTo>
                  <a:pt x="39116" y="224154"/>
                </a:lnTo>
                <a:lnTo>
                  <a:pt x="36703" y="224535"/>
                </a:lnTo>
                <a:lnTo>
                  <a:pt x="33909" y="224916"/>
                </a:lnTo>
                <a:lnTo>
                  <a:pt x="30987" y="225297"/>
                </a:lnTo>
                <a:lnTo>
                  <a:pt x="27305" y="225424"/>
                </a:lnTo>
                <a:lnTo>
                  <a:pt x="22733" y="225424"/>
                </a:lnTo>
                <a:lnTo>
                  <a:pt x="18415" y="225424"/>
                </a:lnTo>
                <a:lnTo>
                  <a:pt x="14732" y="225297"/>
                </a:lnTo>
                <a:lnTo>
                  <a:pt x="11811" y="224916"/>
                </a:lnTo>
                <a:lnTo>
                  <a:pt x="8762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8" y="222249"/>
                </a:lnTo>
                <a:lnTo>
                  <a:pt x="1143" y="221233"/>
                </a:lnTo>
                <a:lnTo>
                  <a:pt x="381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6382"/>
                </a:lnTo>
                <a:lnTo>
                  <a:pt x="0" y="10921"/>
                </a:lnTo>
                <a:lnTo>
                  <a:pt x="1524" y="6857"/>
                </a:lnTo>
                <a:lnTo>
                  <a:pt x="4318" y="4063"/>
                </a:lnTo>
                <a:lnTo>
                  <a:pt x="7112" y="1396"/>
                </a:lnTo>
                <a:lnTo>
                  <a:pt x="10922" y="0"/>
                </a:lnTo>
                <a:lnTo>
                  <a:pt x="1549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687440" y="5097398"/>
            <a:ext cx="165354" cy="24663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353811" y="51065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3"/>
                </a:lnTo>
                <a:lnTo>
                  <a:pt x="83565" y="634"/>
                </a:lnTo>
                <a:lnTo>
                  <a:pt x="88391" y="1015"/>
                </a:lnTo>
                <a:lnTo>
                  <a:pt x="94107" y="1904"/>
                </a:lnTo>
                <a:lnTo>
                  <a:pt x="100837" y="3301"/>
                </a:lnTo>
                <a:lnTo>
                  <a:pt x="107441" y="4571"/>
                </a:lnTo>
                <a:lnTo>
                  <a:pt x="114300" y="6984"/>
                </a:lnTo>
                <a:lnTo>
                  <a:pt x="121158" y="10667"/>
                </a:lnTo>
                <a:lnTo>
                  <a:pt x="128015" y="14223"/>
                </a:lnTo>
                <a:lnTo>
                  <a:pt x="152400" y="50799"/>
                </a:lnTo>
                <a:lnTo>
                  <a:pt x="153670" y="59054"/>
                </a:lnTo>
                <a:lnTo>
                  <a:pt x="153670" y="68198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7"/>
                </a:lnTo>
                <a:lnTo>
                  <a:pt x="45720" y="146557"/>
                </a:lnTo>
                <a:lnTo>
                  <a:pt x="45720" y="218185"/>
                </a:lnTo>
                <a:lnTo>
                  <a:pt x="45720" y="219328"/>
                </a:lnTo>
                <a:lnTo>
                  <a:pt x="45338" y="220344"/>
                </a:lnTo>
                <a:lnTo>
                  <a:pt x="44576" y="221233"/>
                </a:lnTo>
                <a:lnTo>
                  <a:pt x="43814" y="222249"/>
                </a:lnTo>
                <a:lnTo>
                  <a:pt x="42545" y="223011"/>
                </a:lnTo>
                <a:lnTo>
                  <a:pt x="40766" y="223519"/>
                </a:lnTo>
                <a:lnTo>
                  <a:pt x="39115" y="224154"/>
                </a:lnTo>
                <a:lnTo>
                  <a:pt x="36702" y="224535"/>
                </a:lnTo>
                <a:lnTo>
                  <a:pt x="33909" y="224916"/>
                </a:lnTo>
                <a:lnTo>
                  <a:pt x="30987" y="225297"/>
                </a:lnTo>
                <a:lnTo>
                  <a:pt x="27304" y="225424"/>
                </a:lnTo>
                <a:lnTo>
                  <a:pt x="22733" y="225424"/>
                </a:lnTo>
                <a:lnTo>
                  <a:pt x="18414" y="225424"/>
                </a:lnTo>
                <a:lnTo>
                  <a:pt x="14732" y="225297"/>
                </a:lnTo>
                <a:lnTo>
                  <a:pt x="11811" y="224916"/>
                </a:lnTo>
                <a:lnTo>
                  <a:pt x="8762" y="224535"/>
                </a:lnTo>
                <a:lnTo>
                  <a:pt x="6476" y="224154"/>
                </a:lnTo>
                <a:lnTo>
                  <a:pt x="4699" y="223519"/>
                </a:lnTo>
                <a:lnTo>
                  <a:pt x="3048" y="223011"/>
                </a:lnTo>
                <a:lnTo>
                  <a:pt x="1777" y="222249"/>
                </a:lnTo>
                <a:lnTo>
                  <a:pt x="1142" y="221233"/>
                </a:lnTo>
                <a:lnTo>
                  <a:pt x="380" y="220344"/>
                </a:lnTo>
                <a:lnTo>
                  <a:pt x="0" y="219328"/>
                </a:lnTo>
                <a:lnTo>
                  <a:pt x="0" y="218185"/>
                </a:lnTo>
                <a:lnTo>
                  <a:pt x="0" y="16382"/>
                </a:lnTo>
                <a:lnTo>
                  <a:pt x="0" y="10921"/>
                </a:lnTo>
                <a:lnTo>
                  <a:pt x="1524" y="6857"/>
                </a:lnTo>
                <a:lnTo>
                  <a:pt x="4317" y="4063"/>
                </a:lnTo>
                <a:lnTo>
                  <a:pt x="7112" y="1396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180076" y="51065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0"/>
                </a:lnTo>
                <a:lnTo>
                  <a:pt x="128397" y="888"/>
                </a:lnTo>
                <a:lnTo>
                  <a:pt x="129159" y="1523"/>
                </a:lnTo>
                <a:lnTo>
                  <a:pt x="129921" y="2539"/>
                </a:lnTo>
                <a:lnTo>
                  <a:pt x="130428" y="3936"/>
                </a:lnTo>
                <a:lnTo>
                  <a:pt x="131063" y="5333"/>
                </a:lnTo>
                <a:lnTo>
                  <a:pt x="131445" y="7238"/>
                </a:lnTo>
                <a:lnTo>
                  <a:pt x="131699" y="9524"/>
                </a:lnTo>
                <a:lnTo>
                  <a:pt x="132079" y="11810"/>
                </a:lnTo>
                <a:lnTo>
                  <a:pt x="132207" y="14604"/>
                </a:lnTo>
                <a:lnTo>
                  <a:pt x="132207" y="18033"/>
                </a:lnTo>
                <a:lnTo>
                  <a:pt x="132207" y="21335"/>
                </a:lnTo>
                <a:lnTo>
                  <a:pt x="132079" y="24002"/>
                </a:lnTo>
                <a:lnTo>
                  <a:pt x="131699" y="26288"/>
                </a:lnTo>
                <a:lnTo>
                  <a:pt x="131445" y="28574"/>
                </a:lnTo>
                <a:lnTo>
                  <a:pt x="131063" y="30352"/>
                </a:lnTo>
                <a:lnTo>
                  <a:pt x="130428" y="31749"/>
                </a:lnTo>
                <a:lnTo>
                  <a:pt x="129921" y="33146"/>
                </a:lnTo>
                <a:lnTo>
                  <a:pt x="129159" y="34162"/>
                </a:lnTo>
                <a:lnTo>
                  <a:pt x="128397" y="34797"/>
                </a:lnTo>
                <a:lnTo>
                  <a:pt x="127508" y="35432"/>
                </a:lnTo>
                <a:lnTo>
                  <a:pt x="126619" y="35813"/>
                </a:lnTo>
                <a:lnTo>
                  <a:pt x="125602" y="35813"/>
                </a:lnTo>
                <a:lnTo>
                  <a:pt x="45465" y="35813"/>
                </a:lnTo>
                <a:lnTo>
                  <a:pt x="45465" y="90550"/>
                </a:lnTo>
                <a:lnTo>
                  <a:pt x="113284" y="90550"/>
                </a:lnTo>
                <a:lnTo>
                  <a:pt x="114300" y="90550"/>
                </a:lnTo>
                <a:lnTo>
                  <a:pt x="120014" y="104774"/>
                </a:lnTo>
                <a:lnTo>
                  <a:pt x="120014" y="108076"/>
                </a:lnTo>
                <a:lnTo>
                  <a:pt x="120014" y="111378"/>
                </a:lnTo>
                <a:lnTo>
                  <a:pt x="119887" y="114172"/>
                </a:lnTo>
                <a:lnTo>
                  <a:pt x="119634" y="116331"/>
                </a:lnTo>
                <a:lnTo>
                  <a:pt x="119379" y="118617"/>
                </a:lnTo>
                <a:lnTo>
                  <a:pt x="114300" y="125348"/>
                </a:lnTo>
                <a:lnTo>
                  <a:pt x="113284" y="125348"/>
                </a:lnTo>
                <a:lnTo>
                  <a:pt x="45465" y="125348"/>
                </a:lnTo>
                <a:lnTo>
                  <a:pt x="45465" y="188721"/>
                </a:lnTo>
                <a:lnTo>
                  <a:pt x="126237" y="188721"/>
                </a:lnTo>
                <a:lnTo>
                  <a:pt x="127381" y="188721"/>
                </a:lnTo>
                <a:lnTo>
                  <a:pt x="128270" y="188975"/>
                </a:lnTo>
                <a:lnTo>
                  <a:pt x="129159" y="189610"/>
                </a:lnTo>
                <a:lnTo>
                  <a:pt x="130048" y="190245"/>
                </a:lnTo>
                <a:lnTo>
                  <a:pt x="133096" y="203199"/>
                </a:lnTo>
                <a:lnTo>
                  <a:pt x="133096" y="206501"/>
                </a:lnTo>
                <a:lnTo>
                  <a:pt x="133096" y="209930"/>
                </a:lnTo>
                <a:lnTo>
                  <a:pt x="127381" y="224408"/>
                </a:lnTo>
                <a:lnTo>
                  <a:pt x="126237" y="224408"/>
                </a:lnTo>
                <a:lnTo>
                  <a:pt x="13588" y="224408"/>
                </a:lnTo>
                <a:lnTo>
                  <a:pt x="9778" y="224408"/>
                </a:lnTo>
                <a:lnTo>
                  <a:pt x="6603" y="223265"/>
                </a:lnTo>
                <a:lnTo>
                  <a:pt x="3937" y="220979"/>
                </a:lnTo>
                <a:lnTo>
                  <a:pt x="1397" y="218820"/>
                </a:lnTo>
                <a:lnTo>
                  <a:pt x="0" y="215137"/>
                </a:lnTo>
                <a:lnTo>
                  <a:pt x="0" y="210057"/>
                </a:lnTo>
                <a:lnTo>
                  <a:pt x="0" y="14477"/>
                </a:lnTo>
                <a:lnTo>
                  <a:pt x="0" y="9397"/>
                </a:lnTo>
                <a:lnTo>
                  <a:pt x="1397" y="5714"/>
                </a:lnTo>
                <a:lnTo>
                  <a:pt x="3937" y="3428"/>
                </a:lnTo>
                <a:lnTo>
                  <a:pt x="6603" y="1142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982464" y="51065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0"/>
                </a:lnTo>
                <a:lnTo>
                  <a:pt x="167766" y="1015"/>
                </a:lnTo>
                <a:lnTo>
                  <a:pt x="168656" y="1650"/>
                </a:lnTo>
                <a:lnTo>
                  <a:pt x="169418" y="2666"/>
                </a:lnTo>
                <a:lnTo>
                  <a:pt x="169925" y="4063"/>
                </a:lnTo>
                <a:lnTo>
                  <a:pt x="170561" y="5587"/>
                </a:lnTo>
                <a:lnTo>
                  <a:pt x="170941" y="7492"/>
                </a:lnTo>
                <a:lnTo>
                  <a:pt x="171323" y="9905"/>
                </a:lnTo>
                <a:lnTo>
                  <a:pt x="171576" y="12318"/>
                </a:lnTo>
                <a:lnTo>
                  <a:pt x="171703" y="15366"/>
                </a:lnTo>
                <a:lnTo>
                  <a:pt x="171703" y="18795"/>
                </a:lnTo>
                <a:lnTo>
                  <a:pt x="171703" y="22097"/>
                </a:lnTo>
                <a:lnTo>
                  <a:pt x="169925" y="33019"/>
                </a:lnTo>
                <a:lnTo>
                  <a:pt x="169418" y="34543"/>
                </a:lnTo>
                <a:lnTo>
                  <a:pt x="168656" y="35559"/>
                </a:lnTo>
                <a:lnTo>
                  <a:pt x="167766" y="36321"/>
                </a:lnTo>
                <a:lnTo>
                  <a:pt x="166877" y="36956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5"/>
                </a:lnTo>
                <a:lnTo>
                  <a:pt x="108712" y="219328"/>
                </a:lnTo>
                <a:lnTo>
                  <a:pt x="108331" y="220344"/>
                </a:lnTo>
                <a:lnTo>
                  <a:pt x="107696" y="221233"/>
                </a:lnTo>
                <a:lnTo>
                  <a:pt x="106934" y="222249"/>
                </a:lnTo>
                <a:lnTo>
                  <a:pt x="105663" y="223011"/>
                </a:lnTo>
                <a:lnTo>
                  <a:pt x="103886" y="223519"/>
                </a:lnTo>
                <a:lnTo>
                  <a:pt x="102235" y="224154"/>
                </a:lnTo>
                <a:lnTo>
                  <a:pt x="99822" y="224535"/>
                </a:lnTo>
                <a:lnTo>
                  <a:pt x="96900" y="224916"/>
                </a:lnTo>
                <a:lnTo>
                  <a:pt x="93980" y="225297"/>
                </a:lnTo>
                <a:lnTo>
                  <a:pt x="90297" y="225424"/>
                </a:lnTo>
                <a:lnTo>
                  <a:pt x="85851" y="225424"/>
                </a:lnTo>
                <a:lnTo>
                  <a:pt x="81534" y="225424"/>
                </a:lnTo>
                <a:lnTo>
                  <a:pt x="67818" y="223519"/>
                </a:lnTo>
                <a:lnTo>
                  <a:pt x="66166" y="223011"/>
                </a:lnTo>
                <a:lnTo>
                  <a:pt x="64897" y="222249"/>
                </a:lnTo>
                <a:lnTo>
                  <a:pt x="64135" y="221233"/>
                </a:lnTo>
                <a:lnTo>
                  <a:pt x="63373" y="220344"/>
                </a:lnTo>
                <a:lnTo>
                  <a:pt x="62991" y="219328"/>
                </a:lnTo>
                <a:lnTo>
                  <a:pt x="62991" y="218185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6"/>
                </a:lnTo>
                <a:lnTo>
                  <a:pt x="3810" y="36321"/>
                </a:lnTo>
                <a:lnTo>
                  <a:pt x="3048" y="35559"/>
                </a:lnTo>
                <a:lnTo>
                  <a:pt x="2412" y="34543"/>
                </a:lnTo>
                <a:lnTo>
                  <a:pt x="1777" y="33019"/>
                </a:lnTo>
                <a:lnTo>
                  <a:pt x="1143" y="31622"/>
                </a:lnTo>
                <a:lnTo>
                  <a:pt x="762" y="29717"/>
                </a:lnTo>
                <a:lnTo>
                  <a:pt x="508" y="27304"/>
                </a:lnTo>
                <a:lnTo>
                  <a:pt x="253" y="25018"/>
                </a:lnTo>
                <a:lnTo>
                  <a:pt x="0" y="22097"/>
                </a:lnTo>
                <a:lnTo>
                  <a:pt x="0" y="18795"/>
                </a:lnTo>
                <a:lnTo>
                  <a:pt x="0" y="15366"/>
                </a:lnTo>
                <a:lnTo>
                  <a:pt x="253" y="12318"/>
                </a:lnTo>
                <a:lnTo>
                  <a:pt x="508" y="9905"/>
                </a:lnTo>
                <a:lnTo>
                  <a:pt x="762" y="7492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7057643" y="51059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6" y="0"/>
                </a:lnTo>
                <a:lnTo>
                  <a:pt x="172338" y="127"/>
                </a:lnTo>
                <a:lnTo>
                  <a:pt x="175005" y="381"/>
                </a:lnTo>
                <a:lnTo>
                  <a:pt x="177673" y="762"/>
                </a:lnTo>
                <a:lnTo>
                  <a:pt x="179704" y="1143"/>
                </a:lnTo>
                <a:lnTo>
                  <a:pt x="181101" y="1905"/>
                </a:lnTo>
                <a:lnTo>
                  <a:pt x="182625" y="2540"/>
                </a:lnTo>
                <a:lnTo>
                  <a:pt x="183641" y="3429"/>
                </a:lnTo>
                <a:lnTo>
                  <a:pt x="184150" y="4318"/>
                </a:lnTo>
                <a:lnTo>
                  <a:pt x="184784" y="5207"/>
                </a:lnTo>
                <a:lnTo>
                  <a:pt x="185038" y="6350"/>
                </a:lnTo>
                <a:lnTo>
                  <a:pt x="185038" y="7493"/>
                </a:lnTo>
                <a:lnTo>
                  <a:pt x="185038" y="209042"/>
                </a:lnTo>
                <a:lnTo>
                  <a:pt x="185038" y="211709"/>
                </a:lnTo>
                <a:lnTo>
                  <a:pt x="184657" y="214122"/>
                </a:lnTo>
                <a:lnTo>
                  <a:pt x="183641" y="216154"/>
                </a:lnTo>
                <a:lnTo>
                  <a:pt x="182752" y="218313"/>
                </a:lnTo>
                <a:lnTo>
                  <a:pt x="181482" y="219964"/>
                </a:lnTo>
                <a:lnTo>
                  <a:pt x="179958" y="221361"/>
                </a:lnTo>
                <a:lnTo>
                  <a:pt x="178434" y="222758"/>
                </a:lnTo>
                <a:lnTo>
                  <a:pt x="176529" y="223774"/>
                </a:lnTo>
                <a:lnTo>
                  <a:pt x="174371" y="224409"/>
                </a:lnTo>
                <a:lnTo>
                  <a:pt x="172211" y="225044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2" y="225425"/>
                </a:lnTo>
                <a:lnTo>
                  <a:pt x="144399" y="225425"/>
                </a:lnTo>
                <a:lnTo>
                  <a:pt x="140970" y="225044"/>
                </a:lnTo>
                <a:lnTo>
                  <a:pt x="138049" y="224155"/>
                </a:lnTo>
                <a:lnTo>
                  <a:pt x="135000" y="223393"/>
                </a:lnTo>
                <a:lnTo>
                  <a:pt x="132333" y="221869"/>
                </a:lnTo>
                <a:lnTo>
                  <a:pt x="129794" y="219710"/>
                </a:lnTo>
                <a:lnTo>
                  <a:pt x="127380" y="217678"/>
                </a:lnTo>
                <a:lnTo>
                  <a:pt x="124967" y="214757"/>
                </a:lnTo>
                <a:lnTo>
                  <a:pt x="122681" y="211074"/>
                </a:lnTo>
                <a:lnTo>
                  <a:pt x="120396" y="207391"/>
                </a:lnTo>
                <a:lnTo>
                  <a:pt x="117728" y="202692"/>
                </a:lnTo>
                <a:lnTo>
                  <a:pt x="114807" y="196977"/>
                </a:lnTo>
                <a:lnTo>
                  <a:pt x="59054" y="92075"/>
                </a:lnTo>
                <a:lnTo>
                  <a:pt x="55752" y="85852"/>
                </a:lnTo>
                <a:lnTo>
                  <a:pt x="52450" y="79121"/>
                </a:lnTo>
                <a:lnTo>
                  <a:pt x="49149" y="71882"/>
                </a:lnTo>
                <a:lnTo>
                  <a:pt x="45720" y="64643"/>
                </a:lnTo>
                <a:lnTo>
                  <a:pt x="42799" y="57658"/>
                </a:lnTo>
                <a:lnTo>
                  <a:pt x="40131" y="50800"/>
                </a:lnTo>
                <a:lnTo>
                  <a:pt x="39750" y="50800"/>
                </a:lnTo>
                <a:lnTo>
                  <a:pt x="40258" y="59055"/>
                </a:lnTo>
                <a:lnTo>
                  <a:pt x="40639" y="67437"/>
                </a:lnTo>
                <a:lnTo>
                  <a:pt x="40766" y="75692"/>
                </a:lnTo>
                <a:lnTo>
                  <a:pt x="40933" y="81930"/>
                </a:lnTo>
                <a:lnTo>
                  <a:pt x="41052" y="88265"/>
                </a:lnTo>
                <a:lnTo>
                  <a:pt x="41124" y="94694"/>
                </a:lnTo>
                <a:lnTo>
                  <a:pt x="41148" y="101219"/>
                </a:lnTo>
                <a:lnTo>
                  <a:pt x="41148" y="218567"/>
                </a:lnTo>
                <a:lnTo>
                  <a:pt x="41148" y="219837"/>
                </a:lnTo>
                <a:lnTo>
                  <a:pt x="40894" y="220853"/>
                </a:lnTo>
                <a:lnTo>
                  <a:pt x="40258" y="221742"/>
                </a:lnTo>
                <a:lnTo>
                  <a:pt x="39624" y="222631"/>
                </a:lnTo>
                <a:lnTo>
                  <a:pt x="30606" y="225552"/>
                </a:lnTo>
                <a:lnTo>
                  <a:pt x="27939" y="225933"/>
                </a:lnTo>
                <a:lnTo>
                  <a:pt x="24510" y="226060"/>
                </a:lnTo>
                <a:lnTo>
                  <a:pt x="20320" y="226060"/>
                </a:lnTo>
                <a:lnTo>
                  <a:pt x="16255" y="226060"/>
                </a:lnTo>
                <a:lnTo>
                  <a:pt x="0" y="219837"/>
                </a:lnTo>
                <a:lnTo>
                  <a:pt x="0" y="218567"/>
                </a:lnTo>
                <a:lnTo>
                  <a:pt x="0" y="17018"/>
                </a:lnTo>
                <a:lnTo>
                  <a:pt x="0" y="11557"/>
                </a:lnTo>
                <a:lnTo>
                  <a:pt x="1650" y="7493"/>
                </a:lnTo>
                <a:lnTo>
                  <a:pt x="4825" y="4699"/>
                </a:lnTo>
                <a:lnTo>
                  <a:pt x="8000" y="2032"/>
                </a:lnTo>
                <a:lnTo>
                  <a:pt x="11937" y="635"/>
                </a:lnTo>
                <a:lnTo>
                  <a:pt x="16509" y="635"/>
                </a:lnTo>
                <a:lnTo>
                  <a:pt x="41021" y="635"/>
                </a:lnTo>
                <a:lnTo>
                  <a:pt x="45338" y="635"/>
                </a:lnTo>
                <a:lnTo>
                  <a:pt x="49022" y="1016"/>
                </a:lnTo>
                <a:lnTo>
                  <a:pt x="52070" y="1778"/>
                </a:lnTo>
                <a:lnTo>
                  <a:pt x="55117" y="2540"/>
                </a:lnTo>
                <a:lnTo>
                  <a:pt x="57784" y="3810"/>
                </a:lnTo>
                <a:lnTo>
                  <a:pt x="60198" y="5588"/>
                </a:lnTo>
                <a:lnTo>
                  <a:pt x="62483" y="7239"/>
                </a:lnTo>
                <a:lnTo>
                  <a:pt x="73278" y="24130"/>
                </a:lnTo>
                <a:lnTo>
                  <a:pt x="116966" y="106045"/>
                </a:lnTo>
                <a:lnTo>
                  <a:pt x="119506" y="111125"/>
                </a:lnTo>
                <a:lnTo>
                  <a:pt x="121920" y="115951"/>
                </a:lnTo>
                <a:lnTo>
                  <a:pt x="124459" y="120777"/>
                </a:lnTo>
                <a:lnTo>
                  <a:pt x="127000" y="125603"/>
                </a:lnTo>
                <a:lnTo>
                  <a:pt x="129412" y="130302"/>
                </a:lnTo>
                <a:lnTo>
                  <a:pt x="131699" y="135128"/>
                </a:lnTo>
                <a:lnTo>
                  <a:pt x="133984" y="139954"/>
                </a:lnTo>
                <a:lnTo>
                  <a:pt x="136271" y="144653"/>
                </a:lnTo>
                <a:lnTo>
                  <a:pt x="138429" y="149225"/>
                </a:lnTo>
                <a:lnTo>
                  <a:pt x="140588" y="153924"/>
                </a:lnTo>
                <a:lnTo>
                  <a:pt x="142748" y="158496"/>
                </a:lnTo>
                <a:lnTo>
                  <a:pt x="144779" y="163195"/>
                </a:lnTo>
                <a:lnTo>
                  <a:pt x="145033" y="163195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5"/>
                </a:lnTo>
                <a:lnTo>
                  <a:pt x="144017" y="129032"/>
                </a:lnTo>
                <a:lnTo>
                  <a:pt x="144017" y="120650"/>
                </a:lnTo>
                <a:lnTo>
                  <a:pt x="144017" y="112649"/>
                </a:lnTo>
                <a:lnTo>
                  <a:pt x="144017" y="7493"/>
                </a:lnTo>
                <a:lnTo>
                  <a:pt x="144017" y="6350"/>
                </a:lnTo>
                <a:lnTo>
                  <a:pt x="144272" y="5207"/>
                </a:lnTo>
                <a:lnTo>
                  <a:pt x="145033" y="4318"/>
                </a:lnTo>
                <a:lnTo>
                  <a:pt x="145669" y="3429"/>
                </a:lnTo>
                <a:lnTo>
                  <a:pt x="146811" y="2540"/>
                </a:lnTo>
                <a:lnTo>
                  <a:pt x="148462" y="1905"/>
                </a:lnTo>
                <a:lnTo>
                  <a:pt x="150113" y="1143"/>
                </a:lnTo>
                <a:lnTo>
                  <a:pt x="152273" y="762"/>
                </a:lnTo>
                <a:lnTo>
                  <a:pt x="154939" y="381"/>
                </a:lnTo>
                <a:lnTo>
                  <a:pt x="157606" y="127"/>
                </a:lnTo>
                <a:lnTo>
                  <a:pt x="160908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963156" y="51055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5">
                <a:moveTo>
                  <a:pt x="22987" y="0"/>
                </a:moveTo>
                <a:lnTo>
                  <a:pt x="27432" y="0"/>
                </a:lnTo>
                <a:lnTo>
                  <a:pt x="31115" y="254"/>
                </a:lnTo>
                <a:lnTo>
                  <a:pt x="44703" y="4191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6"/>
                </a:lnTo>
                <a:lnTo>
                  <a:pt x="45847" y="219202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6"/>
                </a:lnTo>
                <a:lnTo>
                  <a:pt x="42672" y="224028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7" y="225552"/>
                </a:lnTo>
                <a:lnTo>
                  <a:pt x="34036" y="225933"/>
                </a:lnTo>
                <a:lnTo>
                  <a:pt x="31115" y="226314"/>
                </a:lnTo>
                <a:lnTo>
                  <a:pt x="27432" y="226441"/>
                </a:lnTo>
                <a:lnTo>
                  <a:pt x="22987" y="226441"/>
                </a:lnTo>
                <a:lnTo>
                  <a:pt x="18542" y="226441"/>
                </a:lnTo>
                <a:lnTo>
                  <a:pt x="14859" y="226314"/>
                </a:lnTo>
                <a:lnTo>
                  <a:pt x="11938" y="225933"/>
                </a:lnTo>
                <a:lnTo>
                  <a:pt x="9017" y="225552"/>
                </a:lnTo>
                <a:lnTo>
                  <a:pt x="6603" y="225171"/>
                </a:lnTo>
                <a:lnTo>
                  <a:pt x="4952" y="224536"/>
                </a:lnTo>
                <a:lnTo>
                  <a:pt x="3175" y="224028"/>
                </a:lnTo>
                <a:lnTo>
                  <a:pt x="1904" y="223266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2"/>
                </a:lnTo>
                <a:lnTo>
                  <a:pt x="0" y="7366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1"/>
                </a:lnTo>
                <a:lnTo>
                  <a:pt x="1904" y="3302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757416" y="5105527"/>
            <a:ext cx="178435" cy="226695"/>
          </a:xfrm>
          <a:custGeom>
            <a:avLst/>
            <a:gdLst/>
            <a:ahLst/>
            <a:cxnLst/>
            <a:rect l="l" t="t" r="r" b="b"/>
            <a:pathLst>
              <a:path w="178434" h="226695">
                <a:moveTo>
                  <a:pt x="24002" y="0"/>
                </a:moveTo>
                <a:lnTo>
                  <a:pt x="29336" y="0"/>
                </a:lnTo>
                <a:lnTo>
                  <a:pt x="33527" y="127"/>
                </a:lnTo>
                <a:lnTo>
                  <a:pt x="48386" y="4191"/>
                </a:lnTo>
                <a:lnTo>
                  <a:pt x="49275" y="5206"/>
                </a:lnTo>
                <a:lnTo>
                  <a:pt x="50037" y="6604"/>
                </a:lnTo>
                <a:lnTo>
                  <a:pt x="50926" y="8128"/>
                </a:lnTo>
                <a:lnTo>
                  <a:pt x="75818" y="63373"/>
                </a:lnTo>
                <a:lnTo>
                  <a:pt x="90169" y="98679"/>
                </a:lnTo>
                <a:lnTo>
                  <a:pt x="90550" y="98679"/>
                </a:lnTo>
                <a:lnTo>
                  <a:pt x="92836" y="92456"/>
                </a:lnTo>
                <a:lnTo>
                  <a:pt x="94995" y="86360"/>
                </a:lnTo>
                <a:lnTo>
                  <a:pt x="97281" y="80518"/>
                </a:lnTo>
                <a:lnTo>
                  <a:pt x="99694" y="74549"/>
                </a:lnTo>
                <a:lnTo>
                  <a:pt x="101853" y="68961"/>
                </a:lnTo>
                <a:lnTo>
                  <a:pt x="104139" y="63627"/>
                </a:lnTo>
                <a:lnTo>
                  <a:pt x="128777" y="8890"/>
                </a:lnTo>
                <a:lnTo>
                  <a:pt x="129285" y="6985"/>
                </a:lnTo>
                <a:lnTo>
                  <a:pt x="130048" y="5587"/>
                </a:lnTo>
                <a:lnTo>
                  <a:pt x="130936" y="4445"/>
                </a:lnTo>
                <a:lnTo>
                  <a:pt x="131699" y="3302"/>
                </a:lnTo>
                <a:lnTo>
                  <a:pt x="133095" y="2412"/>
                </a:lnTo>
                <a:lnTo>
                  <a:pt x="134747" y="1778"/>
                </a:lnTo>
                <a:lnTo>
                  <a:pt x="136525" y="1016"/>
                </a:lnTo>
                <a:lnTo>
                  <a:pt x="138937" y="635"/>
                </a:lnTo>
                <a:lnTo>
                  <a:pt x="141858" y="381"/>
                </a:lnTo>
                <a:lnTo>
                  <a:pt x="144906" y="127"/>
                </a:lnTo>
                <a:lnTo>
                  <a:pt x="148843" y="0"/>
                </a:lnTo>
                <a:lnTo>
                  <a:pt x="153924" y="0"/>
                </a:lnTo>
                <a:lnTo>
                  <a:pt x="160400" y="0"/>
                </a:lnTo>
                <a:lnTo>
                  <a:pt x="165607" y="127"/>
                </a:lnTo>
                <a:lnTo>
                  <a:pt x="169163" y="508"/>
                </a:lnTo>
                <a:lnTo>
                  <a:pt x="172847" y="762"/>
                </a:lnTo>
                <a:lnTo>
                  <a:pt x="175386" y="1524"/>
                </a:lnTo>
                <a:lnTo>
                  <a:pt x="176656" y="2667"/>
                </a:lnTo>
                <a:lnTo>
                  <a:pt x="178053" y="3937"/>
                </a:lnTo>
                <a:lnTo>
                  <a:pt x="178307" y="5715"/>
                </a:lnTo>
                <a:lnTo>
                  <a:pt x="177673" y="8128"/>
                </a:lnTo>
                <a:lnTo>
                  <a:pt x="176910" y="10541"/>
                </a:lnTo>
                <a:lnTo>
                  <a:pt x="175513" y="13843"/>
                </a:lnTo>
                <a:lnTo>
                  <a:pt x="173481" y="18034"/>
                </a:lnTo>
                <a:lnTo>
                  <a:pt x="112140" y="140335"/>
                </a:lnTo>
                <a:lnTo>
                  <a:pt x="112140" y="219202"/>
                </a:lnTo>
                <a:lnTo>
                  <a:pt x="112140" y="220345"/>
                </a:lnTo>
                <a:lnTo>
                  <a:pt x="111759" y="221361"/>
                </a:lnTo>
                <a:lnTo>
                  <a:pt x="110998" y="222250"/>
                </a:lnTo>
                <a:lnTo>
                  <a:pt x="110235" y="223266"/>
                </a:lnTo>
                <a:lnTo>
                  <a:pt x="108965" y="224028"/>
                </a:lnTo>
                <a:lnTo>
                  <a:pt x="107187" y="224536"/>
                </a:lnTo>
                <a:lnTo>
                  <a:pt x="105536" y="225171"/>
                </a:lnTo>
                <a:lnTo>
                  <a:pt x="103124" y="225552"/>
                </a:lnTo>
                <a:lnTo>
                  <a:pt x="100202" y="225933"/>
                </a:lnTo>
                <a:lnTo>
                  <a:pt x="97281" y="226314"/>
                </a:lnTo>
                <a:lnTo>
                  <a:pt x="93599" y="226441"/>
                </a:lnTo>
                <a:lnTo>
                  <a:pt x="89153" y="226441"/>
                </a:lnTo>
                <a:lnTo>
                  <a:pt x="84708" y="226441"/>
                </a:lnTo>
                <a:lnTo>
                  <a:pt x="81025" y="226314"/>
                </a:lnTo>
                <a:lnTo>
                  <a:pt x="78104" y="225933"/>
                </a:lnTo>
                <a:lnTo>
                  <a:pt x="75183" y="225552"/>
                </a:lnTo>
                <a:lnTo>
                  <a:pt x="72898" y="225171"/>
                </a:lnTo>
                <a:lnTo>
                  <a:pt x="71119" y="224536"/>
                </a:lnTo>
                <a:lnTo>
                  <a:pt x="69341" y="224028"/>
                </a:lnTo>
                <a:lnTo>
                  <a:pt x="68072" y="223266"/>
                </a:lnTo>
                <a:lnTo>
                  <a:pt x="67309" y="222250"/>
                </a:lnTo>
                <a:lnTo>
                  <a:pt x="66675" y="221361"/>
                </a:lnTo>
                <a:lnTo>
                  <a:pt x="66293" y="220345"/>
                </a:lnTo>
                <a:lnTo>
                  <a:pt x="66293" y="219202"/>
                </a:lnTo>
                <a:lnTo>
                  <a:pt x="66293" y="140335"/>
                </a:lnTo>
                <a:lnTo>
                  <a:pt x="4952" y="18034"/>
                </a:lnTo>
                <a:lnTo>
                  <a:pt x="0" y="5715"/>
                </a:lnTo>
                <a:lnTo>
                  <a:pt x="380" y="3937"/>
                </a:lnTo>
                <a:lnTo>
                  <a:pt x="1777" y="2667"/>
                </a:lnTo>
                <a:lnTo>
                  <a:pt x="3048" y="1524"/>
                </a:lnTo>
                <a:lnTo>
                  <a:pt x="5460" y="762"/>
                </a:lnTo>
                <a:lnTo>
                  <a:pt x="9143" y="508"/>
                </a:lnTo>
                <a:lnTo>
                  <a:pt x="12700" y="127"/>
                </a:lnTo>
                <a:lnTo>
                  <a:pt x="17652" y="0"/>
                </a:lnTo>
                <a:lnTo>
                  <a:pt x="24002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658356" y="5105527"/>
            <a:ext cx="123825" cy="225425"/>
          </a:xfrm>
          <a:custGeom>
            <a:avLst/>
            <a:gdLst/>
            <a:ahLst/>
            <a:cxnLst/>
            <a:rect l="l" t="t" r="r" b="b"/>
            <a:pathLst>
              <a:path w="123825" h="225425">
                <a:moveTo>
                  <a:pt x="22987" y="0"/>
                </a:moveTo>
                <a:lnTo>
                  <a:pt x="27432" y="0"/>
                </a:lnTo>
                <a:lnTo>
                  <a:pt x="31115" y="254"/>
                </a:lnTo>
                <a:lnTo>
                  <a:pt x="44703" y="4191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6"/>
                </a:lnTo>
                <a:lnTo>
                  <a:pt x="45847" y="187833"/>
                </a:lnTo>
                <a:lnTo>
                  <a:pt x="116459" y="187833"/>
                </a:lnTo>
                <a:lnTo>
                  <a:pt x="117601" y="187833"/>
                </a:lnTo>
                <a:lnTo>
                  <a:pt x="118618" y="188087"/>
                </a:lnTo>
                <a:lnTo>
                  <a:pt x="119379" y="188722"/>
                </a:lnTo>
                <a:lnTo>
                  <a:pt x="120269" y="189357"/>
                </a:lnTo>
                <a:lnTo>
                  <a:pt x="121030" y="190373"/>
                </a:lnTo>
                <a:lnTo>
                  <a:pt x="123317" y="202946"/>
                </a:lnTo>
                <a:lnTo>
                  <a:pt x="123317" y="206375"/>
                </a:lnTo>
                <a:lnTo>
                  <a:pt x="123317" y="209804"/>
                </a:lnTo>
                <a:lnTo>
                  <a:pt x="117601" y="225425"/>
                </a:lnTo>
                <a:lnTo>
                  <a:pt x="116459" y="225425"/>
                </a:lnTo>
                <a:lnTo>
                  <a:pt x="13589" y="225425"/>
                </a:lnTo>
                <a:lnTo>
                  <a:pt x="9778" y="225425"/>
                </a:lnTo>
                <a:lnTo>
                  <a:pt x="6603" y="224282"/>
                </a:lnTo>
                <a:lnTo>
                  <a:pt x="3937" y="221996"/>
                </a:lnTo>
                <a:lnTo>
                  <a:pt x="1397" y="219837"/>
                </a:lnTo>
                <a:lnTo>
                  <a:pt x="0" y="216154"/>
                </a:lnTo>
                <a:lnTo>
                  <a:pt x="0" y="211074"/>
                </a:lnTo>
                <a:lnTo>
                  <a:pt x="0" y="7366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1"/>
                </a:lnTo>
                <a:lnTo>
                  <a:pt x="1904" y="3302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045327" y="51055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10" h="226695">
                <a:moveTo>
                  <a:pt x="101600" y="0"/>
                </a:moveTo>
                <a:lnTo>
                  <a:pt x="108331" y="0"/>
                </a:lnTo>
                <a:lnTo>
                  <a:pt x="113792" y="127"/>
                </a:lnTo>
                <a:lnTo>
                  <a:pt x="204088" y="208407"/>
                </a:lnTo>
                <a:lnTo>
                  <a:pt x="206628" y="218313"/>
                </a:lnTo>
                <a:lnTo>
                  <a:pt x="207010" y="220726"/>
                </a:lnTo>
                <a:lnTo>
                  <a:pt x="190753" y="226441"/>
                </a:lnTo>
                <a:lnTo>
                  <a:pt x="185165" y="226441"/>
                </a:lnTo>
                <a:lnTo>
                  <a:pt x="179197" y="226441"/>
                </a:lnTo>
                <a:lnTo>
                  <a:pt x="174625" y="226441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65608" y="225679"/>
                </a:lnTo>
                <a:lnTo>
                  <a:pt x="163830" y="225171"/>
                </a:lnTo>
                <a:lnTo>
                  <a:pt x="162051" y="224663"/>
                </a:lnTo>
                <a:lnTo>
                  <a:pt x="158496" y="219329"/>
                </a:lnTo>
                <a:lnTo>
                  <a:pt x="143383" y="174244"/>
                </a:lnTo>
                <a:lnTo>
                  <a:pt x="59055" y="174244"/>
                </a:lnTo>
                <a:lnTo>
                  <a:pt x="44831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6"/>
                </a:lnTo>
                <a:lnTo>
                  <a:pt x="41148" y="224155"/>
                </a:lnTo>
                <a:lnTo>
                  <a:pt x="39370" y="224790"/>
                </a:lnTo>
                <a:lnTo>
                  <a:pt x="37719" y="225425"/>
                </a:lnTo>
                <a:lnTo>
                  <a:pt x="35306" y="225933"/>
                </a:lnTo>
                <a:lnTo>
                  <a:pt x="32258" y="226060"/>
                </a:lnTo>
                <a:lnTo>
                  <a:pt x="29210" y="226314"/>
                </a:lnTo>
                <a:lnTo>
                  <a:pt x="25273" y="226441"/>
                </a:lnTo>
                <a:lnTo>
                  <a:pt x="20193" y="226441"/>
                </a:lnTo>
                <a:lnTo>
                  <a:pt x="14986" y="226441"/>
                </a:lnTo>
                <a:lnTo>
                  <a:pt x="1524" y="223393"/>
                </a:lnTo>
                <a:lnTo>
                  <a:pt x="381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5" y="215392"/>
                </a:lnTo>
                <a:lnTo>
                  <a:pt x="1524" y="212090"/>
                </a:lnTo>
                <a:lnTo>
                  <a:pt x="2921" y="208026"/>
                </a:lnTo>
                <a:lnTo>
                  <a:pt x="72136" y="9017"/>
                </a:lnTo>
                <a:lnTo>
                  <a:pt x="72771" y="7112"/>
                </a:lnTo>
                <a:lnTo>
                  <a:pt x="73660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95631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279131" y="51027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3"/>
                </a:lnTo>
                <a:lnTo>
                  <a:pt x="179070" y="13081"/>
                </a:lnTo>
                <a:lnTo>
                  <a:pt x="183007" y="15240"/>
                </a:lnTo>
                <a:lnTo>
                  <a:pt x="185800" y="17145"/>
                </a:lnTo>
                <a:lnTo>
                  <a:pt x="187325" y="18796"/>
                </a:lnTo>
                <a:lnTo>
                  <a:pt x="188849" y="20447"/>
                </a:lnTo>
                <a:lnTo>
                  <a:pt x="189992" y="22733"/>
                </a:lnTo>
                <a:lnTo>
                  <a:pt x="190626" y="25654"/>
                </a:lnTo>
                <a:lnTo>
                  <a:pt x="191389" y="28575"/>
                </a:lnTo>
                <a:lnTo>
                  <a:pt x="191770" y="32893"/>
                </a:lnTo>
                <a:lnTo>
                  <a:pt x="191770" y="38735"/>
                </a:lnTo>
                <a:lnTo>
                  <a:pt x="191770" y="42037"/>
                </a:lnTo>
                <a:lnTo>
                  <a:pt x="191516" y="44958"/>
                </a:lnTo>
                <a:lnTo>
                  <a:pt x="191262" y="47371"/>
                </a:lnTo>
                <a:lnTo>
                  <a:pt x="191008" y="49784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10" y="56007"/>
                </a:lnTo>
                <a:lnTo>
                  <a:pt x="178181" y="53975"/>
                </a:lnTo>
                <a:lnTo>
                  <a:pt x="174878" y="51943"/>
                </a:lnTo>
                <a:lnTo>
                  <a:pt x="170434" y="49657"/>
                </a:lnTo>
                <a:lnTo>
                  <a:pt x="164846" y="47244"/>
                </a:lnTo>
                <a:lnTo>
                  <a:pt x="159258" y="44831"/>
                </a:lnTo>
                <a:lnTo>
                  <a:pt x="152653" y="42545"/>
                </a:lnTo>
                <a:lnTo>
                  <a:pt x="118237" y="37338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6" y="115697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6"/>
                </a:lnTo>
                <a:lnTo>
                  <a:pt x="116840" y="194056"/>
                </a:lnTo>
                <a:lnTo>
                  <a:pt x="121920" y="194056"/>
                </a:lnTo>
                <a:lnTo>
                  <a:pt x="145796" y="135128"/>
                </a:lnTo>
                <a:lnTo>
                  <a:pt x="103250" y="135128"/>
                </a:lnTo>
                <a:lnTo>
                  <a:pt x="101219" y="135128"/>
                </a:lnTo>
                <a:lnTo>
                  <a:pt x="99568" y="133858"/>
                </a:lnTo>
                <a:lnTo>
                  <a:pt x="98425" y="131191"/>
                </a:lnTo>
                <a:lnTo>
                  <a:pt x="97282" y="128651"/>
                </a:lnTo>
                <a:lnTo>
                  <a:pt x="96647" y="124206"/>
                </a:lnTo>
                <a:lnTo>
                  <a:pt x="96647" y="117983"/>
                </a:lnTo>
                <a:lnTo>
                  <a:pt x="96647" y="114681"/>
                </a:lnTo>
                <a:lnTo>
                  <a:pt x="96900" y="112014"/>
                </a:lnTo>
                <a:lnTo>
                  <a:pt x="97154" y="109855"/>
                </a:lnTo>
                <a:lnTo>
                  <a:pt x="97409" y="107569"/>
                </a:lnTo>
                <a:lnTo>
                  <a:pt x="102235" y="100584"/>
                </a:lnTo>
                <a:lnTo>
                  <a:pt x="103250" y="100584"/>
                </a:lnTo>
                <a:lnTo>
                  <a:pt x="179070" y="100584"/>
                </a:lnTo>
                <a:lnTo>
                  <a:pt x="180975" y="100584"/>
                </a:lnTo>
                <a:lnTo>
                  <a:pt x="182499" y="100965"/>
                </a:lnTo>
                <a:lnTo>
                  <a:pt x="191262" y="112903"/>
                </a:lnTo>
                <a:lnTo>
                  <a:pt x="191262" y="115189"/>
                </a:lnTo>
                <a:lnTo>
                  <a:pt x="191262" y="204470"/>
                </a:lnTo>
                <a:lnTo>
                  <a:pt x="191262" y="207899"/>
                </a:lnTo>
                <a:lnTo>
                  <a:pt x="190626" y="210947"/>
                </a:lnTo>
                <a:lnTo>
                  <a:pt x="189357" y="213614"/>
                </a:lnTo>
                <a:lnTo>
                  <a:pt x="188214" y="216154"/>
                </a:lnTo>
                <a:lnTo>
                  <a:pt x="185674" y="218186"/>
                </a:lnTo>
                <a:lnTo>
                  <a:pt x="181864" y="219710"/>
                </a:lnTo>
                <a:lnTo>
                  <a:pt x="178181" y="221234"/>
                </a:lnTo>
                <a:lnTo>
                  <a:pt x="138811" y="230632"/>
                </a:lnTo>
                <a:lnTo>
                  <a:pt x="132715" y="231140"/>
                </a:lnTo>
                <a:lnTo>
                  <a:pt x="126619" y="231775"/>
                </a:lnTo>
                <a:lnTo>
                  <a:pt x="120523" y="232029"/>
                </a:lnTo>
                <a:lnTo>
                  <a:pt x="114426" y="232029"/>
                </a:lnTo>
                <a:lnTo>
                  <a:pt x="66294" y="224282"/>
                </a:lnTo>
                <a:lnTo>
                  <a:pt x="30352" y="201930"/>
                </a:lnTo>
                <a:lnTo>
                  <a:pt x="7747" y="166243"/>
                </a:lnTo>
                <a:lnTo>
                  <a:pt x="0" y="118491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826761" y="51026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6774" y="178943"/>
                </a:lnTo>
                <a:lnTo>
                  <a:pt x="98425" y="175387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88646" y="146939"/>
                </a:lnTo>
                <a:lnTo>
                  <a:pt x="84200" y="144145"/>
                </a:lnTo>
                <a:lnTo>
                  <a:pt x="79755" y="141351"/>
                </a:lnTo>
                <a:lnTo>
                  <a:pt x="74675" y="138684"/>
                </a:lnTo>
                <a:lnTo>
                  <a:pt x="68961" y="136144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81000" y="4267200"/>
            <a:ext cx="2514600" cy="187909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845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761" y="0"/>
            <a:ext cx="2514600" cy="6858000"/>
          </a:xfrm>
          <a:custGeom>
            <a:avLst/>
            <a:gdLst/>
            <a:ahLst/>
            <a:cxnLst/>
            <a:rect l="l" t="t" r="r" b="b"/>
            <a:pathLst>
              <a:path w="2514600" h="6858000">
                <a:moveTo>
                  <a:pt x="2512359" y="0"/>
                </a:moveTo>
                <a:lnTo>
                  <a:pt x="2241" y="0"/>
                </a:lnTo>
                <a:lnTo>
                  <a:pt x="0" y="38861"/>
                </a:lnTo>
                <a:lnTo>
                  <a:pt x="0" y="6668261"/>
                </a:lnTo>
                <a:lnTo>
                  <a:pt x="2819" y="6717137"/>
                </a:lnTo>
                <a:lnTo>
                  <a:pt x="11068" y="6764356"/>
                </a:lnTo>
                <a:lnTo>
                  <a:pt x="24433" y="6809606"/>
                </a:lnTo>
                <a:lnTo>
                  <a:pt x="42598" y="6852570"/>
                </a:lnTo>
                <a:lnTo>
                  <a:pt x="45643" y="6857996"/>
                </a:lnTo>
                <a:lnTo>
                  <a:pt x="2468967" y="6857996"/>
                </a:lnTo>
                <a:lnTo>
                  <a:pt x="2490173" y="6809606"/>
                </a:lnTo>
                <a:lnTo>
                  <a:pt x="2503534" y="6764356"/>
                </a:lnTo>
                <a:lnTo>
                  <a:pt x="2511781" y="6717137"/>
                </a:lnTo>
                <a:lnTo>
                  <a:pt x="2514600" y="6668261"/>
                </a:lnTo>
                <a:lnTo>
                  <a:pt x="2514600" y="38861"/>
                </a:lnTo>
                <a:lnTo>
                  <a:pt x="2512359" y="0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1761" y="0"/>
            <a:ext cx="2540" cy="39370"/>
          </a:xfrm>
          <a:custGeom>
            <a:avLst/>
            <a:gdLst/>
            <a:ahLst/>
            <a:cxnLst/>
            <a:rect l="l" t="t" r="r" b="b"/>
            <a:pathLst>
              <a:path w="2539" h="39370">
                <a:moveTo>
                  <a:pt x="0" y="38861"/>
                </a:moveTo>
                <a:lnTo>
                  <a:pt x="2241" y="0"/>
                </a:lnTo>
              </a:path>
            </a:pathLst>
          </a:custGeom>
          <a:ln w="25908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0729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3391" y="0"/>
                </a:moveTo>
                <a:lnTo>
                  <a:pt x="45632" y="38861"/>
                </a:lnTo>
                <a:lnTo>
                  <a:pt x="45632" y="6668261"/>
                </a:lnTo>
                <a:lnTo>
                  <a:pt x="42813" y="6717137"/>
                </a:lnTo>
                <a:lnTo>
                  <a:pt x="34566" y="6764356"/>
                </a:lnTo>
                <a:lnTo>
                  <a:pt x="21205" y="6809606"/>
                </a:lnTo>
                <a:lnTo>
                  <a:pt x="3044" y="6852570"/>
                </a:lnTo>
                <a:lnTo>
                  <a:pt x="0" y="6857996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761" y="38861"/>
            <a:ext cx="45720" cy="6819265"/>
          </a:xfrm>
          <a:custGeom>
            <a:avLst/>
            <a:gdLst/>
            <a:ahLst/>
            <a:cxnLst/>
            <a:rect l="l" t="t" r="r" b="b"/>
            <a:pathLst>
              <a:path w="45720" h="6819265">
                <a:moveTo>
                  <a:pt x="45643" y="6819134"/>
                </a:moveTo>
                <a:lnTo>
                  <a:pt x="24433" y="6770744"/>
                </a:lnTo>
                <a:lnTo>
                  <a:pt x="11068" y="6725494"/>
                </a:lnTo>
                <a:lnTo>
                  <a:pt x="2819" y="6678275"/>
                </a:lnTo>
                <a:lnTo>
                  <a:pt x="0" y="6629400"/>
                </a:lnTo>
                <a:lnTo>
                  <a:pt x="0" y="0"/>
                </a:lnTo>
              </a:path>
            </a:pathLst>
          </a:custGeom>
          <a:ln w="25907">
            <a:solidFill>
              <a:srgbClr val="C4BC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1104" y="1937004"/>
            <a:ext cx="949451" cy="429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716" y="1965960"/>
            <a:ext cx="876300" cy="356870"/>
          </a:xfrm>
          <a:custGeom>
            <a:avLst/>
            <a:gdLst/>
            <a:ahLst/>
            <a:cxnLst/>
            <a:rect l="l" t="t" r="r" b="b"/>
            <a:pathLst>
              <a:path w="876300" h="356869">
                <a:moveTo>
                  <a:pt x="865530" y="1650"/>
                </a:moveTo>
                <a:lnTo>
                  <a:pt x="681456" y="1650"/>
                </a:lnTo>
                <a:lnTo>
                  <a:pt x="676402" y="3428"/>
                </a:lnTo>
                <a:lnTo>
                  <a:pt x="668210" y="10540"/>
                </a:lnTo>
                <a:lnTo>
                  <a:pt x="666165" y="16382"/>
                </a:lnTo>
                <a:lnTo>
                  <a:pt x="666165" y="340487"/>
                </a:lnTo>
                <a:lnTo>
                  <a:pt x="668210" y="346201"/>
                </a:lnTo>
                <a:lnTo>
                  <a:pt x="676402" y="353313"/>
                </a:lnTo>
                <a:lnTo>
                  <a:pt x="681456" y="355091"/>
                </a:lnTo>
                <a:lnTo>
                  <a:pt x="866673" y="355091"/>
                </a:lnTo>
                <a:lnTo>
                  <a:pt x="874928" y="340232"/>
                </a:lnTo>
                <a:lnTo>
                  <a:pt x="875436" y="336676"/>
                </a:lnTo>
                <a:lnTo>
                  <a:pt x="875690" y="332231"/>
                </a:lnTo>
                <a:lnTo>
                  <a:pt x="875690" y="321690"/>
                </a:lnTo>
                <a:lnTo>
                  <a:pt x="875436" y="317245"/>
                </a:lnTo>
                <a:lnTo>
                  <a:pt x="874928" y="313689"/>
                </a:lnTo>
                <a:lnTo>
                  <a:pt x="874547" y="310134"/>
                </a:lnTo>
                <a:lnTo>
                  <a:pt x="866673" y="298830"/>
                </a:lnTo>
                <a:lnTo>
                  <a:pt x="737717" y="298830"/>
                </a:lnTo>
                <a:lnTo>
                  <a:pt x="737717" y="199136"/>
                </a:lnTo>
                <a:lnTo>
                  <a:pt x="846099" y="199136"/>
                </a:lnTo>
                <a:lnTo>
                  <a:pt x="847623" y="198754"/>
                </a:lnTo>
                <a:lnTo>
                  <a:pt x="849020" y="197738"/>
                </a:lnTo>
                <a:lnTo>
                  <a:pt x="850417" y="196850"/>
                </a:lnTo>
                <a:lnTo>
                  <a:pt x="855116" y="177164"/>
                </a:lnTo>
                <a:lnTo>
                  <a:pt x="855116" y="166750"/>
                </a:lnTo>
                <a:lnTo>
                  <a:pt x="846099" y="144272"/>
                </a:lnTo>
                <a:lnTo>
                  <a:pt x="737717" y="144272"/>
                </a:lnTo>
                <a:lnTo>
                  <a:pt x="737717" y="57912"/>
                </a:lnTo>
                <a:lnTo>
                  <a:pt x="865530" y="57912"/>
                </a:lnTo>
                <a:lnTo>
                  <a:pt x="866927" y="57403"/>
                </a:lnTo>
                <a:lnTo>
                  <a:pt x="873531" y="43052"/>
                </a:lnTo>
                <a:lnTo>
                  <a:pt x="874039" y="39497"/>
                </a:lnTo>
                <a:lnTo>
                  <a:pt x="874293" y="35178"/>
                </a:lnTo>
                <a:lnTo>
                  <a:pt x="874293" y="24637"/>
                </a:lnTo>
                <a:lnTo>
                  <a:pt x="874039" y="20192"/>
                </a:lnTo>
                <a:lnTo>
                  <a:pt x="873504" y="16382"/>
                </a:lnTo>
                <a:lnTo>
                  <a:pt x="873150" y="13080"/>
                </a:lnTo>
                <a:lnTo>
                  <a:pt x="872388" y="10160"/>
                </a:lnTo>
                <a:lnTo>
                  <a:pt x="870610" y="5587"/>
                </a:lnTo>
                <a:lnTo>
                  <a:pt x="869594" y="3937"/>
                </a:lnTo>
                <a:lnTo>
                  <a:pt x="868197" y="3048"/>
                </a:lnTo>
                <a:lnTo>
                  <a:pt x="866927" y="2159"/>
                </a:lnTo>
                <a:lnTo>
                  <a:pt x="865530" y="1650"/>
                </a:lnTo>
                <a:close/>
              </a:path>
              <a:path w="876300" h="356869">
                <a:moveTo>
                  <a:pt x="171234" y="60451"/>
                </a:moveTo>
                <a:lnTo>
                  <a:pt x="99136" y="60451"/>
                </a:lnTo>
                <a:lnTo>
                  <a:pt x="99136" y="347090"/>
                </a:lnTo>
                <a:lnTo>
                  <a:pt x="99733" y="348741"/>
                </a:lnTo>
                <a:lnTo>
                  <a:pt x="100914" y="350138"/>
                </a:lnTo>
                <a:lnTo>
                  <a:pt x="102095" y="351663"/>
                </a:lnTo>
                <a:lnTo>
                  <a:pt x="104051" y="352805"/>
                </a:lnTo>
                <a:lnTo>
                  <a:pt x="109512" y="354584"/>
                </a:lnTo>
                <a:lnTo>
                  <a:pt x="113195" y="355345"/>
                </a:lnTo>
                <a:lnTo>
                  <a:pt x="117843" y="355853"/>
                </a:lnTo>
                <a:lnTo>
                  <a:pt x="122491" y="356488"/>
                </a:lnTo>
                <a:lnTo>
                  <a:pt x="128270" y="356742"/>
                </a:lnTo>
                <a:lnTo>
                  <a:pt x="142100" y="356742"/>
                </a:lnTo>
                <a:lnTo>
                  <a:pt x="147878" y="356488"/>
                </a:lnTo>
                <a:lnTo>
                  <a:pt x="152527" y="355853"/>
                </a:lnTo>
                <a:lnTo>
                  <a:pt x="157175" y="355345"/>
                </a:lnTo>
                <a:lnTo>
                  <a:pt x="160858" y="354584"/>
                </a:lnTo>
                <a:lnTo>
                  <a:pt x="166319" y="352805"/>
                </a:lnTo>
                <a:lnTo>
                  <a:pt x="168275" y="351663"/>
                </a:lnTo>
                <a:lnTo>
                  <a:pt x="169456" y="350138"/>
                </a:lnTo>
                <a:lnTo>
                  <a:pt x="170637" y="348741"/>
                </a:lnTo>
                <a:lnTo>
                  <a:pt x="171234" y="347090"/>
                </a:lnTo>
                <a:lnTo>
                  <a:pt x="171234" y="60451"/>
                </a:lnTo>
                <a:close/>
              </a:path>
              <a:path w="876300" h="356869">
                <a:moveTo>
                  <a:pt x="261353" y="1650"/>
                </a:moveTo>
                <a:lnTo>
                  <a:pt x="8826" y="1650"/>
                </a:lnTo>
                <a:lnTo>
                  <a:pt x="7277" y="2159"/>
                </a:lnTo>
                <a:lnTo>
                  <a:pt x="0" y="25780"/>
                </a:lnTo>
                <a:lnTo>
                  <a:pt x="0" y="36449"/>
                </a:lnTo>
                <a:lnTo>
                  <a:pt x="8826" y="60451"/>
                </a:lnTo>
                <a:lnTo>
                  <a:pt x="261353" y="60451"/>
                </a:lnTo>
                <a:lnTo>
                  <a:pt x="270370" y="36449"/>
                </a:lnTo>
                <a:lnTo>
                  <a:pt x="270370" y="25780"/>
                </a:lnTo>
                <a:lnTo>
                  <a:pt x="261353" y="1650"/>
                </a:lnTo>
                <a:close/>
              </a:path>
              <a:path w="876300" h="356869">
                <a:moveTo>
                  <a:pt x="355752" y="0"/>
                </a:moveTo>
                <a:lnTo>
                  <a:pt x="341731" y="0"/>
                </a:lnTo>
                <a:lnTo>
                  <a:pt x="335953" y="380"/>
                </a:lnTo>
                <a:lnTo>
                  <a:pt x="312597" y="9651"/>
                </a:lnTo>
                <a:lnTo>
                  <a:pt x="312597" y="347090"/>
                </a:lnTo>
                <a:lnTo>
                  <a:pt x="313194" y="348741"/>
                </a:lnTo>
                <a:lnTo>
                  <a:pt x="314375" y="350138"/>
                </a:lnTo>
                <a:lnTo>
                  <a:pt x="315556" y="351663"/>
                </a:lnTo>
                <a:lnTo>
                  <a:pt x="317512" y="352805"/>
                </a:lnTo>
                <a:lnTo>
                  <a:pt x="322973" y="354584"/>
                </a:lnTo>
                <a:lnTo>
                  <a:pt x="326669" y="355345"/>
                </a:lnTo>
                <a:lnTo>
                  <a:pt x="331304" y="355853"/>
                </a:lnTo>
                <a:lnTo>
                  <a:pt x="335953" y="356488"/>
                </a:lnTo>
                <a:lnTo>
                  <a:pt x="341731" y="356742"/>
                </a:lnTo>
                <a:lnTo>
                  <a:pt x="355752" y="356742"/>
                </a:lnTo>
                <a:lnTo>
                  <a:pt x="361569" y="356488"/>
                </a:lnTo>
                <a:lnTo>
                  <a:pt x="366128" y="355853"/>
                </a:lnTo>
                <a:lnTo>
                  <a:pt x="370674" y="355345"/>
                </a:lnTo>
                <a:lnTo>
                  <a:pt x="374319" y="354584"/>
                </a:lnTo>
                <a:lnTo>
                  <a:pt x="379780" y="352805"/>
                </a:lnTo>
                <a:lnTo>
                  <a:pt x="381698" y="351663"/>
                </a:lnTo>
                <a:lnTo>
                  <a:pt x="382790" y="350138"/>
                </a:lnTo>
                <a:lnTo>
                  <a:pt x="383882" y="348741"/>
                </a:lnTo>
                <a:lnTo>
                  <a:pt x="384428" y="347090"/>
                </a:lnTo>
                <a:lnTo>
                  <a:pt x="384428" y="202437"/>
                </a:lnTo>
                <a:lnTo>
                  <a:pt x="588429" y="202437"/>
                </a:lnTo>
                <a:lnTo>
                  <a:pt x="588429" y="141224"/>
                </a:lnTo>
                <a:lnTo>
                  <a:pt x="384428" y="141224"/>
                </a:lnTo>
                <a:lnTo>
                  <a:pt x="384428" y="9651"/>
                </a:lnTo>
                <a:lnTo>
                  <a:pt x="361569" y="380"/>
                </a:lnTo>
                <a:lnTo>
                  <a:pt x="355752" y="0"/>
                </a:lnTo>
                <a:close/>
              </a:path>
              <a:path w="876300" h="356869">
                <a:moveTo>
                  <a:pt x="588429" y="202437"/>
                </a:moveTo>
                <a:lnTo>
                  <a:pt x="516597" y="202437"/>
                </a:lnTo>
                <a:lnTo>
                  <a:pt x="516597" y="347090"/>
                </a:lnTo>
                <a:lnTo>
                  <a:pt x="517194" y="348741"/>
                </a:lnTo>
                <a:lnTo>
                  <a:pt x="518375" y="350138"/>
                </a:lnTo>
                <a:lnTo>
                  <a:pt x="519556" y="351663"/>
                </a:lnTo>
                <a:lnTo>
                  <a:pt x="521474" y="352805"/>
                </a:lnTo>
                <a:lnTo>
                  <a:pt x="526757" y="354584"/>
                </a:lnTo>
                <a:lnTo>
                  <a:pt x="530390" y="355345"/>
                </a:lnTo>
                <a:lnTo>
                  <a:pt x="535038" y="355853"/>
                </a:lnTo>
                <a:lnTo>
                  <a:pt x="539686" y="356488"/>
                </a:lnTo>
                <a:lnTo>
                  <a:pt x="545553" y="356742"/>
                </a:lnTo>
                <a:lnTo>
                  <a:pt x="559574" y="356742"/>
                </a:lnTo>
                <a:lnTo>
                  <a:pt x="565302" y="356488"/>
                </a:lnTo>
                <a:lnTo>
                  <a:pt x="569861" y="355853"/>
                </a:lnTo>
                <a:lnTo>
                  <a:pt x="574408" y="355345"/>
                </a:lnTo>
                <a:lnTo>
                  <a:pt x="578053" y="354584"/>
                </a:lnTo>
                <a:lnTo>
                  <a:pt x="583514" y="352805"/>
                </a:lnTo>
                <a:lnTo>
                  <a:pt x="585470" y="351663"/>
                </a:lnTo>
                <a:lnTo>
                  <a:pt x="586651" y="350138"/>
                </a:lnTo>
                <a:lnTo>
                  <a:pt x="587832" y="348741"/>
                </a:lnTo>
                <a:lnTo>
                  <a:pt x="588429" y="347090"/>
                </a:lnTo>
                <a:lnTo>
                  <a:pt x="588429" y="202437"/>
                </a:lnTo>
                <a:close/>
              </a:path>
              <a:path w="876300" h="356869">
                <a:moveTo>
                  <a:pt x="559574" y="0"/>
                </a:moveTo>
                <a:lnTo>
                  <a:pt x="545553" y="0"/>
                </a:lnTo>
                <a:lnTo>
                  <a:pt x="539686" y="380"/>
                </a:lnTo>
                <a:lnTo>
                  <a:pt x="516597" y="9651"/>
                </a:lnTo>
                <a:lnTo>
                  <a:pt x="516597" y="141224"/>
                </a:lnTo>
                <a:lnTo>
                  <a:pt x="588429" y="141224"/>
                </a:lnTo>
                <a:lnTo>
                  <a:pt x="588429" y="9651"/>
                </a:lnTo>
                <a:lnTo>
                  <a:pt x="559574" y="0"/>
                </a:lnTo>
                <a:close/>
              </a:path>
            </a:pathLst>
          </a:custGeom>
          <a:solidFill>
            <a:srgbClr val="F4F0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1882" y="1967610"/>
            <a:ext cx="209550" cy="353695"/>
          </a:xfrm>
          <a:custGeom>
            <a:avLst/>
            <a:gdLst/>
            <a:ahLst/>
            <a:cxnLst/>
            <a:rect l="l" t="t" r="r" b="b"/>
            <a:pathLst>
              <a:path w="209550" h="353694">
                <a:moveTo>
                  <a:pt x="21297" y="0"/>
                </a:moveTo>
                <a:lnTo>
                  <a:pt x="197713" y="0"/>
                </a:lnTo>
                <a:lnTo>
                  <a:pt x="199364" y="0"/>
                </a:lnTo>
                <a:lnTo>
                  <a:pt x="200761" y="508"/>
                </a:lnTo>
                <a:lnTo>
                  <a:pt x="202031" y="1397"/>
                </a:lnTo>
                <a:lnTo>
                  <a:pt x="203428" y="2286"/>
                </a:lnTo>
                <a:lnTo>
                  <a:pt x="204444" y="3937"/>
                </a:lnTo>
                <a:lnTo>
                  <a:pt x="205333" y="6223"/>
                </a:lnTo>
                <a:lnTo>
                  <a:pt x="206222" y="8509"/>
                </a:lnTo>
                <a:lnTo>
                  <a:pt x="206984" y="11429"/>
                </a:lnTo>
                <a:lnTo>
                  <a:pt x="207365" y="14986"/>
                </a:lnTo>
                <a:lnTo>
                  <a:pt x="207873" y="18541"/>
                </a:lnTo>
                <a:lnTo>
                  <a:pt x="208127" y="22987"/>
                </a:lnTo>
                <a:lnTo>
                  <a:pt x="208127" y="28448"/>
                </a:lnTo>
                <a:lnTo>
                  <a:pt x="208127" y="33527"/>
                </a:lnTo>
                <a:lnTo>
                  <a:pt x="207873" y="37846"/>
                </a:lnTo>
                <a:lnTo>
                  <a:pt x="207365" y="41401"/>
                </a:lnTo>
                <a:lnTo>
                  <a:pt x="206984" y="44958"/>
                </a:lnTo>
                <a:lnTo>
                  <a:pt x="206222" y="47878"/>
                </a:lnTo>
                <a:lnTo>
                  <a:pt x="205333" y="50037"/>
                </a:lnTo>
                <a:lnTo>
                  <a:pt x="204444" y="52197"/>
                </a:lnTo>
                <a:lnTo>
                  <a:pt x="203428" y="53848"/>
                </a:lnTo>
                <a:lnTo>
                  <a:pt x="202031" y="54863"/>
                </a:lnTo>
                <a:lnTo>
                  <a:pt x="200761" y="55752"/>
                </a:lnTo>
                <a:lnTo>
                  <a:pt x="199364" y="56261"/>
                </a:lnTo>
                <a:lnTo>
                  <a:pt x="197713" y="56261"/>
                </a:lnTo>
                <a:lnTo>
                  <a:pt x="71551" y="56261"/>
                </a:lnTo>
                <a:lnTo>
                  <a:pt x="71551" y="142621"/>
                </a:lnTo>
                <a:lnTo>
                  <a:pt x="178282" y="142621"/>
                </a:lnTo>
                <a:lnTo>
                  <a:pt x="179933" y="142621"/>
                </a:lnTo>
                <a:lnTo>
                  <a:pt x="188950" y="165100"/>
                </a:lnTo>
                <a:lnTo>
                  <a:pt x="188950" y="170179"/>
                </a:lnTo>
                <a:lnTo>
                  <a:pt x="188950" y="175513"/>
                </a:lnTo>
                <a:lnTo>
                  <a:pt x="182854" y="196087"/>
                </a:lnTo>
                <a:lnTo>
                  <a:pt x="181457" y="197103"/>
                </a:lnTo>
                <a:lnTo>
                  <a:pt x="179933" y="197485"/>
                </a:lnTo>
                <a:lnTo>
                  <a:pt x="178282" y="197485"/>
                </a:lnTo>
                <a:lnTo>
                  <a:pt x="71551" y="197485"/>
                </a:lnTo>
                <a:lnTo>
                  <a:pt x="71551" y="297179"/>
                </a:lnTo>
                <a:lnTo>
                  <a:pt x="198856" y="297179"/>
                </a:lnTo>
                <a:lnTo>
                  <a:pt x="200507" y="297179"/>
                </a:lnTo>
                <a:lnTo>
                  <a:pt x="201904" y="297688"/>
                </a:lnTo>
                <a:lnTo>
                  <a:pt x="203301" y="298703"/>
                </a:lnTo>
                <a:lnTo>
                  <a:pt x="204698" y="299719"/>
                </a:lnTo>
                <a:lnTo>
                  <a:pt x="208762" y="312038"/>
                </a:lnTo>
                <a:lnTo>
                  <a:pt x="209270" y="315594"/>
                </a:lnTo>
                <a:lnTo>
                  <a:pt x="209524" y="320039"/>
                </a:lnTo>
                <a:lnTo>
                  <a:pt x="209524" y="325374"/>
                </a:lnTo>
                <a:lnTo>
                  <a:pt x="209524" y="330580"/>
                </a:lnTo>
                <a:lnTo>
                  <a:pt x="209270" y="335025"/>
                </a:lnTo>
                <a:lnTo>
                  <a:pt x="208762" y="338581"/>
                </a:lnTo>
                <a:lnTo>
                  <a:pt x="208381" y="342138"/>
                </a:lnTo>
                <a:lnTo>
                  <a:pt x="203301" y="351916"/>
                </a:lnTo>
                <a:lnTo>
                  <a:pt x="201904" y="352933"/>
                </a:lnTo>
                <a:lnTo>
                  <a:pt x="200507" y="353440"/>
                </a:lnTo>
                <a:lnTo>
                  <a:pt x="198856" y="353440"/>
                </a:lnTo>
                <a:lnTo>
                  <a:pt x="21297" y="353440"/>
                </a:lnTo>
                <a:lnTo>
                  <a:pt x="15290" y="353440"/>
                </a:lnTo>
                <a:lnTo>
                  <a:pt x="10236" y="351663"/>
                </a:lnTo>
                <a:lnTo>
                  <a:pt x="6146" y="348106"/>
                </a:lnTo>
                <a:lnTo>
                  <a:pt x="2044" y="344550"/>
                </a:lnTo>
                <a:lnTo>
                  <a:pt x="0" y="338836"/>
                </a:lnTo>
                <a:lnTo>
                  <a:pt x="0" y="330835"/>
                </a:lnTo>
                <a:lnTo>
                  <a:pt x="0" y="22733"/>
                </a:lnTo>
                <a:lnTo>
                  <a:pt x="0" y="14731"/>
                </a:lnTo>
                <a:lnTo>
                  <a:pt x="2044" y="8889"/>
                </a:lnTo>
                <a:lnTo>
                  <a:pt x="6146" y="5334"/>
                </a:lnTo>
                <a:lnTo>
                  <a:pt x="10236" y="1777"/>
                </a:lnTo>
                <a:lnTo>
                  <a:pt x="15290" y="0"/>
                </a:lnTo>
                <a:lnTo>
                  <a:pt x="21297" y="0"/>
                </a:lnTo>
                <a:close/>
              </a:path>
            </a:pathLst>
          </a:custGeom>
          <a:ln w="12191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16" y="1967610"/>
            <a:ext cx="270510" cy="355600"/>
          </a:xfrm>
          <a:custGeom>
            <a:avLst/>
            <a:gdLst/>
            <a:ahLst/>
            <a:cxnLst/>
            <a:rect l="l" t="t" r="r" b="b"/>
            <a:pathLst>
              <a:path w="270509" h="355600">
                <a:moveTo>
                  <a:pt x="10655" y="0"/>
                </a:moveTo>
                <a:lnTo>
                  <a:pt x="259715" y="0"/>
                </a:lnTo>
                <a:lnTo>
                  <a:pt x="261353" y="0"/>
                </a:lnTo>
                <a:lnTo>
                  <a:pt x="262864" y="508"/>
                </a:lnTo>
                <a:lnTo>
                  <a:pt x="264223" y="1524"/>
                </a:lnTo>
                <a:lnTo>
                  <a:pt x="265595" y="2539"/>
                </a:lnTo>
                <a:lnTo>
                  <a:pt x="266725" y="4190"/>
                </a:lnTo>
                <a:lnTo>
                  <a:pt x="267639" y="6476"/>
                </a:lnTo>
                <a:lnTo>
                  <a:pt x="268554" y="8762"/>
                </a:lnTo>
                <a:lnTo>
                  <a:pt x="269227" y="11811"/>
                </a:lnTo>
                <a:lnTo>
                  <a:pt x="269684" y="15621"/>
                </a:lnTo>
                <a:lnTo>
                  <a:pt x="270141" y="19430"/>
                </a:lnTo>
                <a:lnTo>
                  <a:pt x="270370" y="24129"/>
                </a:lnTo>
                <a:lnTo>
                  <a:pt x="270370" y="29590"/>
                </a:lnTo>
                <a:lnTo>
                  <a:pt x="270370" y="34798"/>
                </a:lnTo>
                <a:lnTo>
                  <a:pt x="270141" y="39369"/>
                </a:lnTo>
                <a:lnTo>
                  <a:pt x="269684" y="43052"/>
                </a:lnTo>
                <a:lnTo>
                  <a:pt x="269227" y="46736"/>
                </a:lnTo>
                <a:lnTo>
                  <a:pt x="268554" y="49784"/>
                </a:lnTo>
                <a:lnTo>
                  <a:pt x="267639" y="52069"/>
                </a:lnTo>
                <a:lnTo>
                  <a:pt x="266725" y="54355"/>
                </a:lnTo>
                <a:lnTo>
                  <a:pt x="265595" y="56006"/>
                </a:lnTo>
                <a:lnTo>
                  <a:pt x="264223" y="57150"/>
                </a:lnTo>
                <a:lnTo>
                  <a:pt x="262864" y="58165"/>
                </a:lnTo>
                <a:lnTo>
                  <a:pt x="261353" y="58800"/>
                </a:lnTo>
                <a:lnTo>
                  <a:pt x="259715" y="58800"/>
                </a:lnTo>
                <a:lnTo>
                  <a:pt x="171234" y="58800"/>
                </a:lnTo>
                <a:lnTo>
                  <a:pt x="171234" y="343662"/>
                </a:lnTo>
                <a:lnTo>
                  <a:pt x="171234" y="345439"/>
                </a:lnTo>
                <a:lnTo>
                  <a:pt x="170637" y="347090"/>
                </a:lnTo>
                <a:lnTo>
                  <a:pt x="169456" y="348488"/>
                </a:lnTo>
                <a:lnTo>
                  <a:pt x="168275" y="350012"/>
                </a:lnTo>
                <a:lnTo>
                  <a:pt x="166319" y="351154"/>
                </a:lnTo>
                <a:lnTo>
                  <a:pt x="163588" y="352043"/>
                </a:lnTo>
                <a:lnTo>
                  <a:pt x="160858" y="352933"/>
                </a:lnTo>
                <a:lnTo>
                  <a:pt x="157175" y="353694"/>
                </a:lnTo>
                <a:lnTo>
                  <a:pt x="152527" y="354202"/>
                </a:lnTo>
                <a:lnTo>
                  <a:pt x="147878" y="354838"/>
                </a:lnTo>
                <a:lnTo>
                  <a:pt x="142100" y="355091"/>
                </a:lnTo>
                <a:lnTo>
                  <a:pt x="135178" y="355091"/>
                </a:lnTo>
                <a:lnTo>
                  <a:pt x="128270" y="355091"/>
                </a:lnTo>
                <a:lnTo>
                  <a:pt x="122491" y="354838"/>
                </a:lnTo>
                <a:lnTo>
                  <a:pt x="117843" y="354202"/>
                </a:lnTo>
                <a:lnTo>
                  <a:pt x="113195" y="353694"/>
                </a:lnTo>
                <a:lnTo>
                  <a:pt x="109512" y="352933"/>
                </a:lnTo>
                <a:lnTo>
                  <a:pt x="106781" y="352043"/>
                </a:lnTo>
                <a:lnTo>
                  <a:pt x="104051" y="351154"/>
                </a:lnTo>
                <a:lnTo>
                  <a:pt x="102095" y="350012"/>
                </a:lnTo>
                <a:lnTo>
                  <a:pt x="100914" y="348488"/>
                </a:lnTo>
                <a:lnTo>
                  <a:pt x="99733" y="347090"/>
                </a:lnTo>
                <a:lnTo>
                  <a:pt x="99136" y="345439"/>
                </a:lnTo>
                <a:lnTo>
                  <a:pt x="99136" y="343662"/>
                </a:lnTo>
                <a:lnTo>
                  <a:pt x="99136" y="58800"/>
                </a:lnTo>
                <a:lnTo>
                  <a:pt x="10655" y="58800"/>
                </a:lnTo>
                <a:lnTo>
                  <a:pt x="8826" y="58800"/>
                </a:lnTo>
                <a:lnTo>
                  <a:pt x="7277" y="58165"/>
                </a:lnTo>
                <a:lnTo>
                  <a:pt x="6007" y="57150"/>
                </a:lnTo>
                <a:lnTo>
                  <a:pt x="4737" y="56006"/>
                </a:lnTo>
                <a:lnTo>
                  <a:pt x="3644" y="54355"/>
                </a:lnTo>
                <a:lnTo>
                  <a:pt x="2730" y="52069"/>
                </a:lnTo>
                <a:lnTo>
                  <a:pt x="1816" y="49784"/>
                </a:lnTo>
                <a:lnTo>
                  <a:pt x="1143" y="46736"/>
                </a:lnTo>
                <a:lnTo>
                  <a:pt x="685" y="43052"/>
                </a:lnTo>
                <a:lnTo>
                  <a:pt x="228" y="39369"/>
                </a:lnTo>
                <a:lnTo>
                  <a:pt x="0" y="34798"/>
                </a:lnTo>
                <a:lnTo>
                  <a:pt x="0" y="29590"/>
                </a:lnTo>
                <a:lnTo>
                  <a:pt x="0" y="24129"/>
                </a:lnTo>
                <a:lnTo>
                  <a:pt x="228" y="19430"/>
                </a:lnTo>
                <a:lnTo>
                  <a:pt x="685" y="15621"/>
                </a:lnTo>
                <a:lnTo>
                  <a:pt x="1143" y="11811"/>
                </a:lnTo>
                <a:lnTo>
                  <a:pt x="1816" y="8762"/>
                </a:lnTo>
                <a:lnTo>
                  <a:pt x="2730" y="6476"/>
                </a:lnTo>
                <a:lnTo>
                  <a:pt x="3644" y="4190"/>
                </a:lnTo>
                <a:lnTo>
                  <a:pt x="4737" y="2539"/>
                </a:lnTo>
                <a:lnTo>
                  <a:pt x="6007" y="1524"/>
                </a:lnTo>
                <a:lnTo>
                  <a:pt x="7277" y="508"/>
                </a:lnTo>
                <a:lnTo>
                  <a:pt x="8826" y="0"/>
                </a:lnTo>
                <a:lnTo>
                  <a:pt x="106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8314" y="1965960"/>
            <a:ext cx="276225" cy="356870"/>
          </a:xfrm>
          <a:custGeom>
            <a:avLst/>
            <a:gdLst/>
            <a:ahLst/>
            <a:cxnLst/>
            <a:rect l="l" t="t" r="r" b="b"/>
            <a:pathLst>
              <a:path w="276225" h="356869">
                <a:moveTo>
                  <a:pt x="36055" y="0"/>
                </a:moveTo>
                <a:lnTo>
                  <a:pt x="43154" y="0"/>
                </a:lnTo>
                <a:lnTo>
                  <a:pt x="48971" y="380"/>
                </a:lnTo>
                <a:lnTo>
                  <a:pt x="71831" y="9651"/>
                </a:lnTo>
                <a:lnTo>
                  <a:pt x="71831" y="11556"/>
                </a:lnTo>
                <a:lnTo>
                  <a:pt x="71831" y="141224"/>
                </a:lnTo>
                <a:lnTo>
                  <a:pt x="204000" y="141224"/>
                </a:lnTo>
                <a:lnTo>
                  <a:pt x="204000" y="11556"/>
                </a:lnTo>
                <a:lnTo>
                  <a:pt x="204000" y="9651"/>
                </a:lnTo>
                <a:lnTo>
                  <a:pt x="211518" y="3048"/>
                </a:lnTo>
                <a:lnTo>
                  <a:pt x="214160" y="2159"/>
                </a:lnTo>
                <a:lnTo>
                  <a:pt x="217792" y="1397"/>
                </a:lnTo>
                <a:lnTo>
                  <a:pt x="222440" y="888"/>
                </a:lnTo>
                <a:lnTo>
                  <a:pt x="227088" y="380"/>
                </a:lnTo>
                <a:lnTo>
                  <a:pt x="232956" y="0"/>
                </a:lnTo>
                <a:lnTo>
                  <a:pt x="240055" y="0"/>
                </a:lnTo>
                <a:lnTo>
                  <a:pt x="246976" y="0"/>
                </a:lnTo>
                <a:lnTo>
                  <a:pt x="268185" y="3048"/>
                </a:lnTo>
                <a:lnTo>
                  <a:pt x="270916" y="3937"/>
                </a:lnTo>
                <a:lnTo>
                  <a:pt x="272872" y="5206"/>
                </a:lnTo>
                <a:lnTo>
                  <a:pt x="274053" y="6603"/>
                </a:lnTo>
                <a:lnTo>
                  <a:pt x="275234" y="8127"/>
                </a:lnTo>
                <a:lnTo>
                  <a:pt x="275831" y="9651"/>
                </a:lnTo>
                <a:lnTo>
                  <a:pt x="275831" y="11556"/>
                </a:lnTo>
                <a:lnTo>
                  <a:pt x="275831" y="345313"/>
                </a:lnTo>
                <a:lnTo>
                  <a:pt x="275831" y="347090"/>
                </a:lnTo>
                <a:lnTo>
                  <a:pt x="275234" y="348741"/>
                </a:lnTo>
                <a:lnTo>
                  <a:pt x="274053" y="350138"/>
                </a:lnTo>
                <a:lnTo>
                  <a:pt x="272872" y="351663"/>
                </a:lnTo>
                <a:lnTo>
                  <a:pt x="270916" y="352805"/>
                </a:lnTo>
                <a:lnTo>
                  <a:pt x="268185" y="353694"/>
                </a:lnTo>
                <a:lnTo>
                  <a:pt x="265455" y="354584"/>
                </a:lnTo>
                <a:lnTo>
                  <a:pt x="261810" y="355345"/>
                </a:lnTo>
                <a:lnTo>
                  <a:pt x="257263" y="355853"/>
                </a:lnTo>
                <a:lnTo>
                  <a:pt x="252704" y="356488"/>
                </a:lnTo>
                <a:lnTo>
                  <a:pt x="246976" y="356742"/>
                </a:lnTo>
                <a:lnTo>
                  <a:pt x="240055" y="356742"/>
                </a:lnTo>
                <a:lnTo>
                  <a:pt x="232956" y="356742"/>
                </a:lnTo>
                <a:lnTo>
                  <a:pt x="227088" y="356488"/>
                </a:lnTo>
                <a:lnTo>
                  <a:pt x="222440" y="355853"/>
                </a:lnTo>
                <a:lnTo>
                  <a:pt x="217792" y="355345"/>
                </a:lnTo>
                <a:lnTo>
                  <a:pt x="214160" y="354584"/>
                </a:lnTo>
                <a:lnTo>
                  <a:pt x="211518" y="353694"/>
                </a:lnTo>
                <a:lnTo>
                  <a:pt x="208876" y="352805"/>
                </a:lnTo>
                <a:lnTo>
                  <a:pt x="206959" y="351663"/>
                </a:lnTo>
                <a:lnTo>
                  <a:pt x="205778" y="350138"/>
                </a:lnTo>
                <a:lnTo>
                  <a:pt x="204597" y="348741"/>
                </a:lnTo>
                <a:lnTo>
                  <a:pt x="204000" y="347090"/>
                </a:lnTo>
                <a:lnTo>
                  <a:pt x="204000" y="345313"/>
                </a:lnTo>
                <a:lnTo>
                  <a:pt x="204000" y="202437"/>
                </a:lnTo>
                <a:lnTo>
                  <a:pt x="71831" y="202437"/>
                </a:lnTo>
                <a:lnTo>
                  <a:pt x="71831" y="345313"/>
                </a:lnTo>
                <a:lnTo>
                  <a:pt x="71831" y="347090"/>
                </a:lnTo>
                <a:lnTo>
                  <a:pt x="71285" y="348741"/>
                </a:lnTo>
                <a:lnTo>
                  <a:pt x="70192" y="350138"/>
                </a:lnTo>
                <a:lnTo>
                  <a:pt x="69100" y="351663"/>
                </a:lnTo>
                <a:lnTo>
                  <a:pt x="67182" y="352805"/>
                </a:lnTo>
                <a:lnTo>
                  <a:pt x="64452" y="353694"/>
                </a:lnTo>
                <a:lnTo>
                  <a:pt x="61721" y="354584"/>
                </a:lnTo>
                <a:lnTo>
                  <a:pt x="58077" y="355345"/>
                </a:lnTo>
                <a:lnTo>
                  <a:pt x="53530" y="355853"/>
                </a:lnTo>
                <a:lnTo>
                  <a:pt x="48971" y="356488"/>
                </a:lnTo>
                <a:lnTo>
                  <a:pt x="43154" y="356742"/>
                </a:lnTo>
                <a:lnTo>
                  <a:pt x="36055" y="356742"/>
                </a:lnTo>
                <a:lnTo>
                  <a:pt x="29133" y="356742"/>
                </a:lnTo>
                <a:lnTo>
                  <a:pt x="23355" y="356488"/>
                </a:lnTo>
                <a:lnTo>
                  <a:pt x="18707" y="355853"/>
                </a:lnTo>
                <a:lnTo>
                  <a:pt x="14071" y="355345"/>
                </a:lnTo>
                <a:lnTo>
                  <a:pt x="10375" y="354584"/>
                </a:lnTo>
                <a:lnTo>
                  <a:pt x="7645" y="353694"/>
                </a:lnTo>
                <a:lnTo>
                  <a:pt x="4914" y="352805"/>
                </a:lnTo>
                <a:lnTo>
                  <a:pt x="2959" y="351663"/>
                </a:lnTo>
                <a:lnTo>
                  <a:pt x="1778" y="350138"/>
                </a:lnTo>
                <a:lnTo>
                  <a:pt x="596" y="348741"/>
                </a:lnTo>
                <a:lnTo>
                  <a:pt x="0" y="347090"/>
                </a:lnTo>
                <a:lnTo>
                  <a:pt x="0" y="345313"/>
                </a:lnTo>
                <a:lnTo>
                  <a:pt x="0" y="11556"/>
                </a:lnTo>
                <a:lnTo>
                  <a:pt x="0" y="9651"/>
                </a:lnTo>
                <a:lnTo>
                  <a:pt x="596" y="8127"/>
                </a:lnTo>
                <a:lnTo>
                  <a:pt x="29133" y="0"/>
                </a:lnTo>
                <a:lnTo>
                  <a:pt x="36055" y="0"/>
                </a:lnTo>
                <a:close/>
              </a:path>
            </a:pathLst>
          </a:custGeom>
          <a:ln w="12192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155" y="2602992"/>
            <a:ext cx="2147316" cy="438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850" y="2626105"/>
            <a:ext cx="2086330" cy="3775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6155" y="3273552"/>
            <a:ext cx="2093976" cy="4389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4850" y="3296411"/>
            <a:ext cx="2032228" cy="3780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1000" y="4267200"/>
            <a:ext cx="2514600" cy="18790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4267199" y="0"/>
                </a:moveTo>
                <a:lnTo>
                  <a:pt x="762000" y="0"/>
                </a:lnTo>
                <a:lnTo>
                  <a:pt x="713805" y="1498"/>
                </a:lnTo>
                <a:lnTo>
                  <a:pt x="666409" y="5936"/>
                </a:lnTo>
                <a:lnTo>
                  <a:pt x="619898" y="13223"/>
                </a:lnTo>
                <a:lnTo>
                  <a:pt x="574363" y="23269"/>
                </a:lnTo>
                <a:lnTo>
                  <a:pt x="529893" y="35987"/>
                </a:lnTo>
                <a:lnTo>
                  <a:pt x="486577" y="51286"/>
                </a:lnTo>
                <a:lnTo>
                  <a:pt x="444504" y="69078"/>
                </a:lnTo>
                <a:lnTo>
                  <a:pt x="403763" y="89272"/>
                </a:lnTo>
                <a:lnTo>
                  <a:pt x="364444" y="111781"/>
                </a:lnTo>
                <a:lnTo>
                  <a:pt x="326636" y="136514"/>
                </a:lnTo>
                <a:lnTo>
                  <a:pt x="290429" y="163383"/>
                </a:lnTo>
                <a:lnTo>
                  <a:pt x="255910" y="192298"/>
                </a:lnTo>
                <a:lnTo>
                  <a:pt x="223170" y="223170"/>
                </a:lnTo>
                <a:lnTo>
                  <a:pt x="192298" y="255910"/>
                </a:lnTo>
                <a:lnTo>
                  <a:pt x="163383" y="290429"/>
                </a:lnTo>
                <a:lnTo>
                  <a:pt x="136514" y="326636"/>
                </a:lnTo>
                <a:lnTo>
                  <a:pt x="111781" y="364444"/>
                </a:lnTo>
                <a:lnTo>
                  <a:pt x="89272" y="403763"/>
                </a:lnTo>
                <a:lnTo>
                  <a:pt x="69078" y="444504"/>
                </a:lnTo>
                <a:lnTo>
                  <a:pt x="51286" y="486577"/>
                </a:lnTo>
                <a:lnTo>
                  <a:pt x="35987" y="529893"/>
                </a:lnTo>
                <a:lnTo>
                  <a:pt x="23269" y="574363"/>
                </a:lnTo>
                <a:lnTo>
                  <a:pt x="13223" y="619898"/>
                </a:lnTo>
                <a:lnTo>
                  <a:pt x="5936" y="666409"/>
                </a:lnTo>
                <a:lnTo>
                  <a:pt x="1498" y="713805"/>
                </a:lnTo>
                <a:lnTo>
                  <a:pt x="0" y="762000"/>
                </a:lnTo>
                <a:lnTo>
                  <a:pt x="0" y="3810000"/>
                </a:lnTo>
                <a:lnTo>
                  <a:pt x="1498" y="3858194"/>
                </a:lnTo>
                <a:lnTo>
                  <a:pt x="5936" y="3905590"/>
                </a:lnTo>
                <a:lnTo>
                  <a:pt x="13223" y="3952101"/>
                </a:lnTo>
                <a:lnTo>
                  <a:pt x="23269" y="3997636"/>
                </a:lnTo>
                <a:lnTo>
                  <a:pt x="35987" y="4042106"/>
                </a:lnTo>
                <a:lnTo>
                  <a:pt x="51286" y="4085422"/>
                </a:lnTo>
                <a:lnTo>
                  <a:pt x="69078" y="4127495"/>
                </a:lnTo>
                <a:lnTo>
                  <a:pt x="89272" y="4168236"/>
                </a:lnTo>
                <a:lnTo>
                  <a:pt x="111781" y="4207555"/>
                </a:lnTo>
                <a:lnTo>
                  <a:pt x="136514" y="4245363"/>
                </a:lnTo>
                <a:lnTo>
                  <a:pt x="163383" y="4281570"/>
                </a:lnTo>
                <a:lnTo>
                  <a:pt x="192298" y="4316089"/>
                </a:lnTo>
                <a:lnTo>
                  <a:pt x="223170" y="4348829"/>
                </a:lnTo>
                <a:lnTo>
                  <a:pt x="255910" y="4379701"/>
                </a:lnTo>
                <a:lnTo>
                  <a:pt x="290429" y="4408616"/>
                </a:lnTo>
                <a:lnTo>
                  <a:pt x="326636" y="4435485"/>
                </a:lnTo>
                <a:lnTo>
                  <a:pt x="364444" y="4460218"/>
                </a:lnTo>
                <a:lnTo>
                  <a:pt x="403763" y="4482727"/>
                </a:lnTo>
                <a:lnTo>
                  <a:pt x="444504" y="4502921"/>
                </a:lnTo>
                <a:lnTo>
                  <a:pt x="486577" y="4520713"/>
                </a:lnTo>
                <a:lnTo>
                  <a:pt x="529893" y="4536012"/>
                </a:lnTo>
                <a:lnTo>
                  <a:pt x="574363" y="4548730"/>
                </a:lnTo>
                <a:lnTo>
                  <a:pt x="619898" y="4558776"/>
                </a:lnTo>
                <a:lnTo>
                  <a:pt x="666409" y="4566063"/>
                </a:lnTo>
                <a:lnTo>
                  <a:pt x="713805" y="4570501"/>
                </a:lnTo>
                <a:lnTo>
                  <a:pt x="762000" y="4572000"/>
                </a:lnTo>
                <a:lnTo>
                  <a:pt x="4267199" y="4572000"/>
                </a:lnTo>
                <a:lnTo>
                  <a:pt x="4315394" y="4570501"/>
                </a:lnTo>
                <a:lnTo>
                  <a:pt x="4362790" y="4566063"/>
                </a:lnTo>
                <a:lnTo>
                  <a:pt x="4409301" y="4558776"/>
                </a:lnTo>
                <a:lnTo>
                  <a:pt x="4454836" y="4548730"/>
                </a:lnTo>
                <a:lnTo>
                  <a:pt x="4499306" y="4536012"/>
                </a:lnTo>
                <a:lnTo>
                  <a:pt x="4542622" y="4520713"/>
                </a:lnTo>
                <a:lnTo>
                  <a:pt x="4584695" y="4502921"/>
                </a:lnTo>
                <a:lnTo>
                  <a:pt x="4625436" y="4482727"/>
                </a:lnTo>
                <a:lnTo>
                  <a:pt x="4664755" y="4460218"/>
                </a:lnTo>
                <a:lnTo>
                  <a:pt x="4702563" y="4435485"/>
                </a:lnTo>
                <a:lnTo>
                  <a:pt x="4738770" y="4408616"/>
                </a:lnTo>
                <a:lnTo>
                  <a:pt x="4773289" y="4379701"/>
                </a:lnTo>
                <a:lnTo>
                  <a:pt x="4806029" y="4348829"/>
                </a:lnTo>
                <a:lnTo>
                  <a:pt x="4836901" y="4316089"/>
                </a:lnTo>
                <a:lnTo>
                  <a:pt x="4865816" y="4281570"/>
                </a:lnTo>
                <a:lnTo>
                  <a:pt x="4892685" y="4245363"/>
                </a:lnTo>
                <a:lnTo>
                  <a:pt x="4917418" y="4207555"/>
                </a:lnTo>
                <a:lnTo>
                  <a:pt x="4939927" y="4168236"/>
                </a:lnTo>
                <a:lnTo>
                  <a:pt x="4960121" y="4127495"/>
                </a:lnTo>
                <a:lnTo>
                  <a:pt x="4977913" y="4085422"/>
                </a:lnTo>
                <a:lnTo>
                  <a:pt x="4993212" y="4042106"/>
                </a:lnTo>
                <a:lnTo>
                  <a:pt x="5005930" y="3997636"/>
                </a:lnTo>
                <a:lnTo>
                  <a:pt x="5015976" y="3952101"/>
                </a:lnTo>
                <a:lnTo>
                  <a:pt x="5023263" y="3905590"/>
                </a:lnTo>
                <a:lnTo>
                  <a:pt x="5027701" y="3858194"/>
                </a:lnTo>
                <a:lnTo>
                  <a:pt x="5029199" y="3810000"/>
                </a:lnTo>
                <a:lnTo>
                  <a:pt x="5029199" y="762000"/>
                </a:lnTo>
                <a:lnTo>
                  <a:pt x="5027701" y="713805"/>
                </a:lnTo>
                <a:lnTo>
                  <a:pt x="5023263" y="666409"/>
                </a:lnTo>
                <a:lnTo>
                  <a:pt x="5015976" y="619898"/>
                </a:lnTo>
                <a:lnTo>
                  <a:pt x="5005930" y="574363"/>
                </a:lnTo>
                <a:lnTo>
                  <a:pt x="4993212" y="529893"/>
                </a:lnTo>
                <a:lnTo>
                  <a:pt x="4977913" y="486577"/>
                </a:lnTo>
                <a:lnTo>
                  <a:pt x="4960121" y="444504"/>
                </a:lnTo>
                <a:lnTo>
                  <a:pt x="4939927" y="403763"/>
                </a:lnTo>
                <a:lnTo>
                  <a:pt x="4917418" y="364444"/>
                </a:lnTo>
                <a:lnTo>
                  <a:pt x="4892685" y="326636"/>
                </a:lnTo>
                <a:lnTo>
                  <a:pt x="4865816" y="290429"/>
                </a:lnTo>
                <a:lnTo>
                  <a:pt x="4836901" y="255910"/>
                </a:lnTo>
                <a:lnTo>
                  <a:pt x="4806029" y="223170"/>
                </a:lnTo>
                <a:lnTo>
                  <a:pt x="4773289" y="192298"/>
                </a:lnTo>
                <a:lnTo>
                  <a:pt x="4738770" y="163383"/>
                </a:lnTo>
                <a:lnTo>
                  <a:pt x="4702563" y="136514"/>
                </a:lnTo>
                <a:lnTo>
                  <a:pt x="4664755" y="111781"/>
                </a:lnTo>
                <a:lnTo>
                  <a:pt x="4625436" y="89272"/>
                </a:lnTo>
                <a:lnTo>
                  <a:pt x="4584695" y="69078"/>
                </a:lnTo>
                <a:lnTo>
                  <a:pt x="4542622" y="51286"/>
                </a:lnTo>
                <a:lnTo>
                  <a:pt x="4499306" y="35987"/>
                </a:lnTo>
                <a:lnTo>
                  <a:pt x="4454836" y="23269"/>
                </a:lnTo>
                <a:lnTo>
                  <a:pt x="4409301" y="13223"/>
                </a:lnTo>
                <a:lnTo>
                  <a:pt x="4362790" y="5936"/>
                </a:lnTo>
                <a:lnTo>
                  <a:pt x="4315394" y="1498"/>
                </a:lnTo>
                <a:lnTo>
                  <a:pt x="42671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05961" y="1296161"/>
            <a:ext cx="5029200" cy="4572000"/>
          </a:xfrm>
          <a:custGeom>
            <a:avLst/>
            <a:gdLst/>
            <a:ahLst/>
            <a:cxnLst/>
            <a:rect l="l" t="t" r="r" b="b"/>
            <a:pathLst>
              <a:path w="5029200" h="4572000">
                <a:moveTo>
                  <a:pt x="0" y="762000"/>
                </a:moveTo>
                <a:lnTo>
                  <a:pt x="1498" y="713805"/>
                </a:lnTo>
                <a:lnTo>
                  <a:pt x="5936" y="666409"/>
                </a:lnTo>
                <a:lnTo>
                  <a:pt x="13223" y="619898"/>
                </a:lnTo>
                <a:lnTo>
                  <a:pt x="23269" y="574363"/>
                </a:lnTo>
                <a:lnTo>
                  <a:pt x="35987" y="529893"/>
                </a:lnTo>
                <a:lnTo>
                  <a:pt x="51286" y="486577"/>
                </a:lnTo>
                <a:lnTo>
                  <a:pt x="69078" y="444504"/>
                </a:lnTo>
                <a:lnTo>
                  <a:pt x="89272" y="403763"/>
                </a:lnTo>
                <a:lnTo>
                  <a:pt x="111781" y="364444"/>
                </a:lnTo>
                <a:lnTo>
                  <a:pt x="136514" y="326636"/>
                </a:lnTo>
                <a:lnTo>
                  <a:pt x="163383" y="290429"/>
                </a:lnTo>
                <a:lnTo>
                  <a:pt x="192298" y="255910"/>
                </a:lnTo>
                <a:lnTo>
                  <a:pt x="223170" y="223170"/>
                </a:lnTo>
                <a:lnTo>
                  <a:pt x="255910" y="192298"/>
                </a:lnTo>
                <a:lnTo>
                  <a:pt x="290429" y="163383"/>
                </a:lnTo>
                <a:lnTo>
                  <a:pt x="326636" y="136514"/>
                </a:lnTo>
                <a:lnTo>
                  <a:pt x="364444" y="111781"/>
                </a:lnTo>
                <a:lnTo>
                  <a:pt x="403763" y="89272"/>
                </a:lnTo>
                <a:lnTo>
                  <a:pt x="444504" y="69078"/>
                </a:lnTo>
                <a:lnTo>
                  <a:pt x="486577" y="51286"/>
                </a:lnTo>
                <a:lnTo>
                  <a:pt x="529893" y="35987"/>
                </a:lnTo>
                <a:lnTo>
                  <a:pt x="574363" y="23269"/>
                </a:lnTo>
                <a:lnTo>
                  <a:pt x="619898" y="13223"/>
                </a:lnTo>
                <a:lnTo>
                  <a:pt x="666409" y="5936"/>
                </a:lnTo>
                <a:lnTo>
                  <a:pt x="713805" y="1498"/>
                </a:lnTo>
                <a:lnTo>
                  <a:pt x="762000" y="0"/>
                </a:lnTo>
                <a:lnTo>
                  <a:pt x="4267199" y="0"/>
                </a:lnTo>
                <a:lnTo>
                  <a:pt x="4315394" y="1498"/>
                </a:lnTo>
                <a:lnTo>
                  <a:pt x="4362790" y="5936"/>
                </a:lnTo>
                <a:lnTo>
                  <a:pt x="4409301" y="13223"/>
                </a:lnTo>
                <a:lnTo>
                  <a:pt x="4454836" y="23269"/>
                </a:lnTo>
                <a:lnTo>
                  <a:pt x="4499306" y="35987"/>
                </a:lnTo>
                <a:lnTo>
                  <a:pt x="4542622" y="51286"/>
                </a:lnTo>
                <a:lnTo>
                  <a:pt x="4584695" y="69078"/>
                </a:lnTo>
                <a:lnTo>
                  <a:pt x="4625436" y="89272"/>
                </a:lnTo>
                <a:lnTo>
                  <a:pt x="4664755" y="111781"/>
                </a:lnTo>
                <a:lnTo>
                  <a:pt x="4702563" y="136514"/>
                </a:lnTo>
                <a:lnTo>
                  <a:pt x="4738770" y="163383"/>
                </a:lnTo>
                <a:lnTo>
                  <a:pt x="4773289" y="192298"/>
                </a:lnTo>
                <a:lnTo>
                  <a:pt x="4806029" y="223170"/>
                </a:lnTo>
                <a:lnTo>
                  <a:pt x="4836901" y="255910"/>
                </a:lnTo>
                <a:lnTo>
                  <a:pt x="4865816" y="290429"/>
                </a:lnTo>
                <a:lnTo>
                  <a:pt x="4892685" y="326636"/>
                </a:lnTo>
                <a:lnTo>
                  <a:pt x="4917418" y="364444"/>
                </a:lnTo>
                <a:lnTo>
                  <a:pt x="4939927" y="403763"/>
                </a:lnTo>
                <a:lnTo>
                  <a:pt x="4960121" y="444504"/>
                </a:lnTo>
                <a:lnTo>
                  <a:pt x="4977913" y="486577"/>
                </a:lnTo>
                <a:lnTo>
                  <a:pt x="4993212" y="529893"/>
                </a:lnTo>
                <a:lnTo>
                  <a:pt x="5005930" y="574363"/>
                </a:lnTo>
                <a:lnTo>
                  <a:pt x="5015976" y="619898"/>
                </a:lnTo>
                <a:lnTo>
                  <a:pt x="5023263" y="666409"/>
                </a:lnTo>
                <a:lnTo>
                  <a:pt x="5027701" y="713805"/>
                </a:lnTo>
                <a:lnTo>
                  <a:pt x="5029199" y="762000"/>
                </a:lnTo>
                <a:lnTo>
                  <a:pt x="5029199" y="3810000"/>
                </a:lnTo>
                <a:lnTo>
                  <a:pt x="5027701" y="3858194"/>
                </a:lnTo>
                <a:lnTo>
                  <a:pt x="5023263" y="3905590"/>
                </a:lnTo>
                <a:lnTo>
                  <a:pt x="5015976" y="3952101"/>
                </a:lnTo>
                <a:lnTo>
                  <a:pt x="5005930" y="3997636"/>
                </a:lnTo>
                <a:lnTo>
                  <a:pt x="4993212" y="4042106"/>
                </a:lnTo>
                <a:lnTo>
                  <a:pt x="4977913" y="4085422"/>
                </a:lnTo>
                <a:lnTo>
                  <a:pt x="4960121" y="4127495"/>
                </a:lnTo>
                <a:lnTo>
                  <a:pt x="4939927" y="4168236"/>
                </a:lnTo>
                <a:lnTo>
                  <a:pt x="4917418" y="4207555"/>
                </a:lnTo>
                <a:lnTo>
                  <a:pt x="4892685" y="4245363"/>
                </a:lnTo>
                <a:lnTo>
                  <a:pt x="4865816" y="4281570"/>
                </a:lnTo>
                <a:lnTo>
                  <a:pt x="4836901" y="4316089"/>
                </a:lnTo>
                <a:lnTo>
                  <a:pt x="4806029" y="4348829"/>
                </a:lnTo>
                <a:lnTo>
                  <a:pt x="4773289" y="4379701"/>
                </a:lnTo>
                <a:lnTo>
                  <a:pt x="4738770" y="4408616"/>
                </a:lnTo>
                <a:lnTo>
                  <a:pt x="4702563" y="4435485"/>
                </a:lnTo>
                <a:lnTo>
                  <a:pt x="4664755" y="4460218"/>
                </a:lnTo>
                <a:lnTo>
                  <a:pt x="4625436" y="4482727"/>
                </a:lnTo>
                <a:lnTo>
                  <a:pt x="4584695" y="4502921"/>
                </a:lnTo>
                <a:lnTo>
                  <a:pt x="4542622" y="4520713"/>
                </a:lnTo>
                <a:lnTo>
                  <a:pt x="4499306" y="4536012"/>
                </a:lnTo>
                <a:lnTo>
                  <a:pt x="4454836" y="4548730"/>
                </a:lnTo>
                <a:lnTo>
                  <a:pt x="4409301" y="4558776"/>
                </a:lnTo>
                <a:lnTo>
                  <a:pt x="4362790" y="4566063"/>
                </a:lnTo>
                <a:lnTo>
                  <a:pt x="4315394" y="4570501"/>
                </a:lnTo>
                <a:lnTo>
                  <a:pt x="4267199" y="4572000"/>
                </a:lnTo>
                <a:lnTo>
                  <a:pt x="762000" y="4572000"/>
                </a:lnTo>
                <a:lnTo>
                  <a:pt x="713805" y="4570501"/>
                </a:lnTo>
                <a:lnTo>
                  <a:pt x="666409" y="4566063"/>
                </a:lnTo>
                <a:lnTo>
                  <a:pt x="619898" y="4558776"/>
                </a:lnTo>
                <a:lnTo>
                  <a:pt x="574363" y="4548730"/>
                </a:lnTo>
                <a:lnTo>
                  <a:pt x="529893" y="4536012"/>
                </a:lnTo>
                <a:lnTo>
                  <a:pt x="486577" y="4520713"/>
                </a:lnTo>
                <a:lnTo>
                  <a:pt x="444504" y="4502921"/>
                </a:lnTo>
                <a:lnTo>
                  <a:pt x="403763" y="4482727"/>
                </a:lnTo>
                <a:lnTo>
                  <a:pt x="364444" y="4460218"/>
                </a:lnTo>
                <a:lnTo>
                  <a:pt x="326636" y="4435485"/>
                </a:lnTo>
                <a:lnTo>
                  <a:pt x="290429" y="4408616"/>
                </a:lnTo>
                <a:lnTo>
                  <a:pt x="255910" y="4379701"/>
                </a:lnTo>
                <a:lnTo>
                  <a:pt x="223170" y="4348829"/>
                </a:lnTo>
                <a:lnTo>
                  <a:pt x="192298" y="4316089"/>
                </a:lnTo>
                <a:lnTo>
                  <a:pt x="163383" y="4281570"/>
                </a:lnTo>
                <a:lnTo>
                  <a:pt x="136514" y="4245363"/>
                </a:lnTo>
                <a:lnTo>
                  <a:pt x="111781" y="4207555"/>
                </a:lnTo>
                <a:lnTo>
                  <a:pt x="89272" y="4168236"/>
                </a:lnTo>
                <a:lnTo>
                  <a:pt x="69078" y="4127495"/>
                </a:lnTo>
                <a:lnTo>
                  <a:pt x="51286" y="4085422"/>
                </a:lnTo>
                <a:lnTo>
                  <a:pt x="35987" y="4042106"/>
                </a:lnTo>
                <a:lnTo>
                  <a:pt x="23269" y="3997636"/>
                </a:lnTo>
                <a:lnTo>
                  <a:pt x="13223" y="3952101"/>
                </a:lnTo>
                <a:lnTo>
                  <a:pt x="5936" y="3905590"/>
                </a:lnTo>
                <a:lnTo>
                  <a:pt x="1498" y="3858194"/>
                </a:lnTo>
                <a:lnTo>
                  <a:pt x="0" y="3810000"/>
                </a:lnTo>
                <a:lnTo>
                  <a:pt x="0" y="762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62528" y="2019300"/>
            <a:ext cx="5134356" cy="1234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05961" y="2058161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762000" y="457200"/>
                </a:moveTo>
                <a:lnTo>
                  <a:pt x="0" y="457200"/>
                </a:lnTo>
                <a:lnTo>
                  <a:pt x="381000" y="838200"/>
                </a:lnTo>
                <a:lnTo>
                  <a:pt x="762000" y="457200"/>
                </a:lnTo>
                <a:close/>
              </a:path>
              <a:path w="762000" h="838200">
                <a:moveTo>
                  <a:pt x="571500" y="0"/>
                </a:moveTo>
                <a:lnTo>
                  <a:pt x="190500" y="0"/>
                </a:lnTo>
                <a:lnTo>
                  <a:pt x="190500" y="457200"/>
                </a:lnTo>
                <a:lnTo>
                  <a:pt x="571500" y="457200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54161" y="1448561"/>
            <a:ext cx="762000" cy="838200"/>
          </a:xfrm>
          <a:custGeom>
            <a:avLst/>
            <a:gdLst/>
            <a:ahLst/>
            <a:cxnLst/>
            <a:rect l="l" t="t" r="r" b="b"/>
            <a:pathLst>
              <a:path w="762000" h="838200">
                <a:moveTo>
                  <a:pt x="0" y="457200"/>
                </a:moveTo>
                <a:lnTo>
                  <a:pt x="190500" y="457200"/>
                </a:lnTo>
                <a:lnTo>
                  <a:pt x="190500" y="0"/>
                </a:lnTo>
                <a:lnTo>
                  <a:pt x="571500" y="0"/>
                </a:lnTo>
                <a:lnTo>
                  <a:pt x="571500" y="457200"/>
                </a:lnTo>
                <a:lnTo>
                  <a:pt x="762000" y="457200"/>
                </a:lnTo>
                <a:lnTo>
                  <a:pt x="381000" y="838200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13732" y="1560575"/>
            <a:ext cx="2717291" cy="3063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50561" y="1597405"/>
            <a:ext cx="2644140" cy="2322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02121" y="1766442"/>
            <a:ext cx="67183" cy="707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02121" y="1653158"/>
            <a:ext cx="67183" cy="7061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38215" y="1644269"/>
            <a:ext cx="64135" cy="95250"/>
          </a:xfrm>
          <a:custGeom>
            <a:avLst/>
            <a:gdLst/>
            <a:ahLst/>
            <a:cxnLst/>
            <a:rect l="l" t="t" r="r" b="b"/>
            <a:pathLst>
              <a:path w="64135" h="95250">
                <a:moveTo>
                  <a:pt x="31750" y="0"/>
                </a:moveTo>
                <a:lnTo>
                  <a:pt x="0" y="95250"/>
                </a:lnTo>
                <a:lnTo>
                  <a:pt x="63754" y="95250"/>
                </a:lnTo>
                <a:lnTo>
                  <a:pt x="32004" y="0"/>
                </a:lnTo>
                <a:lnTo>
                  <a:pt x="3175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38900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45847" y="5461"/>
                </a:lnTo>
                <a:lnTo>
                  <a:pt x="41783" y="3048"/>
                </a:lnTo>
                <a:lnTo>
                  <a:pt x="37591" y="1524"/>
                </a:lnTo>
                <a:lnTo>
                  <a:pt x="33147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49923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7" y="76073"/>
                </a:lnTo>
                <a:lnTo>
                  <a:pt x="27686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45847" y="5461"/>
                </a:lnTo>
                <a:lnTo>
                  <a:pt x="41783" y="3048"/>
                </a:lnTo>
                <a:lnTo>
                  <a:pt x="37591" y="1524"/>
                </a:lnTo>
                <a:lnTo>
                  <a:pt x="33147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23332" y="1636648"/>
            <a:ext cx="60325" cy="76200"/>
          </a:xfrm>
          <a:custGeom>
            <a:avLst/>
            <a:gdLst/>
            <a:ahLst/>
            <a:cxnLst/>
            <a:rect l="l" t="t" r="r" b="b"/>
            <a:pathLst>
              <a:path w="60325" h="76200">
                <a:moveTo>
                  <a:pt x="0" y="0"/>
                </a:moveTo>
                <a:lnTo>
                  <a:pt x="0" y="76073"/>
                </a:lnTo>
                <a:lnTo>
                  <a:pt x="20446" y="76073"/>
                </a:lnTo>
                <a:lnTo>
                  <a:pt x="27685" y="76073"/>
                </a:lnTo>
                <a:lnTo>
                  <a:pt x="57912" y="52197"/>
                </a:lnTo>
                <a:lnTo>
                  <a:pt x="60325" y="41910"/>
                </a:lnTo>
                <a:lnTo>
                  <a:pt x="60325" y="36195"/>
                </a:lnTo>
                <a:lnTo>
                  <a:pt x="60325" y="28321"/>
                </a:lnTo>
                <a:lnTo>
                  <a:pt x="58927" y="21843"/>
                </a:lnTo>
                <a:lnTo>
                  <a:pt x="56133" y="16763"/>
                </a:lnTo>
                <a:lnTo>
                  <a:pt x="53339" y="11684"/>
                </a:lnTo>
                <a:lnTo>
                  <a:pt x="49910" y="7874"/>
                </a:lnTo>
                <a:lnTo>
                  <a:pt x="45846" y="5461"/>
                </a:lnTo>
                <a:lnTo>
                  <a:pt x="41782" y="3048"/>
                </a:lnTo>
                <a:lnTo>
                  <a:pt x="37591" y="1524"/>
                </a:lnTo>
                <a:lnTo>
                  <a:pt x="33146" y="888"/>
                </a:lnTo>
                <a:lnTo>
                  <a:pt x="28701" y="253"/>
                </a:lnTo>
                <a:lnTo>
                  <a:pt x="24129" y="0"/>
                </a:lnTo>
                <a:lnTo>
                  <a:pt x="19303" y="0"/>
                </a:lnTo>
                <a:lnTo>
                  <a:pt x="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93179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4" y="0"/>
                </a:moveTo>
                <a:lnTo>
                  <a:pt x="68325" y="0"/>
                </a:lnTo>
                <a:lnTo>
                  <a:pt x="73660" y="0"/>
                </a:lnTo>
                <a:lnTo>
                  <a:pt x="78740" y="254"/>
                </a:lnTo>
                <a:lnTo>
                  <a:pt x="83566" y="635"/>
                </a:lnTo>
                <a:lnTo>
                  <a:pt x="88392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2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6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9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9" y="220345"/>
                </a:lnTo>
                <a:lnTo>
                  <a:pt x="44577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7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8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04203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4" y="0"/>
                </a:moveTo>
                <a:lnTo>
                  <a:pt x="68325" y="0"/>
                </a:lnTo>
                <a:lnTo>
                  <a:pt x="73660" y="0"/>
                </a:lnTo>
                <a:lnTo>
                  <a:pt x="78740" y="254"/>
                </a:lnTo>
                <a:lnTo>
                  <a:pt x="83566" y="635"/>
                </a:lnTo>
                <a:lnTo>
                  <a:pt x="88392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2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6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5" y="222250"/>
                </a:lnTo>
                <a:lnTo>
                  <a:pt x="42545" y="223012"/>
                </a:lnTo>
                <a:lnTo>
                  <a:pt x="40767" y="223520"/>
                </a:lnTo>
                <a:lnTo>
                  <a:pt x="39116" y="224155"/>
                </a:lnTo>
                <a:lnTo>
                  <a:pt x="36703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5" y="225425"/>
                </a:lnTo>
                <a:lnTo>
                  <a:pt x="22733" y="225425"/>
                </a:lnTo>
                <a:lnTo>
                  <a:pt x="18415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8" y="222250"/>
                </a:lnTo>
                <a:lnTo>
                  <a:pt x="1143" y="221234"/>
                </a:lnTo>
                <a:lnTo>
                  <a:pt x="381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8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4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11240" y="1592199"/>
            <a:ext cx="165354" cy="24663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77611" y="1601342"/>
            <a:ext cx="153670" cy="225425"/>
          </a:xfrm>
          <a:custGeom>
            <a:avLst/>
            <a:gdLst/>
            <a:ahLst/>
            <a:cxnLst/>
            <a:rect l="l" t="t" r="r" b="b"/>
            <a:pathLst>
              <a:path w="153670" h="225425">
                <a:moveTo>
                  <a:pt x="15493" y="0"/>
                </a:moveTo>
                <a:lnTo>
                  <a:pt x="68325" y="0"/>
                </a:lnTo>
                <a:lnTo>
                  <a:pt x="73660" y="0"/>
                </a:lnTo>
                <a:lnTo>
                  <a:pt x="78739" y="254"/>
                </a:lnTo>
                <a:lnTo>
                  <a:pt x="83565" y="635"/>
                </a:lnTo>
                <a:lnTo>
                  <a:pt x="88391" y="1016"/>
                </a:lnTo>
                <a:lnTo>
                  <a:pt x="94107" y="1905"/>
                </a:lnTo>
                <a:lnTo>
                  <a:pt x="100837" y="3302"/>
                </a:lnTo>
                <a:lnTo>
                  <a:pt x="107441" y="4572"/>
                </a:lnTo>
                <a:lnTo>
                  <a:pt x="114300" y="6985"/>
                </a:lnTo>
                <a:lnTo>
                  <a:pt x="121158" y="10668"/>
                </a:lnTo>
                <a:lnTo>
                  <a:pt x="128015" y="14224"/>
                </a:lnTo>
                <a:lnTo>
                  <a:pt x="152400" y="50800"/>
                </a:lnTo>
                <a:lnTo>
                  <a:pt x="153670" y="59055"/>
                </a:lnTo>
                <a:lnTo>
                  <a:pt x="153670" y="68199"/>
                </a:lnTo>
                <a:lnTo>
                  <a:pt x="144541" y="108628"/>
                </a:lnTo>
                <a:lnTo>
                  <a:pt x="110859" y="138471"/>
                </a:lnTo>
                <a:lnTo>
                  <a:pt x="64388" y="146558"/>
                </a:lnTo>
                <a:lnTo>
                  <a:pt x="45720" y="146558"/>
                </a:lnTo>
                <a:lnTo>
                  <a:pt x="45720" y="218186"/>
                </a:lnTo>
                <a:lnTo>
                  <a:pt x="45720" y="219329"/>
                </a:lnTo>
                <a:lnTo>
                  <a:pt x="45338" y="220345"/>
                </a:lnTo>
                <a:lnTo>
                  <a:pt x="44576" y="221234"/>
                </a:lnTo>
                <a:lnTo>
                  <a:pt x="43814" y="222250"/>
                </a:lnTo>
                <a:lnTo>
                  <a:pt x="42545" y="223012"/>
                </a:lnTo>
                <a:lnTo>
                  <a:pt x="40766" y="223520"/>
                </a:lnTo>
                <a:lnTo>
                  <a:pt x="39115" y="224155"/>
                </a:lnTo>
                <a:lnTo>
                  <a:pt x="36702" y="224536"/>
                </a:lnTo>
                <a:lnTo>
                  <a:pt x="33909" y="224917"/>
                </a:lnTo>
                <a:lnTo>
                  <a:pt x="30987" y="225298"/>
                </a:lnTo>
                <a:lnTo>
                  <a:pt x="27304" y="225425"/>
                </a:lnTo>
                <a:lnTo>
                  <a:pt x="22733" y="225425"/>
                </a:lnTo>
                <a:lnTo>
                  <a:pt x="18414" y="225425"/>
                </a:lnTo>
                <a:lnTo>
                  <a:pt x="14732" y="225298"/>
                </a:lnTo>
                <a:lnTo>
                  <a:pt x="11811" y="224917"/>
                </a:lnTo>
                <a:lnTo>
                  <a:pt x="8762" y="224536"/>
                </a:lnTo>
                <a:lnTo>
                  <a:pt x="6476" y="224155"/>
                </a:lnTo>
                <a:lnTo>
                  <a:pt x="4699" y="223520"/>
                </a:lnTo>
                <a:lnTo>
                  <a:pt x="3048" y="223012"/>
                </a:lnTo>
                <a:lnTo>
                  <a:pt x="1777" y="222250"/>
                </a:lnTo>
                <a:lnTo>
                  <a:pt x="1142" y="221234"/>
                </a:lnTo>
                <a:lnTo>
                  <a:pt x="380" y="220345"/>
                </a:lnTo>
                <a:lnTo>
                  <a:pt x="0" y="219329"/>
                </a:lnTo>
                <a:lnTo>
                  <a:pt x="0" y="218186"/>
                </a:lnTo>
                <a:lnTo>
                  <a:pt x="0" y="16383"/>
                </a:lnTo>
                <a:lnTo>
                  <a:pt x="0" y="10922"/>
                </a:lnTo>
                <a:lnTo>
                  <a:pt x="1524" y="6858"/>
                </a:lnTo>
                <a:lnTo>
                  <a:pt x="4317" y="4064"/>
                </a:lnTo>
                <a:lnTo>
                  <a:pt x="7112" y="1397"/>
                </a:lnTo>
                <a:lnTo>
                  <a:pt x="10922" y="0"/>
                </a:lnTo>
                <a:lnTo>
                  <a:pt x="15493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03876" y="1601342"/>
            <a:ext cx="133350" cy="224790"/>
          </a:xfrm>
          <a:custGeom>
            <a:avLst/>
            <a:gdLst/>
            <a:ahLst/>
            <a:cxnLst/>
            <a:rect l="l" t="t" r="r" b="b"/>
            <a:pathLst>
              <a:path w="133350" h="224789">
                <a:moveTo>
                  <a:pt x="13588" y="0"/>
                </a:moveTo>
                <a:lnTo>
                  <a:pt x="125602" y="0"/>
                </a:lnTo>
                <a:lnTo>
                  <a:pt x="126619" y="0"/>
                </a:lnTo>
                <a:lnTo>
                  <a:pt x="127508" y="381"/>
                </a:lnTo>
                <a:lnTo>
                  <a:pt x="128397" y="889"/>
                </a:lnTo>
                <a:lnTo>
                  <a:pt x="129159" y="1524"/>
                </a:lnTo>
                <a:lnTo>
                  <a:pt x="129921" y="2540"/>
                </a:lnTo>
                <a:lnTo>
                  <a:pt x="130428" y="3937"/>
                </a:lnTo>
                <a:lnTo>
                  <a:pt x="131063" y="5334"/>
                </a:lnTo>
                <a:lnTo>
                  <a:pt x="131445" y="7239"/>
                </a:lnTo>
                <a:lnTo>
                  <a:pt x="131699" y="9525"/>
                </a:lnTo>
                <a:lnTo>
                  <a:pt x="132079" y="11811"/>
                </a:lnTo>
                <a:lnTo>
                  <a:pt x="132207" y="14605"/>
                </a:lnTo>
                <a:lnTo>
                  <a:pt x="132207" y="18034"/>
                </a:lnTo>
                <a:lnTo>
                  <a:pt x="132207" y="21336"/>
                </a:lnTo>
                <a:lnTo>
                  <a:pt x="132079" y="24003"/>
                </a:lnTo>
                <a:lnTo>
                  <a:pt x="131699" y="26289"/>
                </a:lnTo>
                <a:lnTo>
                  <a:pt x="131445" y="28575"/>
                </a:lnTo>
                <a:lnTo>
                  <a:pt x="131063" y="30353"/>
                </a:lnTo>
                <a:lnTo>
                  <a:pt x="130428" y="31750"/>
                </a:lnTo>
                <a:lnTo>
                  <a:pt x="129921" y="33147"/>
                </a:lnTo>
                <a:lnTo>
                  <a:pt x="129159" y="34162"/>
                </a:lnTo>
                <a:lnTo>
                  <a:pt x="128397" y="34798"/>
                </a:lnTo>
                <a:lnTo>
                  <a:pt x="127508" y="35433"/>
                </a:lnTo>
                <a:lnTo>
                  <a:pt x="126619" y="35814"/>
                </a:lnTo>
                <a:lnTo>
                  <a:pt x="125602" y="35814"/>
                </a:lnTo>
                <a:lnTo>
                  <a:pt x="45465" y="35814"/>
                </a:lnTo>
                <a:lnTo>
                  <a:pt x="45465" y="90551"/>
                </a:lnTo>
                <a:lnTo>
                  <a:pt x="113284" y="90551"/>
                </a:lnTo>
                <a:lnTo>
                  <a:pt x="114300" y="90551"/>
                </a:lnTo>
                <a:lnTo>
                  <a:pt x="120014" y="104775"/>
                </a:lnTo>
                <a:lnTo>
                  <a:pt x="120014" y="108077"/>
                </a:lnTo>
                <a:lnTo>
                  <a:pt x="120014" y="111379"/>
                </a:lnTo>
                <a:lnTo>
                  <a:pt x="119887" y="114173"/>
                </a:lnTo>
                <a:lnTo>
                  <a:pt x="119634" y="116332"/>
                </a:lnTo>
                <a:lnTo>
                  <a:pt x="119379" y="118618"/>
                </a:lnTo>
                <a:lnTo>
                  <a:pt x="114300" y="125349"/>
                </a:lnTo>
                <a:lnTo>
                  <a:pt x="113284" y="125349"/>
                </a:lnTo>
                <a:lnTo>
                  <a:pt x="45465" y="125349"/>
                </a:lnTo>
                <a:lnTo>
                  <a:pt x="45465" y="188722"/>
                </a:lnTo>
                <a:lnTo>
                  <a:pt x="126237" y="188722"/>
                </a:lnTo>
                <a:lnTo>
                  <a:pt x="127381" y="188722"/>
                </a:lnTo>
                <a:lnTo>
                  <a:pt x="132587" y="198120"/>
                </a:lnTo>
                <a:lnTo>
                  <a:pt x="132841" y="200406"/>
                </a:lnTo>
                <a:lnTo>
                  <a:pt x="133096" y="203200"/>
                </a:lnTo>
                <a:lnTo>
                  <a:pt x="133096" y="206502"/>
                </a:lnTo>
                <a:lnTo>
                  <a:pt x="133096" y="209931"/>
                </a:lnTo>
                <a:lnTo>
                  <a:pt x="129159" y="223393"/>
                </a:lnTo>
                <a:lnTo>
                  <a:pt x="128270" y="224028"/>
                </a:lnTo>
                <a:lnTo>
                  <a:pt x="127381" y="224409"/>
                </a:lnTo>
                <a:lnTo>
                  <a:pt x="126237" y="224409"/>
                </a:lnTo>
                <a:lnTo>
                  <a:pt x="13588" y="224409"/>
                </a:lnTo>
                <a:lnTo>
                  <a:pt x="9778" y="224409"/>
                </a:lnTo>
                <a:lnTo>
                  <a:pt x="6603" y="223266"/>
                </a:lnTo>
                <a:lnTo>
                  <a:pt x="3937" y="220980"/>
                </a:lnTo>
                <a:lnTo>
                  <a:pt x="1397" y="218821"/>
                </a:lnTo>
                <a:lnTo>
                  <a:pt x="0" y="215137"/>
                </a:lnTo>
                <a:lnTo>
                  <a:pt x="0" y="210058"/>
                </a:lnTo>
                <a:lnTo>
                  <a:pt x="0" y="14478"/>
                </a:lnTo>
                <a:lnTo>
                  <a:pt x="0" y="9398"/>
                </a:lnTo>
                <a:lnTo>
                  <a:pt x="1397" y="5715"/>
                </a:lnTo>
                <a:lnTo>
                  <a:pt x="3937" y="3429"/>
                </a:lnTo>
                <a:lnTo>
                  <a:pt x="6603" y="1143"/>
                </a:lnTo>
                <a:lnTo>
                  <a:pt x="9778" y="0"/>
                </a:lnTo>
                <a:lnTo>
                  <a:pt x="1358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06264" y="1601342"/>
            <a:ext cx="172085" cy="225425"/>
          </a:xfrm>
          <a:custGeom>
            <a:avLst/>
            <a:gdLst/>
            <a:ahLst/>
            <a:cxnLst/>
            <a:rect l="l" t="t" r="r" b="b"/>
            <a:pathLst>
              <a:path w="172085" h="225425">
                <a:moveTo>
                  <a:pt x="6858" y="0"/>
                </a:moveTo>
                <a:lnTo>
                  <a:pt x="164973" y="0"/>
                </a:lnTo>
                <a:lnTo>
                  <a:pt x="165988" y="0"/>
                </a:lnTo>
                <a:lnTo>
                  <a:pt x="166877" y="381"/>
                </a:lnTo>
                <a:lnTo>
                  <a:pt x="167766" y="1016"/>
                </a:lnTo>
                <a:lnTo>
                  <a:pt x="168656" y="1651"/>
                </a:lnTo>
                <a:lnTo>
                  <a:pt x="169418" y="2667"/>
                </a:lnTo>
                <a:lnTo>
                  <a:pt x="169925" y="4064"/>
                </a:lnTo>
                <a:lnTo>
                  <a:pt x="170561" y="5587"/>
                </a:lnTo>
                <a:lnTo>
                  <a:pt x="170941" y="7493"/>
                </a:lnTo>
                <a:lnTo>
                  <a:pt x="171323" y="9906"/>
                </a:lnTo>
                <a:lnTo>
                  <a:pt x="171576" y="12319"/>
                </a:lnTo>
                <a:lnTo>
                  <a:pt x="171703" y="15367"/>
                </a:lnTo>
                <a:lnTo>
                  <a:pt x="171703" y="18796"/>
                </a:lnTo>
                <a:lnTo>
                  <a:pt x="171703" y="22098"/>
                </a:lnTo>
                <a:lnTo>
                  <a:pt x="169925" y="33020"/>
                </a:lnTo>
                <a:lnTo>
                  <a:pt x="169418" y="34544"/>
                </a:lnTo>
                <a:lnTo>
                  <a:pt x="168656" y="35560"/>
                </a:lnTo>
                <a:lnTo>
                  <a:pt x="167766" y="36322"/>
                </a:lnTo>
                <a:lnTo>
                  <a:pt x="166877" y="36957"/>
                </a:lnTo>
                <a:lnTo>
                  <a:pt x="165988" y="37337"/>
                </a:lnTo>
                <a:lnTo>
                  <a:pt x="164973" y="37337"/>
                </a:lnTo>
                <a:lnTo>
                  <a:pt x="108712" y="37337"/>
                </a:lnTo>
                <a:lnTo>
                  <a:pt x="108712" y="218186"/>
                </a:lnTo>
                <a:lnTo>
                  <a:pt x="108712" y="219329"/>
                </a:lnTo>
                <a:lnTo>
                  <a:pt x="108331" y="220345"/>
                </a:lnTo>
                <a:lnTo>
                  <a:pt x="107696" y="221234"/>
                </a:lnTo>
                <a:lnTo>
                  <a:pt x="106934" y="222250"/>
                </a:lnTo>
                <a:lnTo>
                  <a:pt x="105663" y="223012"/>
                </a:lnTo>
                <a:lnTo>
                  <a:pt x="103886" y="223520"/>
                </a:lnTo>
                <a:lnTo>
                  <a:pt x="102235" y="224155"/>
                </a:lnTo>
                <a:lnTo>
                  <a:pt x="99822" y="224536"/>
                </a:lnTo>
                <a:lnTo>
                  <a:pt x="96900" y="224917"/>
                </a:lnTo>
                <a:lnTo>
                  <a:pt x="93980" y="225298"/>
                </a:lnTo>
                <a:lnTo>
                  <a:pt x="90297" y="225425"/>
                </a:lnTo>
                <a:lnTo>
                  <a:pt x="85851" y="225425"/>
                </a:lnTo>
                <a:lnTo>
                  <a:pt x="81534" y="225425"/>
                </a:lnTo>
                <a:lnTo>
                  <a:pt x="67818" y="223520"/>
                </a:lnTo>
                <a:lnTo>
                  <a:pt x="66166" y="223012"/>
                </a:lnTo>
                <a:lnTo>
                  <a:pt x="64897" y="222250"/>
                </a:lnTo>
                <a:lnTo>
                  <a:pt x="64135" y="221234"/>
                </a:lnTo>
                <a:lnTo>
                  <a:pt x="63373" y="220345"/>
                </a:lnTo>
                <a:lnTo>
                  <a:pt x="62991" y="219329"/>
                </a:lnTo>
                <a:lnTo>
                  <a:pt x="62991" y="218186"/>
                </a:lnTo>
                <a:lnTo>
                  <a:pt x="62991" y="37337"/>
                </a:lnTo>
                <a:lnTo>
                  <a:pt x="6858" y="37337"/>
                </a:lnTo>
                <a:lnTo>
                  <a:pt x="5714" y="37337"/>
                </a:lnTo>
                <a:lnTo>
                  <a:pt x="4699" y="36957"/>
                </a:lnTo>
                <a:lnTo>
                  <a:pt x="3810" y="36322"/>
                </a:lnTo>
                <a:lnTo>
                  <a:pt x="3048" y="35560"/>
                </a:lnTo>
                <a:lnTo>
                  <a:pt x="2412" y="34544"/>
                </a:lnTo>
                <a:lnTo>
                  <a:pt x="1777" y="33020"/>
                </a:lnTo>
                <a:lnTo>
                  <a:pt x="1143" y="31623"/>
                </a:lnTo>
                <a:lnTo>
                  <a:pt x="762" y="29718"/>
                </a:lnTo>
                <a:lnTo>
                  <a:pt x="508" y="27305"/>
                </a:lnTo>
                <a:lnTo>
                  <a:pt x="253" y="25019"/>
                </a:lnTo>
                <a:lnTo>
                  <a:pt x="0" y="22098"/>
                </a:lnTo>
                <a:lnTo>
                  <a:pt x="0" y="18796"/>
                </a:lnTo>
                <a:lnTo>
                  <a:pt x="0" y="15367"/>
                </a:lnTo>
                <a:lnTo>
                  <a:pt x="253" y="12319"/>
                </a:lnTo>
                <a:lnTo>
                  <a:pt x="508" y="9906"/>
                </a:lnTo>
                <a:lnTo>
                  <a:pt x="762" y="7493"/>
                </a:lnTo>
                <a:lnTo>
                  <a:pt x="5714" y="0"/>
                </a:lnTo>
                <a:lnTo>
                  <a:pt x="6858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81443" y="1600708"/>
            <a:ext cx="185420" cy="226060"/>
          </a:xfrm>
          <a:custGeom>
            <a:avLst/>
            <a:gdLst/>
            <a:ahLst/>
            <a:cxnLst/>
            <a:rect l="l" t="t" r="r" b="b"/>
            <a:pathLst>
              <a:path w="185420" h="226060">
                <a:moveTo>
                  <a:pt x="165100" y="0"/>
                </a:moveTo>
                <a:lnTo>
                  <a:pt x="169036" y="0"/>
                </a:lnTo>
                <a:lnTo>
                  <a:pt x="172338" y="126"/>
                </a:lnTo>
                <a:lnTo>
                  <a:pt x="175005" y="380"/>
                </a:lnTo>
                <a:lnTo>
                  <a:pt x="177673" y="762"/>
                </a:lnTo>
                <a:lnTo>
                  <a:pt x="179704" y="1142"/>
                </a:lnTo>
                <a:lnTo>
                  <a:pt x="181101" y="1904"/>
                </a:lnTo>
                <a:lnTo>
                  <a:pt x="182625" y="2539"/>
                </a:lnTo>
                <a:lnTo>
                  <a:pt x="183641" y="3428"/>
                </a:lnTo>
                <a:lnTo>
                  <a:pt x="184150" y="4317"/>
                </a:lnTo>
                <a:lnTo>
                  <a:pt x="184784" y="5206"/>
                </a:lnTo>
                <a:lnTo>
                  <a:pt x="185038" y="6350"/>
                </a:lnTo>
                <a:lnTo>
                  <a:pt x="185038" y="7492"/>
                </a:lnTo>
                <a:lnTo>
                  <a:pt x="185038" y="209041"/>
                </a:lnTo>
                <a:lnTo>
                  <a:pt x="185038" y="211708"/>
                </a:lnTo>
                <a:lnTo>
                  <a:pt x="184657" y="214121"/>
                </a:lnTo>
                <a:lnTo>
                  <a:pt x="183641" y="216153"/>
                </a:lnTo>
                <a:lnTo>
                  <a:pt x="182752" y="218312"/>
                </a:lnTo>
                <a:lnTo>
                  <a:pt x="174371" y="224408"/>
                </a:lnTo>
                <a:lnTo>
                  <a:pt x="172211" y="225043"/>
                </a:lnTo>
                <a:lnTo>
                  <a:pt x="170052" y="225425"/>
                </a:lnTo>
                <a:lnTo>
                  <a:pt x="167894" y="225425"/>
                </a:lnTo>
                <a:lnTo>
                  <a:pt x="148462" y="225425"/>
                </a:lnTo>
                <a:lnTo>
                  <a:pt x="144399" y="225425"/>
                </a:lnTo>
                <a:lnTo>
                  <a:pt x="140970" y="225043"/>
                </a:lnTo>
                <a:lnTo>
                  <a:pt x="138049" y="224154"/>
                </a:lnTo>
                <a:lnTo>
                  <a:pt x="135000" y="223392"/>
                </a:lnTo>
                <a:lnTo>
                  <a:pt x="132333" y="221868"/>
                </a:lnTo>
                <a:lnTo>
                  <a:pt x="129794" y="219709"/>
                </a:lnTo>
                <a:lnTo>
                  <a:pt x="127380" y="217677"/>
                </a:lnTo>
                <a:lnTo>
                  <a:pt x="114807" y="196976"/>
                </a:lnTo>
                <a:lnTo>
                  <a:pt x="59054" y="92075"/>
                </a:lnTo>
                <a:lnTo>
                  <a:pt x="55752" y="85851"/>
                </a:lnTo>
                <a:lnTo>
                  <a:pt x="52450" y="79120"/>
                </a:lnTo>
                <a:lnTo>
                  <a:pt x="49149" y="71881"/>
                </a:lnTo>
                <a:lnTo>
                  <a:pt x="45720" y="64642"/>
                </a:lnTo>
                <a:lnTo>
                  <a:pt x="42799" y="57657"/>
                </a:lnTo>
                <a:lnTo>
                  <a:pt x="40131" y="50800"/>
                </a:lnTo>
                <a:lnTo>
                  <a:pt x="39750" y="50800"/>
                </a:lnTo>
                <a:lnTo>
                  <a:pt x="40258" y="59054"/>
                </a:lnTo>
                <a:lnTo>
                  <a:pt x="40639" y="67437"/>
                </a:lnTo>
                <a:lnTo>
                  <a:pt x="40766" y="75691"/>
                </a:lnTo>
                <a:lnTo>
                  <a:pt x="40933" y="81930"/>
                </a:lnTo>
                <a:lnTo>
                  <a:pt x="41052" y="88264"/>
                </a:lnTo>
                <a:lnTo>
                  <a:pt x="41124" y="94694"/>
                </a:lnTo>
                <a:lnTo>
                  <a:pt x="41148" y="101218"/>
                </a:lnTo>
                <a:lnTo>
                  <a:pt x="41148" y="218566"/>
                </a:lnTo>
                <a:lnTo>
                  <a:pt x="41148" y="219837"/>
                </a:lnTo>
                <a:lnTo>
                  <a:pt x="40894" y="220852"/>
                </a:lnTo>
                <a:lnTo>
                  <a:pt x="40258" y="221741"/>
                </a:lnTo>
                <a:lnTo>
                  <a:pt x="39624" y="222630"/>
                </a:lnTo>
                <a:lnTo>
                  <a:pt x="24510" y="226059"/>
                </a:lnTo>
                <a:lnTo>
                  <a:pt x="20320" y="226059"/>
                </a:lnTo>
                <a:lnTo>
                  <a:pt x="16255" y="226059"/>
                </a:lnTo>
                <a:lnTo>
                  <a:pt x="4063" y="224027"/>
                </a:lnTo>
                <a:lnTo>
                  <a:pt x="2539" y="223392"/>
                </a:lnTo>
                <a:lnTo>
                  <a:pt x="1524" y="222630"/>
                </a:lnTo>
                <a:lnTo>
                  <a:pt x="888" y="221741"/>
                </a:lnTo>
                <a:lnTo>
                  <a:pt x="380" y="220852"/>
                </a:lnTo>
                <a:lnTo>
                  <a:pt x="0" y="219837"/>
                </a:lnTo>
                <a:lnTo>
                  <a:pt x="0" y="218566"/>
                </a:lnTo>
                <a:lnTo>
                  <a:pt x="0" y="17017"/>
                </a:lnTo>
                <a:lnTo>
                  <a:pt x="0" y="11556"/>
                </a:lnTo>
                <a:lnTo>
                  <a:pt x="1650" y="7492"/>
                </a:lnTo>
                <a:lnTo>
                  <a:pt x="4825" y="4699"/>
                </a:lnTo>
                <a:lnTo>
                  <a:pt x="8000" y="2031"/>
                </a:lnTo>
                <a:lnTo>
                  <a:pt x="11937" y="634"/>
                </a:lnTo>
                <a:lnTo>
                  <a:pt x="16509" y="634"/>
                </a:lnTo>
                <a:lnTo>
                  <a:pt x="41021" y="634"/>
                </a:lnTo>
                <a:lnTo>
                  <a:pt x="45338" y="634"/>
                </a:lnTo>
                <a:lnTo>
                  <a:pt x="49022" y="1015"/>
                </a:lnTo>
                <a:lnTo>
                  <a:pt x="52070" y="1777"/>
                </a:lnTo>
                <a:lnTo>
                  <a:pt x="55117" y="2539"/>
                </a:lnTo>
                <a:lnTo>
                  <a:pt x="57784" y="3809"/>
                </a:lnTo>
                <a:lnTo>
                  <a:pt x="60198" y="5587"/>
                </a:lnTo>
                <a:lnTo>
                  <a:pt x="62483" y="7238"/>
                </a:lnTo>
                <a:lnTo>
                  <a:pt x="64770" y="9651"/>
                </a:lnTo>
                <a:lnTo>
                  <a:pt x="66801" y="12700"/>
                </a:lnTo>
                <a:lnTo>
                  <a:pt x="68833" y="15747"/>
                </a:lnTo>
                <a:lnTo>
                  <a:pt x="70992" y="19557"/>
                </a:lnTo>
                <a:lnTo>
                  <a:pt x="73278" y="24129"/>
                </a:lnTo>
                <a:lnTo>
                  <a:pt x="116966" y="106044"/>
                </a:lnTo>
                <a:lnTo>
                  <a:pt x="119506" y="111125"/>
                </a:lnTo>
                <a:lnTo>
                  <a:pt x="121920" y="115950"/>
                </a:lnTo>
                <a:lnTo>
                  <a:pt x="124459" y="120776"/>
                </a:lnTo>
                <a:lnTo>
                  <a:pt x="127000" y="125602"/>
                </a:lnTo>
                <a:lnTo>
                  <a:pt x="129412" y="130301"/>
                </a:lnTo>
                <a:lnTo>
                  <a:pt x="131699" y="135127"/>
                </a:lnTo>
                <a:lnTo>
                  <a:pt x="133984" y="139953"/>
                </a:lnTo>
                <a:lnTo>
                  <a:pt x="136271" y="144652"/>
                </a:lnTo>
                <a:lnTo>
                  <a:pt x="138429" y="149225"/>
                </a:lnTo>
                <a:lnTo>
                  <a:pt x="140588" y="153924"/>
                </a:lnTo>
                <a:lnTo>
                  <a:pt x="142748" y="158495"/>
                </a:lnTo>
                <a:lnTo>
                  <a:pt x="144779" y="163194"/>
                </a:lnTo>
                <a:lnTo>
                  <a:pt x="145033" y="163194"/>
                </a:lnTo>
                <a:lnTo>
                  <a:pt x="144772" y="157029"/>
                </a:lnTo>
                <a:lnTo>
                  <a:pt x="144557" y="150733"/>
                </a:lnTo>
                <a:lnTo>
                  <a:pt x="144391" y="144317"/>
                </a:lnTo>
                <a:lnTo>
                  <a:pt x="144272" y="137794"/>
                </a:lnTo>
                <a:lnTo>
                  <a:pt x="144017" y="129031"/>
                </a:lnTo>
                <a:lnTo>
                  <a:pt x="144017" y="120650"/>
                </a:lnTo>
                <a:lnTo>
                  <a:pt x="144017" y="112649"/>
                </a:lnTo>
                <a:lnTo>
                  <a:pt x="144017" y="7492"/>
                </a:lnTo>
                <a:lnTo>
                  <a:pt x="144017" y="6350"/>
                </a:lnTo>
                <a:lnTo>
                  <a:pt x="144272" y="5206"/>
                </a:lnTo>
                <a:lnTo>
                  <a:pt x="145033" y="4317"/>
                </a:lnTo>
                <a:lnTo>
                  <a:pt x="145669" y="3428"/>
                </a:lnTo>
                <a:lnTo>
                  <a:pt x="146811" y="2539"/>
                </a:lnTo>
                <a:lnTo>
                  <a:pt x="148462" y="1904"/>
                </a:lnTo>
                <a:lnTo>
                  <a:pt x="150113" y="1142"/>
                </a:lnTo>
                <a:lnTo>
                  <a:pt x="152273" y="762"/>
                </a:lnTo>
                <a:lnTo>
                  <a:pt x="154939" y="380"/>
                </a:lnTo>
                <a:lnTo>
                  <a:pt x="157606" y="126"/>
                </a:lnTo>
                <a:lnTo>
                  <a:pt x="160908" y="0"/>
                </a:lnTo>
                <a:lnTo>
                  <a:pt x="1651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86956" y="1600327"/>
            <a:ext cx="46355" cy="226695"/>
          </a:xfrm>
          <a:custGeom>
            <a:avLst/>
            <a:gdLst/>
            <a:ahLst/>
            <a:cxnLst/>
            <a:rect l="l" t="t" r="r" b="b"/>
            <a:pathLst>
              <a:path w="46354" h="226694">
                <a:moveTo>
                  <a:pt x="22987" y="0"/>
                </a:moveTo>
                <a:lnTo>
                  <a:pt x="27432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219201"/>
                </a:lnTo>
                <a:lnTo>
                  <a:pt x="45847" y="220345"/>
                </a:lnTo>
                <a:lnTo>
                  <a:pt x="45466" y="221361"/>
                </a:lnTo>
                <a:lnTo>
                  <a:pt x="44703" y="222250"/>
                </a:lnTo>
                <a:lnTo>
                  <a:pt x="43942" y="223265"/>
                </a:lnTo>
                <a:lnTo>
                  <a:pt x="42672" y="224027"/>
                </a:lnTo>
                <a:lnTo>
                  <a:pt x="41021" y="224536"/>
                </a:lnTo>
                <a:lnTo>
                  <a:pt x="39243" y="225171"/>
                </a:lnTo>
                <a:lnTo>
                  <a:pt x="36957" y="225551"/>
                </a:lnTo>
                <a:lnTo>
                  <a:pt x="34036" y="225933"/>
                </a:lnTo>
                <a:lnTo>
                  <a:pt x="31115" y="226313"/>
                </a:lnTo>
                <a:lnTo>
                  <a:pt x="27432" y="226440"/>
                </a:lnTo>
                <a:lnTo>
                  <a:pt x="22987" y="226440"/>
                </a:lnTo>
                <a:lnTo>
                  <a:pt x="18542" y="226440"/>
                </a:lnTo>
                <a:lnTo>
                  <a:pt x="4952" y="224536"/>
                </a:lnTo>
                <a:lnTo>
                  <a:pt x="3175" y="224027"/>
                </a:lnTo>
                <a:lnTo>
                  <a:pt x="1904" y="223265"/>
                </a:lnTo>
                <a:lnTo>
                  <a:pt x="1143" y="222250"/>
                </a:lnTo>
                <a:lnTo>
                  <a:pt x="380" y="221361"/>
                </a:lnTo>
                <a:lnTo>
                  <a:pt x="0" y="220345"/>
                </a:lnTo>
                <a:lnTo>
                  <a:pt x="0" y="219201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81216" y="1600327"/>
            <a:ext cx="178435" cy="226695"/>
          </a:xfrm>
          <a:custGeom>
            <a:avLst/>
            <a:gdLst/>
            <a:ahLst/>
            <a:cxnLst/>
            <a:rect l="l" t="t" r="r" b="b"/>
            <a:pathLst>
              <a:path w="178434" h="226694">
                <a:moveTo>
                  <a:pt x="24002" y="0"/>
                </a:moveTo>
                <a:lnTo>
                  <a:pt x="29336" y="0"/>
                </a:lnTo>
                <a:lnTo>
                  <a:pt x="33527" y="126"/>
                </a:lnTo>
                <a:lnTo>
                  <a:pt x="36702" y="381"/>
                </a:lnTo>
                <a:lnTo>
                  <a:pt x="39877" y="635"/>
                </a:lnTo>
                <a:lnTo>
                  <a:pt x="48386" y="4190"/>
                </a:lnTo>
                <a:lnTo>
                  <a:pt x="49275" y="5207"/>
                </a:lnTo>
                <a:lnTo>
                  <a:pt x="50037" y="6603"/>
                </a:lnTo>
                <a:lnTo>
                  <a:pt x="50926" y="8127"/>
                </a:lnTo>
                <a:lnTo>
                  <a:pt x="75818" y="63373"/>
                </a:lnTo>
                <a:lnTo>
                  <a:pt x="90169" y="98678"/>
                </a:lnTo>
                <a:lnTo>
                  <a:pt x="90550" y="98678"/>
                </a:lnTo>
                <a:lnTo>
                  <a:pt x="92836" y="92456"/>
                </a:lnTo>
                <a:lnTo>
                  <a:pt x="94995" y="86360"/>
                </a:lnTo>
                <a:lnTo>
                  <a:pt x="97281" y="80518"/>
                </a:lnTo>
                <a:lnTo>
                  <a:pt x="99694" y="74549"/>
                </a:lnTo>
                <a:lnTo>
                  <a:pt x="101853" y="68961"/>
                </a:lnTo>
                <a:lnTo>
                  <a:pt x="104139" y="63626"/>
                </a:lnTo>
                <a:lnTo>
                  <a:pt x="128777" y="8889"/>
                </a:lnTo>
                <a:lnTo>
                  <a:pt x="129285" y="6985"/>
                </a:lnTo>
                <a:lnTo>
                  <a:pt x="130048" y="5587"/>
                </a:lnTo>
                <a:lnTo>
                  <a:pt x="130936" y="4445"/>
                </a:lnTo>
                <a:lnTo>
                  <a:pt x="131699" y="3301"/>
                </a:lnTo>
                <a:lnTo>
                  <a:pt x="133095" y="2412"/>
                </a:lnTo>
                <a:lnTo>
                  <a:pt x="134747" y="1777"/>
                </a:lnTo>
                <a:lnTo>
                  <a:pt x="136525" y="1015"/>
                </a:lnTo>
                <a:lnTo>
                  <a:pt x="138937" y="635"/>
                </a:lnTo>
                <a:lnTo>
                  <a:pt x="141858" y="381"/>
                </a:lnTo>
                <a:lnTo>
                  <a:pt x="144906" y="126"/>
                </a:lnTo>
                <a:lnTo>
                  <a:pt x="148843" y="0"/>
                </a:lnTo>
                <a:lnTo>
                  <a:pt x="153924" y="0"/>
                </a:lnTo>
                <a:lnTo>
                  <a:pt x="160400" y="0"/>
                </a:lnTo>
                <a:lnTo>
                  <a:pt x="165607" y="126"/>
                </a:lnTo>
                <a:lnTo>
                  <a:pt x="169163" y="508"/>
                </a:lnTo>
                <a:lnTo>
                  <a:pt x="172847" y="762"/>
                </a:lnTo>
                <a:lnTo>
                  <a:pt x="175386" y="1524"/>
                </a:lnTo>
                <a:lnTo>
                  <a:pt x="176656" y="2667"/>
                </a:lnTo>
                <a:lnTo>
                  <a:pt x="178053" y="3937"/>
                </a:lnTo>
                <a:lnTo>
                  <a:pt x="178307" y="5714"/>
                </a:lnTo>
                <a:lnTo>
                  <a:pt x="177673" y="8127"/>
                </a:lnTo>
                <a:lnTo>
                  <a:pt x="176910" y="10540"/>
                </a:lnTo>
                <a:lnTo>
                  <a:pt x="175513" y="13843"/>
                </a:lnTo>
                <a:lnTo>
                  <a:pt x="173481" y="18034"/>
                </a:lnTo>
                <a:lnTo>
                  <a:pt x="112140" y="140335"/>
                </a:lnTo>
                <a:lnTo>
                  <a:pt x="112140" y="219201"/>
                </a:lnTo>
                <a:lnTo>
                  <a:pt x="112140" y="220345"/>
                </a:lnTo>
                <a:lnTo>
                  <a:pt x="111759" y="221361"/>
                </a:lnTo>
                <a:lnTo>
                  <a:pt x="110998" y="222250"/>
                </a:lnTo>
                <a:lnTo>
                  <a:pt x="110235" y="223265"/>
                </a:lnTo>
                <a:lnTo>
                  <a:pt x="108965" y="224027"/>
                </a:lnTo>
                <a:lnTo>
                  <a:pt x="107187" y="224536"/>
                </a:lnTo>
                <a:lnTo>
                  <a:pt x="105536" y="225171"/>
                </a:lnTo>
                <a:lnTo>
                  <a:pt x="103124" y="225551"/>
                </a:lnTo>
                <a:lnTo>
                  <a:pt x="100202" y="225933"/>
                </a:lnTo>
                <a:lnTo>
                  <a:pt x="97281" y="226313"/>
                </a:lnTo>
                <a:lnTo>
                  <a:pt x="93599" y="226440"/>
                </a:lnTo>
                <a:lnTo>
                  <a:pt x="89153" y="226440"/>
                </a:lnTo>
                <a:lnTo>
                  <a:pt x="84708" y="226440"/>
                </a:lnTo>
                <a:lnTo>
                  <a:pt x="71119" y="224536"/>
                </a:lnTo>
                <a:lnTo>
                  <a:pt x="69341" y="224027"/>
                </a:lnTo>
                <a:lnTo>
                  <a:pt x="68072" y="223265"/>
                </a:lnTo>
                <a:lnTo>
                  <a:pt x="67309" y="222250"/>
                </a:lnTo>
                <a:lnTo>
                  <a:pt x="66675" y="221361"/>
                </a:lnTo>
                <a:lnTo>
                  <a:pt x="66293" y="220345"/>
                </a:lnTo>
                <a:lnTo>
                  <a:pt x="66293" y="219201"/>
                </a:lnTo>
                <a:lnTo>
                  <a:pt x="66293" y="140335"/>
                </a:lnTo>
                <a:lnTo>
                  <a:pt x="4952" y="18034"/>
                </a:lnTo>
                <a:lnTo>
                  <a:pt x="2793" y="13843"/>
                </a:lnTo>
                <a:lnTo>
                  <a:pt x="1269" y="10413"/>
                </a:lnTo>
                <a:lnTo>
                  <a:pt x="634" y="8127"/>
                </a:lnTo>
                <a:lnTo>
                  <a:pt x="0" y="5714"/>
                </a:lnTo>
                <a:lnTo>
                  <a:pt x="380" y="3937"/>
                </a:lnTo>
                <a:lnTo>
                  <a:pt x="1777" y="2667"/>
                </a:lnTo>
                <a:lnTo>
                  <a:pt x="3048" y="1524"/>
                </a:lnTo>
                <a:lnTo>
                  <a:pt x="5460" y="762"/>
                </a:lnTo>
                <a:lnTo>
                  <a:pt x="9143" y="508"/>
                </a:lnTo>
                <a:lnTo>
                  <a:pt x="12700" y="126"/>
                </a:lnTo>
                <a:lnTo>
                  <a:pt x="17652" y="0"/>
                </a:lnTo>
                <a:lnTo>
                  <a:pt x="24002" y="0"/>
                </a:lnTo>
                <a:close/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82156" y="1600327"/>
            <a:ext cx="123825" cy="225425"/>
          </a:xfrm>
          <a:custGeom>
            <a:avLst/>
            <a:gdLst/>
            <a:ahLst/>
            <a:cxnLst/>
            <a:rect l="l" t="t" r="r" b="b"/>
            <a:pathLst>
              <a:path w="123825" h="225425">
                <a:moveTo>
                  <a:pt x="22987" y="0"/>
                </a:moveTo>
                <a:lnTo>
                  <a:pt x="27432" y="0"/>
                </a:lnTo>
                <a:lnTo>
                  <a:pt x="31115" y="253"/>
                </a:lnTo>
                <a:lnTo>
                  <a:pt x="44703" y="4190"/>
                </a:lnTo>
                <a:lnTo>
                  <a:pt x="45466" y="5080"/>
                </a:lnTo>
                <a:lnTo>
                  <a:pt x="45847" y="6096"/>
                </a:lnTo>
                <a:lnTo>
                  <a:pt x="45847" y="7365"/>
                </a:lnTo>
                <a:lnTo>
                  <a:pt x="45847" y="187833"/>
                </a:lnTo>
                <a:lnTo>
                  <a:pt x="116459" y="187833"/>
                </a:lnTo>
                <a:lnTo>
                  <a:pt x="117601" y="187833"/>
                </a:lnTo>
                <a:lnTo>
                  <a:pt x="118618" y="188087"/>
                </a:lnTo>
                <a:lnTo>
                  <a:pt x="119379" y="188722"/>
                </a:lnTo>
                <a:lnTo>
                  <a:pt x="120269" y="189357"/>
                </a:lnTo>
                <a:lnTo>
                  <a:pt x="121030" y="190373"/>
                </a:lnTo>
                <a:lnTo>
                  <a:pt x="123317" y="202946"/>
                </a:lnTo>
                <a:lnTo>
                  <a:pt x="123317" y="206375"/>
                </a:lnTo>
                <a:lnTo>
                  <a:pt x="123317" y="209803"/>
                </a:lnTo>
                <a:lnTo>
                  <a:pt x="117601" y="225425"/>
                </a:lnTo>
                <a:lnTo>
                  <a:pt x="116459" y="225425"/>
                </a:lnTo>
                <a:lnTo>
                  <a:pt x="13589" y="225425"/>
                </a:lnTo>
                <a:lnTo>
                  <a:pt x="9778" y="225425"/>
                </a:lnTo>
                <a:lnTo>
                  <a:pt x="6603" y="224282"/>
                </a:lnTo>
                <a:lnTo>
                  <a:pt x="3937" y="221996"/>
                </a:lnTo>
                <a:lnTo>
                  <a:pt x="1397" y="219837"/>
                </a:lnTo>
                <a:lnTo>
                  <a:pt x="0" y="216153"/>
                </a:lnTo>
                <a:lnTo>
                  <a:pt x="0" y="211074"/>
                </a:lnTo>
                <a:lnTo>
                  <a:pt x="0" y="7365"/>
                </a:lnTo>
                <a:lnTo>
                  <a:pt x="0" y="6096"/>
                </a:lnTo>
                <a:lnTo>
                  <a:pt x="380" y="5080"/>
                </a:lnTo>
                <a:lnTo>
                  <a:pt x="1143" y="4190"/>
                </a:lnTo>
                <a:lnTo>
                  <a:pt x="1904" y="3301"/>
                </a:lnTo>
                <a:lnTo>
                  <a:pt x="18542" y="0"/>
                </a:lnTo>
                <a:lnTo>
                  <a:pt x="22987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69127" y="1600327"/>
            <a:ext cx="207010" cy="226695"/>
          </a:xfrm>
          <a:custGeom>
            <a:avLst/>
            <a:gdLst/>
            <a:ahLst/>
            <a:cxnLst/>
            <a:rect l="l" t="t" r="r" b="b"/>
            <a:pathLst>
              <a:path w="207010" h="226694">
                <a:moveTo>
                  <a:pt x="101600" y="0"/>
                </a:moveTo>
                <a:lnTo>
                  <a:pt x="108331" y="0"/>
                </a:lnTo>
                <a:lnTo>
                  <a:pt x="113792" y="126"/>
                </a:lnTo>
                <a:lnTo>
                  <a:pt x="204088" y="208407"/>
                </a:lnTo>
                <a:lnTo>
                  <a:pt x="206628" y="218312"/>
                </a:lnTo>
                <a:lnTo>
                  <a:pt x="207010" y="220725"/>
                </a:lnTo>
                <a:lnTo>
                  <a:pt x="190753" y="226440"/>
                </a:lnTo>
                <a:lnTo>
                  <a:pt x="185165" y="226440"/>
                </a:lnTo>
                <a:lnTo>
                  <a:pt x="179197" y="226440"/>
                </a:lnTo>
                <a:lnTo>
                  <a:pt x="174625" y="226440"/>
                </a:lnTo>
                <a:lnTo>
                  <a:pt x="171323" y="226187"/>
                </a:lnTo>
                <a:lnTo>
                  <a:pt x="168021" y="226060"/>
                </a:lnTo>
                <a:lnTo>
                  <a:pt x="158496" y="219328"/>
                </a:lnTo>
                <a:lnTo>
                  <a:pt x="143383" y="174244"/>
                </a:lnTo>
                <a:lnTo>
                  <a:pt x="59055" y="174244"/>
                </a:lnTo>
                <a:lnTo>
                  <a:pt x="44831" y="218186"/>
                </a:lnTo>
                <a:lnTo>
                  <a:pt x="44450" y="219710"/>
                </a:lnTo>
                <a:lnTo>
                  <a:pt x="43814" y="221107"/>
                </a:lnTo>
                <a:lnTo>
                  <a:pt x="43052" y="222250"/>
                </a:lnTo>
                <a:lnTo>
                  <a:pt x="42290" y="223265"/>
                </a:lnTo>
                <a:lnTo>
                  <a:pt x="41148" y="224155"/>
                </a:lnTo>
                <a:lnTo>
                  <a:pt x="39370" y="224789"/>
                </a:lnTo>
                <a:lnTo>
                  <a:pt x="37719" y="225425"/>
                </a:lnTo>
                <a:lnTo>
                  <a:pt x="35306" y="225933"/>
                </a:lnTo>
                <a:lnTo>
                  <a:pt x="32258" y="226060"/>
                </a:lnTo>
                <a:lnTo>
                  <a:pt x="29210" y="226313"/>
                </a:lnTo>
                <a:lnTo>
                  <a:pt x="25273" y="226440"/>
                </a:lnTo>
                <a:lnTo>
                  <a:pt x="20193" y="226440"/>
                </a:lnTo>
                <a:lnTo>
                  <a:pt x="14986" y="226440"/>
                </a:lnTo>
                <a:lnTo>
                  <a:pt x="1524" y="223393"/>
                </a:lnTo>
                <a:lnTo>
                  <a:pt x="381" y="222123"/>
                </a:lnTo>
                <a:lnTo>
                  <a:pt x="0" y="220218"/>
                </a:lnTo>
                <a:lnTo>
                  <a:pt x="253" y="217805"/>
                </a:lnTo>
                <a:lnTo>
                  <a:pt x="635" y="215392"/>
                </a:lnTo>
                <a:lnTo>
                  <a:pt x="1524" y="212089"/>
                </a:lnTo>
                <a:lnTo>
                  <a:pt x="2921" y="208025"/>
                </a:lnTo>
                <a:lnTo>
                  <a:pt x="72136" y="9017"/>
                </a:lnTo>
                <a:lnTo>
                  <a:pt x="72771" y="7112"/>
                </a:lnTo>
                <a:lnTo>
                  <a:pt x="73660" y="5461"/>
                </a:lnTo>
                <a:lnTo>
                  <a:pt x="74549" y="4318"/>
                </a:lnTo>
                <a:lnTo>
                  <a:pt x="75437" y="3048"/>
                </a:lnTo>
                <a:lnTo>
                  <a:pt x="76962" y="2159"/>
                </a:lnTo>
                <a:lnTo>
                  <a:pt x="78994" y="1524"/>
                </a:lnTo>
                <a:lnTo>
                  <a:pt x="81025" y="888"/>
                </a:lnTo>
                <a:lnTo>
                  <a:pt x="83820" y="508"/>
                </a:lnTo>
                <a:lnTo>
                  <a:pt x="87375" y="253"/>
                </a:lnTo>
                <a:lnTo>
                  <a:pt x="90932" y="126"/>
                </a:lnTo>
                <a:lnTo>
                  <a:pt x="95631" y="0"/>
                </a:lnTo>
                <a:lnTo>
                  <a:pt x="10160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02931" y="1597533"/>
            <a:ext cx="191770" cy="232410"/>
          </a:xfrm>
          <a:custGeom>
            <a:avLst/>
            <a:gdLst/>
            <a:ahLst/>
            <a:cxnLst/>
            <a:rect l="l" t="t" r="r" b="b"/>
            <a:pathLst>
              <a:path w="191770" h="232410">
                <a:moveTo>
                  <a:pt x="116840" y="0"/>
                </a:moveTo>
                <a:lnTo>
                  <a:pt x="158242" y="4952"/>
                </a:lnTo>
                <a:lnTo>
                  <a:pt x="179070" y="13080"/>
                </a:lnTo>
                <a:lnTo>
                  <a:pt x="183007" y="15239"/>
                </a:lnTo>
                <a:lnTo>
                  <a:pt x="185800" y="17144"/>
                </a:lnTo>
                <a:lnTo>
                  <a:pt x="187325" y="18795"/>
                </a:lnTo>
                <a:lnTo>
                  <a:pt x="188849" y="20446"/>
                </a:lnTo>
                <a:lnTo>
                  <a:pt x="189992" y="22732"/>
                </a:lnTo>
                <a:lnTo>
                  <a:pt x="190626" y="25653"/>
                </a:lnTo>
                <a:lnTo>
                  <a:pt x="191389" y="28575"/>
                </a:lnTo>
                <a:lnTo>
                  <a:pt x="191770" y="32892"/>
                </a:lnTo>
                <a:lnTo>
                  <a:pt x="191770" y="38734"/>
                </a:lnTo>
                <a:lnTo>
                  <a:pt x="191770" y="42037"/>
                </a:lnTo>
                <a:lnTo>
                  <a:pt x="191516" y="44957"/>
                </a:lnTo>
                <a:lnTo>
                  <a:pt x="191262" y="47370"/>
                </a:lnTo>
                <a:lnTo>
                  <a:pt x="191008" y="49783"/>
                </a:lnTo>
                <a:lnTo>
                  <a:pt x="186563" y="57150"/>
                </a:lnTo>
                <a:lnTo>
                  <a:pt x="185420" y="57150"/>
                </a:lnTo>
                <a:lnTo>
                  <a:pt x="184023" y="57150"/>
                </a:lnTo>
                <a:lnTo>
                  <a:pt x="181610" y="56006"/>
                </a:lnTo>
                <a:lnTo>
                  <a:pt x="178181" y="53975"/>
                </a:lnTo>
                <a:lnTo>
                  <a:pt x="174878" y="51942"/>
                </a:lnTo>
                <a:lnTo>
                  <a:pt x="170434" y="49656"/>
                </a:lnTo>
                <a:lnTo>
                  <a:pt x="164846" y="47243"/>
                </a:lnTo>
                <a:lnTo>
                  <a:pt x="159258" y="44830"/>
                </a:lnTo>
                <a:lnTo>
                  <a:pt x="152653" y="42544"/>
                </a:lnTo>
                <a:lnTo>
                  <a:pt x="118237" y="37337"/>
                </a:lnTo>
                <a:lnTo>
                  <a:pt x="110257" y="37693"/>
                </a:lnTo>
                <a:lnTo>
                  <a:pt x="71074" y="54070"/>
                </a:lnTo>
                <a:lnTo>
                  <a:pt x="49575" y="91122"/>
                </a:lnTo>
                <a:lnTo>
                  <a:pt x="46736" y="115696"/>
                </a:lnTo>
                <a:lnTo>
                  <a:pt x="47067" y="125031"/>
                </a:lnTo>
                <a:lnTo>
                  <a:pt x="58007" y="163052"/>
                </a:lnTo>
                <a:lnTo>
                  <a:pt x="88265" y="188975"/>
                </a:lnTo>
                <a:lnTo>
                  <a:pt x="116840" y="194055"/>
                </a:lnTo>
                <a:lnTo>
                  <a:pt x="121920" y="194055"/>
                </a:lnTo>
                <a:lnTo>
                  <a:pt x="145796" y="135127"/>
                </a:lnTo>
                <a:lnTo>
                  <a:pt x="103250" y="135127"/>
                </a:lnTo>
                <a:lnTo>
                  <a:pt x="101219" y="135127"/>
                </a:lnTo>
                <a:lnTo>
                  <a:pt x="99568" y="133857"/>
                </a:lnTo>
                <a:lnTo>
                  <a:pt x="98425" y="131190"/>
                </a:lnTo>
                <a:lnTo>
                  <a:pt x="97282" y="128650"/>
                </a:lnTo>
                <a:lnTo>
                  <a:pt x="96647" y="124205"/>
                </a:lnTo>
                <a:lnTo>
                  <a:pt x="96647" y="117982"/>
                </a:lnTo>
                <a:lnTo>
                  <a:pt x="96647" y="114680"/>
                </a:lnTo>
                <a:lnTo>
                  <a:pt x="96900" y="112013"/>
                </a:lnTo>
                <a:lnTo>
                  <a:pt x="97154" y="109854"/>
                </a:lnTo>
                <a:lnTo>
                  <a:pt x="97409" y="107568"/>
                </a:lnTo>
                <a:lnTo>
                  <a:pt x="102235" y="100583"/>
                </a:lnTo>
                <a:lnTo>
                  <a:pt x="103250" y="100583"/>
                </a:lnTo>
                <a:lnTo>
                  <a:pt x="179070" y="100583"/>
                </a:lnTo>
                <a:lnTo>
                  <a:pt x="180975" y="100583"/>
                </a:lnTo>
                <a:lnTo>
                  <a:pt x="182499" y="100964"/>
                </a:lnTo>
                <a:lnTo>
                  <a:pt x="191262" y="112902"/>
                </a:lnTo>
                <a:lnTo>
                  <a:pt x="191262" y="115188"/>
                </a:lnTo>
                <a:lnTo>
                  <a:pt x="191262" y="204469"/>
                </a:lnTo>
                <a:lnTo>
                  <a:pt x="191262" y="207899"/>
                </a:lnTo>
                <a:lnTo>
                  <a:pt x="190626" y="210946"/>
                </a:lnTo>
                <a:lnTo>
                  <a:pt x="189357" y="213613"/>
                </a:lnTo>
                <a:lnTo>
                  <a:pt x="188214" y="216153"/>
                </a:lnTo>
                <a:lnTo>
                  <a:pt x="185674" y="218186"/>
                </a:lnTo>
                <a:lnTo>
                  <a:pt x="181864" y="219709"/>
                </a:lnTo>
                <a:lnTo>
                  <a:pt x="178181" y="221233"/>
                </a:lnTo>
                <a:lnTo>
                  <a:pt x="138811" y="230631"/>
                </a:lnTo>
                <a:lnTo>
                  <a:pt x="132715" y="231139"/>
                </a:lnTo>
                <a:lnTo>
                  <a:pt x="126619" y="231775"/>
                </a:lnTo>
                <a:lnTo>
                  <a:pt x="120523" y="232028"/>
                </a:lnTo>
                <a:lnTo>
                  <a:pt x="114426" y="232028"/>
                </a:lnTo>
                <a:lnTo>
                  <a:pt x="66294" y="224281"/>
                </a:lnTo>
                <a:lnTo>
                  <a:pt x="30352" y="201929"/>
                </a:lnTo>
                <a:lnTo>
                  <a:pt x="7747" y="166242"/>
                </a:lnTo>
                <a:lnTo>
                  <a:pt x="0" y="118490"/>
                </a:lnTo>
                <a:lnTo>
                  <a:pt x="521" y="105036"/>
                </a:lnTo>
                <a:lnTo>
                  <a:pt x="12874" y="58414"/>
                </a:lnTo>
                <a:lnTo>
                  <a:pt x="39899" y="24489"/>
                </a:lnTo>
                <a:lnTo>
                  <a:pt x="79799" y="4661"/>
                </a:lnTo>
                <a:lnTo>
                  <a:pt x="103889" y="521"/>
                </a:lnTo>
                <a:lnTo>
                  <a:pt x="116840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50561" y="1597405"/>
            <a:ext cx="146685" cy="232410"/>
          </a:xfrm>
          <a:custGeom>
            <a:avLst/>
            <a:gdLst/>
            <a:ahLst/>
            <a:cxnLst/>
            <a:rect l="l" t="t" r="r" b="b"/>
            <a:pathLst>
              <a:path w="146685" h="232410">
                <a:moveTo>
                  <a:pt x="79121" y="0"/>
                </a:moveTo>
                <a:lnTo>
                  <a:pt x="84327" y="0"/>
                </a:lnTo>
                <a:lnTo>
                  <a:pt x="89662" y="381"/>
                </a:lnTo>
                <a:lnTo>
                  <a:pt x="94996" y="1270"/>
                </a:lnTo>
                <a:lnTo>
                  <a:pt x="100329" y="2032"/>
                </a:lnTo>
                <a:lnTo>
                  <a:pt x="131699" y="16510"/>
                </a:lnTo>
                <a:lnTo>
                  <a:pt x="132079" y="17272"/>
                </a:lnTo>
                <a:lnTo>
                  <a:pt x="132461" y="18288"/>
                </a:lnTo>
                <a:lnTo>
                  <a:pt x="132714" y="19685"/>
                </a:lnTo>
                <a:lnTo>
                  <a:pt x="132968" y="20955"/>
                </a:lnTo>
                <a:lnTo>
                  <a:pt x="133223" y="22733"/>
                </a:lnTo>
                <a:lnTo>
                  <a:pt x="133350" y="24765"/>
                </a:lnTo>
                <a:lnTo>
                  <a:pt x="133476" y="26670"/>
                </a:lnTo>
                <a:lnTo>
                  <a:pt x="133476" y="29210"/>
                </a:lnTo>
                <a:lnTo>
                  <a:pt x="133476" y="32258"/>
                </a:lnTo>
                <a:lnTo>
                  <a:pt x="133476" y="35560"/>
                </a:lnTo>
                <a:lnTo>
                  <a:pt x="133476" y="38481"/>
                </a:lnTo>
                <a:lnTo>
                  <a:pt x="133223" y="40767"/>
                </a:lnTo>
                <a:lnTo>
                  <a:pt x="133096" y="43053"/>
                </a:lnTo>
                <a:lnTo>
                  <a:pt x="132841" y="44958"/>
                </a:lnTo>
                <a:lnTo>
                  <a:pt x="132334" y="46482"/>
                </a:lnTo>
                <a:lnTo>
                  <a:pt x="131952" y="48006"/>
                </a:lnTo>
                <a:lnTo>
                  <a:pt x="131445" y="49022"/>
                </a:lnTo>
                <a:lnTo>
                  <a:pt x="130683" y="49784"/>
                </a:lnTo>
                <a:lnTo>
                  <a:pt x="129921" y="50419"/>
                </a:lnTo>
                <a:lnTo>
                  <a:pt x="128904" y="50800"/>
                </a:lnTo>
                <a:lnTo>
                  <a:pt x="127635" y="50800"/>
                </a:lnTo>
                <a:lnTo>
                  <a:pt x="126364" y="50800"/>
                </a:lnTo>
                <a:lnTo>
                  <a:pt x="124333" y="50038"/>
                </a:lnTo>
                <a:lnTo>
                  <a:pt x="121538" y="48387"/>
                </a:lnTo>
                <a:lnTo>
                  <a:pt x="118745" y="46736"/>
                </a:lnTo>
                <a:lnTo>
                  <a:pt x="115315" y="44958"/>
                </a:lnTo>
                <a:lnTo>
                  <a:pt x="111251" y="43053"/>
                </a:lnTo>
                <a:lnTo>
                  <a:pt x="107314" y="41148"/>
                </a:lnTo>
                <a:lnTo>
                  <a:pt x="102615" y="39497"/>
                </a:lnTo>
                <a:lnTo>
                  <a:pt x="97282" y="37846"/>
                </a:lnTo>
                <a:lnTo>
                  <a:pt x="91948" y="36322"/>
                </a:lnTo>
                <a:lnTo>
                  <a:pt x="86105" y="35560"/>
                </a:lnTo>
                <a:lnTo>
                  <a:pt x="79755" y="35560"/>
                </a:lnTo>
                <a:lnTo>
                  <a:pt x="74802" y="35560"/>
                </a:lnTo>
                <a:lnTo>
                  <a:pt x="57530" y="42418"/>
                </a:lnTo>
                <a:lnTo>
                  <a:pt x="54990" y="44577"/>
                </a:lnTo>
                <a:lnTo>
                  <a:pt x="53086" y="47117"/>
                </a:lnTo>
                <a:lnTo>
                  <a:pt x="51942" y="50165"/>
                </a:lnTo>
                <a:lnTo>
                  <a:pt x="50673" y="53086"/>
                </a:lnTo>
                <a:lnTo>
                  <a:pt x="50164" y="56261"/>
                </a:lnTo>
                <a:lnTo>
                  <a:pt x="50164" y="59690"/>
                </a:lnTo>
                <a:lnTo>
                  <a:pt x="50164" y="64643"/>
                </a:lnTo>
                <a:lnTo>
                  <a:pt x="51435" y="68961"/>
                </a:lnTo>
                <a:lnTo>
                  <a:pt x="54228" y="72517"/>
                </a:lnTo>
                <a:lnTo>
                  <a:pt x="56896" y="76200"/>
                </a:lnTo>
                <a:lnTo>
                  <a:pt x="86360" y="92710"/>
                </a:lnTo>
                <a:lnTo>
                  <a:pt x="92328" y="95377"/>
                </a:lnTo>
                <a:lnTo>
                  <a:pt x="98298" y="98171"/>
                </a:lnTo>
                <a:lnTo>
                  <a:pt x="104266" y="100965"/>
                </a:lnTo>
                <a:lnTo>
                  <a:pt x="110236" y="104013"/>
                </a:lnTo>
                <a:lnTo>
                  <a:pt x="115950" y="107569"/>
                </a:lnTo>
                <a:lnTo>
                  <a:pt x="121792" y="111125"/>
                </a:lnTo>
                <a:lnTo>
                  <a:pt x="145161" y="144272"/>
                </a:lnTo>
                <a:lnTo>
                  <a:pt x="146558" y="152019"/>
                </a:lnTo>
                <a:lnTo>
                  <a:pt x="146558" y="161036"/>
                </a:lnTo>
                <a:lnTo>
                  <a:pt x="136334" y="198534"/>
                </a:lnTo>
                <a:lnTo>
                  <a:pt x="103044" y="225288"/>
                </a:lnTo>
                <a:lnTo>
                  <a:pt x="63500" y="232283"/>
                </a:lnTo>
                <a:lnTo>
                  <a:pt x="55752" y="232283"/>
                </a:lnTo>
                <a:lnTo>
                  <a:pt x="48513" y="231648"/>
                </a:lnTo>
                <a:lnTo>
                  <a:pt x="41910" y="230378"/>
                </a:lnTo>
                <a:lnTo>
                  <a:pt x="35178" y="229108"/>
                </a:lnTo>
                <a:lnTo>
                  <a:pt x="29337" y="227584"/>
                </a:lnTo>
                <a:lnTo>
                  <a:pt x="24257" y="225806"/>
                </a:lnTo>
                <a:lnTo>
                  <a:pt x="19176" y="224028"/>
                </a:lnTo>
                <a:lnTo>
                  <a:pt x="4190" y="215011"/>
                </a:lnTo>
                <a:lnTo>
                  <a:pt x="2666" y="213487"/>
                </a:lnTo>
                <a:lnTo>
                  <a:pt x="1650" y="211328"/>
                </a:lnTo>
                <a:lnTo>
                  <a:pt x="1015" y="208534"/>
                </a:lnTo>
                <a:lnTo>
                  <a:pt x="380" y="205613"/>
                </a:lnTo>
                <a:lnTo>
                  <a:pt x="0" y="201549"/>
                </a:lnTo>
                <a:lnTo>
                  <a:pt x="0" y="196215"/>
                </a:lnTo>
                <a:lnTo>
                  <a:pt x="0" y="192659"/>
                </a:lnTo>
                <a:lnTo>
                  <a:pt x="1524" y="181356"/>
                </a:lnTo>
                <a:lnTo>
                  <a:pt x="2032" y="179832"/>
                </a:lnTo>
                <a:lnTo>
                  <a:pt x="2666" y="178816"/>
                </a:lnTo>
                <a:lnTo>
                  <a:pt x="3555" y="178181"/>
                </a:lnTo>
                <a:lnTo>
                  <a:pt x="4445" y="177546"/>
                </a:lnTo>
                <a:lnTo>
                  <a:pt x="5461" y="177165"/>
                </a:lnTo>
                <a:lnTo>
                  <a:pt x="6603" y="177165"/>
                </a:lnTo>
                <a:lnTo>
                  <a:pt x="8254" y="177165"/>
                </a:lnTo>
                <a:lnTo>
                  <a:pt x="10540" y="178181"/>
                </a:lnTo>
                <a:lnTo>
                  <a:pt x="13462" y="180086"/>
                </a:lnTo>
                <a:lnTo>
                  <a:pt x="16383" y="181991"/>
                </a:lnTo>
                <a:lnTo>
                  <a:pt x="20192" y="184023"/>
                </a:lnTo>
                <a:lnTo>
                  <a:pt x="24764" y="186436"/>
                </a:lnTo>
                <a:lnTo>
                  <a:pt x="29463" y="188722"/>
                </a:lnTo>
                <a:lnTo>
                  <a:pt x="34925" y="190754"/>
                </a:lnTo>
                <a:lnTo>
                  <a:pt x="41401" y="192659"/>
                </a:lnTo>
                <a:lnTo>
                  <a:pt x="47751" y="194564"/>
                </a:lnTo>
                <a:lnTo>
                  <a:pt x="55245" y="195580"/>
                </a:lnTo>
                <a:lnTo>
                  <a:pt x="63626" y="195580"/>
                </a:lnTo>
                <a:lnTo>
                  <a:pt x="69214" y="195580"/>
                </a:lnTo>
                <a:lnTo>
                  <a:pt x="74167" y="194945"/>
                </a:lnTo>
                <a:lnTo>
                  <a:pt x="78486" y="193548"/>
                </a:lnTo>
                <a:lnTo>
                  <a:pt x="82930" y="192278"/>
                </a:lnTo>
                <a:lnTo>
                  <a:pt x="99187" y="171323"/>
                </a:lnTo>
                <a:lnTo>
                  <a:pt x="99187" y="167005"/>
                </a:lnTo>
                <a:lnTo>
                  <a:pt x="99187" y="161925"/>
                </a:lnTo>
                <a:lnTo>
                  <a:pt x="97789" y="157480"/>
                </a:lnTo>
                <a:lnTo>
                  <a:pt x="94996" y="153924"/>
                </a:lnTo>
                <a:lnTo>
                  <a:pt x="92201" y="150241"/>
                </a:lnTo>
                <a:lnTo>
                  <a:pt x="63373" y="133731"/>
                </a:lnTo>
                <a:lnTo>
                  <a:pt x="57530" y="131064"/>
                </a:lnTo>
                <a:lnTo>
                  <a:pt x="51435" y="128270"/>
                </a:lnTo>
                <a:lnTo>
                  <a:pt x="45465" y="125476"/>
                </a:lnTo>
                <a:lnTo>
                  <a:pt x="39624" y="122428"/>
                </a:lnTo>
                <a:lnTo>
                  <a:pt x="34036" y="118872"/>
                </a:lnTo>
                <a:lnTo>
                  <a:pt x="28321" y="115316"/>
                </a:lnTo>
                <a:lnTo>
                  <a:pt x="23240" y="111125"/>
                </a:lnTo>
                <a:lnTo>
                  <a:pt x="18796" y="106172"/>
                </a:lnTo>
                <a:lnTo>
                  <a:pt x="14350" y="101346"/>
                </a:lnTo>
                <a:lnTo>
                  <a:pt x="10795" y="95504"/>
                </a:lnTo>
                <a:lnTo>
                  <a:pt x="8000" y="88773"/>
                </a:lnTo>
                <a:lnTo>
                  <a:pt x="5207" y="82042"/>
                </a:lnTo>
                <a:lnTo>
                  <a:pt x="3810" y="74041"/>
                </a:lnTo>
                <a:lnTo>
                  <a:pt x="3810" y="64643"/>
                </a:lnTo>
                <a:lnTo>
                  <a:pt x="16843" y="25161"/>
                </a:lnTo>
                <a:lnTo>
                  <a:pt x="49911" y="3937"/>
                </a:lnTo>
                <a:lnTo>
                  <a:pt x="71502" y="240"/>
                </a:lnTo>
                <a:lnTo>
                  <a:pt x="79121" y="0"/>
                </a:lnTo>
                <a:close/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137786" y="2281554"/>
            <a:ext cx="383794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SzPct val="58928"/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15" dirty="0">
                <a:latin typeface="Arial"/>
                <a:cs typeface="Arial"/>
              </a:rPr>
              <a:t>Create </a:t>
            </a:r>
            <a:r>
              <a:rPr sz="2800" b="1" spc="175" dirty="0">
                <a:latin typeface="Arial"/>
                <a:cs typeface="Arial"/>
              </a:rPr>
              <a:t>a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40" dirty="0">
                <a:latin typeface="Arial"/>
                <a:cs typeface="Arial"/>
              </a:rPr>
              <a:t>project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SzPct val="58928"/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114" dirty="0">
                <a:latin typeface="Arial"/>
                <a:cs typeface="Arial"/>
              </a:rPr>
              <a:t>Connect </a:t>
            </a:r>
            <a:r>
              <a:rPr sz="2800" b="1" spc="60" dirty="0">
                <a:latin typeface="Arial"/>
                <a:cs typeface="Arial"/>
              </a:rPr>
              <a:t>with </a:t>
            </a:r>
            <a:r>
              <a:rPr sz="2800" b="1" spc="40" dirty="0">
                <a:latin typeface="Arial"/>
                <a:cs typeface="Arial"/>
              </a:rPr>
              <a:t>related  </a:t>
            </a:r>
            <a:r>
              <a:rPr sz="2800" b="1" spc="-20" dirty="0">
                <a:latin typeface="Arial"/>
                <a:cs typeface="Arial"/>
              </a:rPr>
              <a:t>books</a:t>
            </a:r>
            <a:endParaRPr sz="2800">
              <a:latin typeface="Arial"/>
              <a:cs typeface="Arial"/>
            </a:endParaRPr>
          </a:p>
          <a:p>
            <a:pPr marL="355600" marR="455295" indent="-342900">
              <a:lnSpc>
                <a:spcPct val="100000"/>
              </a:lnSpc>
              <a:buSzPct val="58928"/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40" dirty="0">
                <a:latin typeface="Arial"/>
                <a:cs typeface="Arial"/>
              </a:rPr>
              <a:t>Value </a:t>
            </a:r>
            <a:r>
              <a:rPr sz="2800" b="1" spc="-15" dirty="0">
                <a:latin typeface="Arial"/>
                <a:cs typeface="Arial"/>
              </a:rPr>
              <a:t>the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25" dirty="0">
                <a:latin typeface="Arial"/>
                <a:cs typeface="Arial"/>
              </a:rPr>
              <a:t>reading  </a:t>
            </a:r>
            <a:r>
              <a:rPr sz="2800" b="1" dirty="0">
                <a:latin typeface="Arial"/>
                <a:cs typeface="Arial"/>
              </a:rPr>
              <a:t>experience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36975" y="5417007"/>
            <a:ext cx="21742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latin typeface="Trebuchet MS"/>
                <a:cs typeface="Trebuchet MS"/>
              </a:rPr>
              <a:t>(Tompkins, </a:t>
            </a:r>
            <a:r>
              <a:rPr sz="1400" spc="-114" dirty="0">
                <a:latin typeface="Trebuchet MS"/>
                <a:cs typeface="Trebuchet MS"/>
              </a:rPr>
              <a:t>G.E. </a:t>
            </a:r>
            <a:r>
              <a:rPr sz="1400" spc="-35" dirty="0">
                <a:latin typeface="Trebuchet MS"/>
                <a:cs typeface="Trebuchet MS"/>
              </a:rPr>
              <a:t>&amp; </a:t>
            </a:r>
            <a:r>
              <a:rPr sz="1400" spc="-90" dirty="0">
                <a:latin typeface="Trebuchet MS"/>
                <a:cs typeface="Trebuchet MS"/>
              </a:rPr>
              <a:t>Hoffner,</a:t>
            </a:r>
            <a:r>
              <a:rPr sz="1400" spc="-260" dirty="0">
                <a:latin typeface="Trebuchet MS"/>
                <a:cs typeface="Trebuchet MS"/>
              </a:rPr>
              <a:t> </a:t>
            </a:r>
            <a:r>
              <a:rPr sz="1400" spc="-100" dirty="0">
                <a:latin typeface="Trebuchet MS"/>
                <a:cs typeface="Trebuchet MS"/>
              </a:rPr>
              <a:t>H.)</a:t>
            </a:r>
            <a:endParaRPr sz="14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2133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1847"/>
            <a:ext cx="8229600" cy="990600"/>
          </a:xfrm>
        </p:spPr>
        <p:txBody>
          <a:bodyPr>
            <a:normAutofit/>
          </a:bodyPr>
          <a:lstStyle/>
          <a:p>
            <a:r>
              <a:rPr lang="en-US" sz="5400" dirty="0" smtClean="0"/>
              <a:t>Reading Text</a:t>
            </a:r>
            <a:endParaRPr lang="en-US" sz="5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3276600"/>
            <a:ext cx="2785707" cy="27857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8200" y="1828800"/>
            <a:ext cx="79105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/>
              <a:t>Reading Text about Celebrities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653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38200"/>
            <a:ext cx="7230451" cy="5092790"/>
          </a:xfrm>
        </p:spPr>
      </p:pic>
    </p:spTree>
    <p:extLst>
      <p:ext uri="{BB962C8B-B14F-4D97-AF65-F5344CB8AC3E}">
        <p14:creationId xmlns:p14="http://schemas.microsoft.com/office/powerpoint/2010/main" val="236039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0457" y="1087169"/>
            <a:ext cx="6325870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dirty="0">
                <a:solidFill>
                  <a:srgbClr val="003366"/>
                </a:solidFill>
              </a:rPr>
              <a:t>The </a:t>
            </a:r>
            <a:r>
              <a:rPr spc="-4" dirty="0">
                <a:solidFill>
                  <a:srgbClr val="003366"/>
                </a:solidFill>
              </a:rPr>
              <a:t>Writing</a:t>
            </a:r>
            <a:r>
              <a:rPr spc="-64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Process</a:t>
            </a:r>
          </a:p>
        </p:txBody>
      </p:sp>
      <p:sp>
        <p:nvSpPr>
          <p:cNvPr id="3" name="object 3"/>
          <p:cNvSpPr/>
          <p:nvPr/>
        </p:nvSpPr>
        <p:spPr>
          <a:xfrm>
            <a:off x="1382902" y="1666304"/>
            <a:ext cx="6300470" cy="0"/>
          </a:xfrm>
          <a:custGeom>
            <a:avLst/>
            <a:gdLst/>
            <a:ahLst/>
            <a:cxnLst/>
            <a:rect l="l" t="t" r="r" b="b"/>
            <a:pathLst>
              <a:path w="6300470">
                <a:moveTo>
                  <a:pt x="0" y="0"/>
                </a:moveTo>
                <a:lnTo>
                  <a:pt x="6300216" y="0"/>
                </a:lnTo>
              </a:path>
            </a:pathLst>
          </a:custGeom>
          <a:ln w="57912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5" name="object 25"/>
          <p:cNvSpPr txBox="1"/>
          <p:nvPr/>
        </p:nvSpPr>
        <p:spPr>
          <a:xfrm>
            <a:off x="1603628" y="1816989"/>
            <a:ext cx="5835015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400" b="1" spc="-4" dirty="0">
                <a:solidFill>
                  <a:srgbClr val="003366"/>
                </a:solidFill>
                <a:latin typeface="Verdana"/>
                <a:cs typeface="Verdana"/>
              </a:rPr>
              <a:t>Steps </a:t>
            </a:r>
            <a:r>
              <a:rPr sz="2400" b="1" dirty="0">
                <a:solidFill>
                  <a:srgbClr val="003366"/>
                </a:solidFill>
                <a:latin typeface="Verdana"/>
                <a:cs typeface="Verdana"/>
              </a:rPr>
              <a:t>in </a:t>
            </a:r>
            <a:r>
              <a:rPr sz="2400" b="1" spc="-4" dirty="0">
                <a:solidFill>
                  <a:srgbClr val="003366"/>
                </a:solidFill>
                <a:latin typeface="Verdana"/>
                <a:cs typeface="Verdana"/>
              </a:rPr>
              <a:t>Writing </a:t>
            </a:r>
            <a:r>
              <a:rPr sz="2400" b="1" dirty="0">
                <a:solidFill>
                  <a:srgbClr val="003366"/>
                </a:solidFill>
                <a:latin typeface="Verdana"/>
                <a:cs typeface="Verdana"/>
              </a:rPr>
              <a:t>an</a:t>
            </a:r>
            <a:r>
              <a:rPr sz="2400" b="1" spc="-34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sz="2400" b="1" spc="-4" dirty="0">
                <a:solidFill>
                  <a:srgbClr val="003366"/>
                </a:solidFill>
                <a:latin typeface="Verdana"/>
                <a:cs typeface="Verdana"/>
              </a:rPr>
              <a:t>Essay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9379" y="2441257"/>
            <a:ext cx="348615" cy="391001"/>
          </a:xfrm>
          <a:custGeom>
            <a:avLst/>
            <a:gdLst/>
            <a:ahLst/>
            <a:cxnLst/>
            <a:rect l="l" t="t" r="r" b="b"/>
            <a:pathLst>
              <a:path w="348615" h="521335">
                <a:moveTo>
                  <a:pt x="75196" y="0"/>
                </a:moveTo>
                <a:lnTo>
                  <a:pt x="30543" y="13842"/>
                </a:lnTo>
                <a:lnTo>
                  <a:pt x="2247" y="52324"/>
                </a:lnTo>
                <a:lnTo>
                  <a:pt x="0" y="72643"/>
                </a:lnTo>
                <a:lnTo>
                  <a:pt x="1269" y="84709"/>
                </a:lnTo>
                <a:lnTo>
                  <a:pt x="11976" y="125222"/>
                </a:lnTo>
                <a:lnTo>
                  <a:pt x="37350" y="161162"/>
                </a:lnTo>
                <a:lnTo>
                  <a:pt x="56819" y="176784"/>
                </a:lnTo>
                <a:lnTo>
                  <a:pt x="91986" y="202818"/>
                </a:lnTo>
                <a:lnTo>
                  <a:pt x="130378" y="229742"/>
                </a:lnTo>
                <a:lnTo>
                  <a:pt x="158115" y="263525"/>
                </a:lnTo>
                <a:lnTo>
                  <a:pt x="160197" y="293242"/>
                </a:lnTo>
                <a:lnTo>
                  <a:pt x="156413" y="310895"/>
                </a:lnTo>
                <a:lnTo>
                  <a:pt x="150774" y="326770"/>
                </a:lnTo>
                <a:lnTo>
                  <a:pt x="144068" y="342264"/>
                </a:lnTo>
                <a:lnTo>
                  <a:pt x="135509" y="356107"/>
                </a:lnTo>
                <a:lnTo>
                  <a:pt x="121145" y="382269"/>
                </a:lnTo>
                <a:lnTo>
                  <a:pt x="115430" y="396366"/>
                </a:lnTo>
                <a:lnTo>
                  <a:pt x="112242" y="411861"/>
                </a:lnTo>
                <a:lnTo>
                  <a:pt x="113169" y="439547"/>
                </a:lnTo>
                <a:lnTo>
                  <a:pt x="131635" y="479298"/>
                </a:lnTo>
                <a:lnTo>
                  <a:pt x="166281" y="509269"/>
                </a:lnTo>
                <a:lnTo>
                  <a:pt x="208927" y="521080"/>
                </a:lnTo>
                <a:lnTo>
                  <a:pt x="231495" y="519556"/>
                </a:lnTo>
                <a:lnTo>
                  <a:pt x="276745" y="503554"/>
                </a:lnTo>
                <a:lnTo>
                  <a:pt x="296595" y="488950"/>
                </a:lnTo>
                <a:lnTo>
                  <a:pt x="307162" y="480313"/>
                </a:lnTo>
                <a:lnTo>
                  <a:pt x="331876" y="448437"/>
                </a:lnTo>
                <a:lnTo>
                  <a:pt x="347014" y="400938"/>
                </a:lnTo>
                <a:lnTo>
                  <a:pt x="348589" y="389127"/>
                </a:lnTo>
                <a:lnTo>
                  <a:pt x="336753" y="331977"/>
                </a:lnTo>
                <a:lnTo>
                  <a:pt x="314515" y="286892"/>
                </a:lnTo>
                <a:lnTo>
                  <a:pt x="273570" y="227711"/>
                </a:lnTo>
                <a:lnTo>
                  <a:pt x="231876" y="175260"/>
                </a:lnTo>
                <a:lnTo>
                  <a:pt x="201879" y="130937"/>
                </a:lnTo>
                <a:lnTo>
                  <a:pt x="189661" y="104012"/>
                </a:lnTo>
                <a:lnTo>
                  <a:pt x="178612" y="79248"/>
                </a:lnTo>
                <a:lnTo>
                  <a:pt x="156857" y="44830"/>
                </a:lnTo>
                <a:lnTo>
                  <a:pt x="149390" y="36194"/>
                </a:lnTo>
                <a:lnTo>
                  <a:pt x="142989" y="27939"/>
                </a:lnTo>
                <a:lnTo>
                  <a:pt x="135597" y="21081"/>
                </a:lnTo>
                <a:lnTo>
                  <a:pt x="95084" y="1777"/>
                </a:lnTo>
                <a:lnTo>
                  <a:pt x="85483" y="635"/>
                </a:lnTo>
                <a:lnTo>
                  <a:pt x="751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7" name="object 27"/>
          <p:cNvSpPr/>
          <p:nvPr/>
        </p:nvSpPr>
        <p:spPr>
          <a:xfrm>
            <a:off x="987921" y="2741485"/>
            <a:ext cx="232003" cy="187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8" name="object 28"/>
          <p:cNvSpPr/>
          <p:nvPr/>
        </p:nvSpPr>
        <p:spPr>
          <a:xfrm>
            <a:off x="171957" y="2423637"/>
            <a:ext cx="400050" cy="369094"/>
          </a:xfrm>
          <a:custGeom>
            <a:avLst/>
            <a:gdLst/>
            <a:ahLst/>
            <a:cxnLst/>
            <a:rect l="l" t="t" r="r" b="b"/>
            <a:pathLst>
              <a:path w="400050" h="492125">
                <a:moveTo>
                  <a:pt x="80657" y="0"/>
                </a:moveTo>
                <a:lnTo>
                  <a:pt x="43383" y="11557"/>
                </a:lnTo>
                <a:lnTo>
                  <a:pt x="14884" y="37337"/>
                </a:lnTo>
                <a:lnTo>
                  <a:pt x="647" y="80645"/>
                </a:lnTo>
                <a:lnTo>
                  <a:pt x="0" y="90932"/>
                </a:lnTo>
                <a:lnTo>
                  <a:pt x="749" y="100584"/>
                </a:lnTo>
                <a:lnTo>
                  <a:pt x="2895" y="109347"/>
                </a:lnTo>
                <a:lnTo>
                  <a:pt x="5499" y="120523"/>
                </a:lnTo>
                <a:lnTo>
                  <a:pt x="8801" y="131445"/>
                </a:lnTo>
                <a:lnTo>
                  <a:pt x="26339" y="168021"/>
                </a:lnTo>
                <a:lnTo>
                  <a:pt x="41897" y="191135"/>
                </a:lnTo>
                <a:lnTo>
                  <a:pt x="58610" y="216408"/>
                </a:lnTo>
                <a:lnTo>
                  <a:pt x="79819" y="264540"/>
                </a:lnTo>
                <a:lnTo>
                  <a:pt x="90347" y="295021"/>
                </a:lnTo>
                <a:lnTo>
                  <a:pt x="101625" y="326898"/>
                </a:lnTo>
                <a:lnTo>
                  <a:pt x="131851" y="394462"/>
                </a:lnTo>
                <a:lnTo>
                  <a:pt x="156718" y="436118"/>
                </a:lnTo>
                <a:lnTo>
                  <a:pt x="189788" y="469519"/>
                </a:lnTo>
                <a:lnTo>
                  <a:pt x="231863" y="487934"/>
                </a:lnTo>
                <a:lnTo>
                  <a:pt x="257670" y="491744"/>
                </a:lnTo>
                <a:lnTo>
                  <a:pt x="271195" y="491489"/>
                </a:lnTo>
                <a:lnTo>
                  <a:pt x="312166" y="483362"/>
                </a:lnTo>
                <a:lnTo>
                  <a:pt x="355727" y="460121"/>
                </a:lnTo>
                <a:lnTo>
                  <a:pt x="365404" y="452882"/>
                </a:lnTo>
                <a:lnTo>
                  <a:pt x="381050" y="435101"/>
                </a:lnTo>
                <a:lnTo>
                  <a:pt x="386334" y="424942"/>
                </a:lnTo>
                <a:lnTo>
                  <a:pt x="391299" y="415925"/>
                </a:lnTo>
                <a:lnTo>
                  <a:pt x="396189" y="405002"/>
                </a:lnTo>
                <a:lnTo>
                  <a:pt x="398008" y="394462"/>
                </a:lnTo>
                <a:lnTo>
                  <a:pt x="399948" y="383794"/>
                </a:lnTo>
                <a:lnTo>
                  <a:pt x="394563" y="339598"/>
                </a:lnTo>
                <a:lnTo>
                  <a:pt x="369150" y="302006"/>
                </a:lnTo>
                <a:lnTo>
                  <a:pt x="331635" y="281939"/>
                </a:lnTo>
                <a:lnTo>
                  <a:pt x="285508" y="277622"/>
                </a:lnTo>
                <a:lnTo>
                  <a:pt x="269125" y="277622"/>
                </a:lnTo>
                <a:lnTo>
                  <a:pt x="252984" y="274700"/>
                </a:lnTo>
                <a:lnTo>
                  <a:pt x="206349" y="257937"/>
                </a:lnTo>
                <a:lnTo>
                  <a:pt x="183553" y="223393"/>
                </a:lnTo>
                <a:lnTo>
                  <a:pt x="178435" y="159893"/>
                </a:lnTo>
                <a:lnTo>
                  <a:pt x="176415" y="128397"/>
                </a:lnTo>
                <a:lnTo>
                  <a:pt x="175209" y="116332"/>
                </a:lnTo>
                <a:lnTo>
                  <a:pt x="162344" y="63626"/>
                </a:lnTo>
                <a:lnTo>
                  <a:pt x="137007" y="27686"/>
                </a:lnTo>
                <a:lnTo>
                  <a:pt x="109461" y="7620"/>
                </a:lnTo>
                <a:lnTo>
                  <a:pt x="100355" y="2667"/>
                </a:lnTo>
                <a:lnTo>
                  <a:pt x="89928" y="254"/>
                </a:lnTo>
                <a:lnTo>
                  <a:pt x="80657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/>
          <p:cNvSpPr/>
          <p:nvPr/>
        </p:nvSpPr>
        <p:spPr>
          <a:xfrm>
            <a:off x="366370" y="2730532"/>
            <a:ext cx="299389" cy="118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0" name="object 30"/>
          <p:cNvSpPr/>
          <p:nvPr/>
        </p:nvSpPr>
        <p:spPr>
          <a:xfrm>
            <a:off x="2095501" y="3800475"/>
            <a:ext cx="375285" cy="381000"/>
          </a:xfrm>
          <a:custGeom>
            <a:avLst/>
            <a:gdLst/>
            <a:ahLst/>
            <a:cxnLst/>
            <a:rect l="l" t="t" r="r" b="b"/>
            <a:pathLst>
              <a:path w="375285" h="508000">
                <a:moveTo>
                  <a:pt x="79120" y="0"/>
                </a:moveTo>
                <a:lnTo>
                  <a:pt x="41020" y="8381"/>
                </a:lnTo>
                <a:lnTo>
                  <a:pt x="6731" y="39243"/>
                </a:lnTo>
                <a:lnTo>
                  <a:pt x="0" y="68706"/>
                </a:lnTo>
                <a:lnTo>
                  <a:pt x="254" y="79120"/>
                </a:lnTo>
                <a:lnTo>
                  <a:pt x="10287" y="116458"/>
                </a:lnTo>
                <a:lnTo>
                  <a:pt x="36068" y="154812"/>
                </a:lnTo>
                <a:lnTo>
                  <a:pt x="65912" y="177800"/>
                </a:lnTo>
                <a:lnTo>
                  <a:pt x="103250" y="200660"/>
                </a:lnTo>
                <a:lnTo>
                  <a:pt x="143891" y="224155"/>
                </a:lnTo>
                <a:lnTo>
                  <a:pt x="174370" y="255397"/>
                </a:lnTo>
                <a:lnTo>
                  <a:pt x="179069" y="284988"/>
                </a:lnTo>
                <a:lnTo>
                  <a:pt x="176911" y="302768"/>
                </a:lnTo>
                <a:lnTo>
                  <a:pt x="172593" y="319024"/>
                </a:lnTo>
                <a:lnTo>
                  <a:pt x="167258" y="335152"/>
                </a:lnTo>
                <a:lnTo>
                  <a:pt x="160019" y="349631"/>
                </a:lnTo>
                <a:lnTo>
                  <a:pt x="153924" y="363347"/>
                </a:lnTo>
                <a:lnTo>
                  <a:pt x="147955" y="377063"/>
                </a:lnTo>
                <a:lnTo>
                  <a:pt x="143510" y="391541"/>
                </a:lnTo>
                <a:lnTo>
                  <a:pt x="141605" y="407162"/>
                </a:lnTo>
                <a:lnTo>
                  <a:pt x="145033" y="434720"/>
                </a:lnTo>
                <a:lnTo>
                  <a:pt x="166877" y="472694"/>
                </a:lnTo>
                <a:lnTo>
                  <a:pt x="203962" y="499618"/>
                </a:lnTo>
                <a:lnTo>
                  <a:pt x="247523" y="507619"/>
                </a:lnTo>
                <a:lnTo>
                  <a:pt x="269875" y="504063"/>
                </a:lnTo>
                <a:lnTo>
                  <a:pt x="313563" y="484250"/>
                </a:lnTo>
                <a:lnTo>
                  <a:pt x="331977" y="467868"/>
                </a:lnTo>
                <a:lnTo>
                  <a:pt x="341756" y="458469"/>
                </a:lnTo>
                <a:lnTo>
                  <a:pt x="363600" y="424561"/>
                </a:lnTo>
                <a:lnTo>
                  <a:pt x="374650" y="375793"/>
                </a:lnTo>
                <a:lnTo>
                  <a:pt x="375157" y="363981"/>
                </a:lnTo>
                <a:lnTo>
                  <a:pt x="358394" y="308101"/>
                </a:lnTo>
                <a:lnTo>
                  <a:pt x="332231" y="265175"/>
                </a:lnTo>
                <a:lnTo>
                  <a:pt x="286385" y="209676"/>
                </a:lnTo>
                <a:lnTo>
                  <a:pt x="240283" y="161162"/>
                </a:lnTo>
                <a:lnTo>
                  <a:pt x="206501" y="119506"/>
                </a:lnTo>
                <a:lnTo>
                  <a:pt x="192024" y="93852"/>
                </a:lnTo>
                <a:lnTo>
                  <a:pt x="178816" y="70104"/>
                </a:lnTo>
                <a:lnTo>
                  <a:pt x="154177" y="37718"/>
                </a:lnTo>
                <a:lnTo>
                  <a:pt x="145923" y="29844"/>
                </a:lnTo>
                <a:lnTo>
                  <a:pt x="138811" y="22098"/>
                </a:lnTo>
                <a:lnTo>
                  <a:pt x="130937" y="16001"/>
                </a:lnTo>
                <a:lnTo>
                  <a:pt x="122681" y="10922"/>
                </a:lnTo>
                <a:lnTo>
                  <a:pt x="113918" y="6350"/>
                </a:lnTo>
                <a:lnTo>
                  <a:pt x="105282" y="3429"/>
                </a:lnTo>
                <a:lnTo>
                  <a:pt x="88773" y="126"/>
                </a:lnTo>
                <a:lnTo>
                  <a:pt x="7912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1" name="object 31"/>
          <p:cNvSpPr/>
          <p:nvPr/>
        </p:nvSpPr>
        <p:spPr>
          <a:xfrm>
            <a:off x="2306827" y="4080128"/>
            <a:ext cx="219710" cy="1963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/>
          <p:nvPr/>
        </p:nvSpPr>
        <p:spPr>
          <a:xfrm>
            <a:off x="1450087" y="3824573"/>
            <a:ext cx="424815" cy="356235"/>
          </a:xfrm>
          <a:custGeom>
            <a:avLst/>
            <a:gdLst/>
            <a:ahLst/>
            <a:cxnLst/>
            <a:rect l="l" t="t" r="r" b="b"/>
            <a:pathLst>
              <a:path w="424814" h="474979">
                <a:moveTo>
                  <a:pt x="81914" y="0"/>
                </a:moveTo>
                <a:lnTo>
                  <a:pt x="36575" y="15367"/>
                </a:lnTo>
                <a:lnTo>
                  <a:pt x="10413" y="43561"/>
                </a:lnTo>
                <a:lnTo>
                  <a:pt x="0" y="79248"/>
                </a:lnTo>
                <a:lnTo>
                  <a:pt x="0" y="87884"/>
                </a:lnTo>
                <a:lnTo>
                  <a:pt x="253" y="98171"/>
                </a:lnTo>
                <a:lnTo>
                  <a:pt x="1904" y="107696"/>
                </a:lnTo>
                <a:lnTo>
                  <a:pt x="4825" y="116205"/>
                </a:lnTo>
                <a:lnTo>
                  <a:pt x="8381" y="127254"/>
                </a:lnTo>
                <a:lnTo>
                  <a:pt x="12572" y="137795"/>
                </a:lnTo>
                <a:lnTo>
                  <a:pt x="33273" y="172720"/>
                </a:lnTo>
                <a:lnTo>
                  <a:pt x="50800" y="194437"/>
                </a:lnTo>
                <a:lnTo>
                  <a:pt x="69595" y="218059"/>
                </a:lnTo>
                <a:lnTo>
                  <a:pt x="94995" y="264160"/>
                </a:lnTo>
                <a:lnTo>
                  <a:pt x="108076" y="293624"/>
                </a:lnTo>
                <a:lnTo>
                  <a:pt x="122047" y="324358"/>
                </a:lnTo>
                <a:lnTo>
                  <a:pt x="158114" y="389128"/>
                </a:lnTo>
                <a:lnTo>
                  <a:pt x="186436" y="428371"/>
                </a:lnTo>
                <a:lnTo>
                  <a:pt x="222376" y="458724"/>
                </a:lnTo>
                <a:lnTo>
                  <a:pt x="265811" y="473456"/>
                </a:lnTo>
                <a:lnTo>
                  <a:pt x="291845" y="474980"/>
                </a:lnTo>
                <a:lnTo>
                  <a:pt x="305307" y="473583"/>
                </a:lnTo>
                <a:lnTo>
                  <a:pt x="345439" y="461899"/>
                </a:lnTo>
                <a:lnTo>
                  <a:pt x="386841" y="434975"/>
                </a:lnTo>
                <a:lnTo>
                  <a:pt x="395858" y="426974"/>
                </a:lnTo>
                <a:lnTo>
                  <a:pt x="402844" y="417449"/>
                </a:lnTo>
                <a:lnTo>
                  <a:pt x="409956" y="407924"/>
                </a:lnTo>
                <a:lnTo>
                  <a:pt x="414274" y="397256"/>
                </a:lnTo>
                <a:lnTo>
                  <a:pt x="418464" y="387731"/>
                </a:lnTo>
                <a:lnTo>
                  <a:pt x="422401" y="376555"/>
                </a:lnTo>
                <a:lnTo>
                  <a:pt x="423163" y="366395"/>
                </a:lnTo>
                <a:lnTo>
                  <a:pt x="424306" y="355092"/>
                </a:lnTo>
                <a:lnTo>
                  <a:pt x="415036" y="311531"/>
                </a:lnTo>
                <a:lnTo>
                  <a:pt x="386461" y="276225"/>
                </a:lnTo>
                <a:lnTo>
                  <a:pt x="351155" y="260604"/>
                </a:lnTo>
                <a:lnTo>
                  <a:pt x="284606" y="260604"/>
                </a:lnTo>
                <a:lnTo>
                  <a:pt x="268350" y="259207"/>
                </a:lnTo>
                <a:lnTo>
                  <a:pt x="220344" y="246507"/>
                </a:lnTo>
                <a:lnTo>
                  <a:pt x="194690" y="214122"/>
                </a:lnTo>
                <a:lnTo>
                  <a:pt x="184022" y="151384"/>
                </a:lnTo>
                <a:lnTo>
                  <a:pt x="179324" y="120142"/>
                </a:lnTo>
                <a:lnTo>
                  <a:pt x="177037" y="108204"/>
                </a:lnTo>
                <a:lnTo>
                  <a:pt x="159638" y="56769"/>
                </a:lnTo>
                <a:lnTo>
                  <a:pt x="131317" y="23241"/>
                </a:lnTo>
                <a:lnTo>
                  <a:pt x="102107" y="5588"/>
                </a:lnTo>
                <a:lnTo>
                  <a:pt x="92582" y="1524"/>
                </a:lnTo>
                <a:lnTo>
                  <a:pt x="81914" y="0"/>
                </a:lnTo>
                <a:close/>
              </a:path>
              <a:path w="424814" h="474979">
                <a:moveTo>
                  <a:pt x="332739" y="257937"/>
                </a:moveTo>
                <a:lnTo>
                  <a:pt x="316611" y="258191"/>
                </a:lnTo>
                <a:lnTo>
                  <a:pt x="300989" y="259207"/>
                </a:lnTo>
                <a:lnTo>
                  <a:pt x="284606" y="260604"/>
                </a:lnTo>
                <a:lnTo>
                  <a:pt x="351155" y="260604"/>
                </a:lnTo>
                <a:lnTo>
                  <a:pt x="347344" y="259588"/>
                </a:lnTo>
                <a:lnTo>
                  <a:pt x="332739" y="257937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3" name="object 33"/>
          <p:cNvSpPr/>
          <p:nvPr/>
        </p:nvSpPr>
        <p:spPr>
          <a:xfrm>
            <a:off x="1680717" y="4108038"/>
            <a:ext cx="296418" cy="1283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4" name="object 34"/>
          <p:cNvSpPr txBox="1"/>
          <p:nvPr/>
        </p:nvSpPr>
        <p:spPr>
          <a:xfrm>
            <a:off x="534162" y="3110675"/>
            <a:ext cx="1294764" cy="49388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1909" rIns="0" bIns="0" rtlCol="0">
            <a:spAutoFit/>
          </a:bodyPr>
          <a:lstStyle/>
          <a:p>
            <a:pPr algn="ctr">
              <a:spcBef>
                <a:spcPts val="251"/>
              </a:spcBef>
            </a:pP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Pre-</a:t>
            </a:r>
            <a:endParaRPr sz="1500" dirty="0">
              <a:latin typeface="Verdana"/>
              <a:cs typeface="Verdana"/>
            </a:endParaRPr>
          </a:p>
          <a:p>
            <a:pPr algn="ctr">
              <a:spcBef>
                <a:spcPts val="4"/>
              </a:spcBef>
            </a:pP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Writing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81961" y="4343971"/>
            <a:ext cx="1752600" cy="494366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2385" rIns="0" bIns="0" rtlCol="0">
            <a:spAutoFit/>
          </a:bodyPr>
          <a:lstStyle/>
          <a:p>
            <a:pPr marL="141446" marR="137636" algn="ctr">
              <a:spcBef>
                <a:spcPts val="255"/>
              </a:spcBef>
            </a:pPr>
            <a:r>
              <a:rPr sz="1500" spc="-4" dirty="0">
                <a:solidFill>
                  <a:srgbClr val="336699"/>
                </a:solidFill>
                <a:latin typeface="Verdana"/>
                <a:cs typeface="Verdana"/>
              </a:rPr>
              <a:t>Planning  </a:t>
            </a:r>
            <a:r>
              <a:rPr sz="1500" dirty="0">
                <a:solidFill>
                  <a:srgbClr val="336699"/>
                </a:solidFill>
                <a:latin typeface="Verdana"/>
                <a:cs typeface="Verdana"/>
              </a:rPr>
              <a:t>and  </a:t>
            </a:r>
            <a:r>
              <a:rPr sz="1500" spc="-4" dirty="0">
                <a:solidFill>
                  <a:srgbClr val="336699"/>
                </a:solidFill>
                <a:latin typeface="Verdana"/>
                <a:cs typeface="Verdana"/>
              </a:rPr>
              <a:t>O</a:t>
            </a:r>
            <a:r>
              <a:rPr sz="1500" spc="-8" dirty="0">
                <a:solidFill>
                  <a:srgbClr val="336699"/>
                </a:solidFill>
                <a:latin typeface="Verdana"/>
                <a:cs typeface="Verdana"/>
              </a:rPr>
              <a:t>r</a:t>
            </a:r>
            <a:r>
              <a:rPr sz="1500" spc="-4" dirty="0">
                <a:solidFill>
                  <a:srgbClr val="336699"/>
                </a:solidFill>
                <a:latin typeface="Verdana"/>
                <a:cs typeface="Verdana"/>
              </a:rPr>
              <a:t>gan</a:t>
            </a:r>
            <a:r>
              <a:rPr sz="1500" spc="-8" dirty="0">
                <a:solidFill>
                  <a:srgbClr val="336699"/>
                </a:solidFill>
                <a:latin typeface="Verdana"/>
                <a:cs typeface="Verdana"/>
              </a:rPr>
              <a:t>i</a:t>
            </a:r>
            <a:r>
              <a:rPr sz="1500" spc="-4" dirty="0">
                <a:solidFill>
                  <a:srgbClr val="336699"/>
                </a:solidFill>
                <a:latin typeface="Verdana"/>
                <a:cs typeface="Verdana"/>
              </a:rPr>
              <a:t>zing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15561" y="3086671"/>
            <a:ext cx="1300500" cy="263534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2385" rIns="0" bIns="0" rtlCol="0">
            <a:spAutoFit/>
          </a:bodyPr>
          <a:lstStyle/>
          <a:p>
            <a:pPr marL="267653">
              <a:spcBef>
                <a:spcPts val="255"/>
              </a:spcBef>
            </a:pPr>
            <a:r>
              <a:rPr sz="1500" dirty="0">
                <a:solidFill>
                  <a:srgbClr val="9A0000"/>
                </a:solidFill>
                <a:latin typeface="Verdana"/>
                <a:cs typeface="Verdana"/>
              </a:rPr>
              <a:t>Drafting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20231" y="2142392"/>
            <a:ext cx="1575764" cy="494366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2385" rIns="0" bIns="0" rtlCol="0">
            <a:spAutoFit/>
          </a:bodyPr>
          <a:lstStyle/>
          <a:p>
            <a:pPr marL="117158" marR="110966" indent="139065" algn="ctr">
              <a:spcBef>
                <a:spcPts val="255"/>
              </a:spcBef>
            </a:pPr>
            <a:r>
              <a:rPr sz="1500" spc="-4" dirty="0">
                <a:solidFill>
                  <a:srgbClr val="5F5F5F"/>
                </a:solidFill>
                <a:latin typeface="Verdana"/>
                <a:cs typeface="Verdana"/>
              </a:rPr>
              <a:t>Revising  </a:t>
            </a:r>
            <a:r>
              <a:rPr sz="1500" dirty="0">
                <a:solidFill>
                  <a:srgbClr val="5F5F5F"/>
                </a:solidFill>
                <a:latin typeface="Verdana"/>
                <a:cs typeface="Verdana"/>
              </a:rPr>
              <a:t>and</a:t>
            </a:r>
            <a:r>
              <a:rPr sz="1500" spc="-64" dirty="0">
                <a:solidFill>
                  <a:srgbClr val="5F5F5F"/>
                </a:solidFill>
                <a:latin typeface="Verdana"/>
                <a:cs typeface="Verdana"/>
              </a:rPr>
              <a:t> </a:t>
            </a:r>
            <a:r>
              <a:rPr sz="1500" spc="-4" dirty="0">
                <a:solidFill>
                  <a:srgbClr val="5F5F5F"/>
                </a:solidFill>
                <a:latin typeface="Verdana"/>
                <a:cs typeface="Verdana"/>
              </a:rPr>
              <a:t>Editing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42161" y="4049041"/>
            <a:ext cx="1373924" cy="263534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32385" rIns="0" bIns="0" rtlCol="0">
            <a:spAutoFit/>
          </a:bodyPr>
          <a:lstStyle/>
          <a:p>
            <a:pPr marL="118110">
              <a:spcBef>
                <a:spcPts val="255"/>
              </a:spcBef>
            </a:pPr>
            <a:r>
              <a:rPr sz="1500" dirty="0">
                <a:latin typeface="Verdana"/>
                <a:cs typeface="Verdana"/>
              </a:rPr>
              <a:t>Final</a:t>
            </a:r>
            <a:r>
              <a:rPr sz="1500" spc="-3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Draft!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986777" y="3699321"/>
            <a:ext cx="264160" cy="408146"/>
          </a:xfrm>
          <a:custGeom>
            <a:avLst/>
            <a:gdLst/>
            <a:ahLst/>
            <a:cxnLst/>
            <a:rect l="l" t="t" r="r" b="b"/>
            <a:pathLst>
              <a:path w="264159" h="544195">
                <a:moveTo>
                  <a:pt x="176529" y="0"/>
                </a:moveTo>
                <a:lnTo>
                  <a:pt x="167004" y="0"/>
                </a:lnTo>
                <a:lnTo>
                  <a:pt x="157352" y="1524"/>
                </a:lnTo>
                <a:lnTo>
                  <a:pt x="124587" y="23494"/>
                </a:lnTo>
                <a:lnTo>
                  <a:pt x="102489" y="67056"/>
                </a:lnTo>
                <a:lnTo>
                  <a:pt x="97535" y="97028"/>
                </a:lnTo>
                <a:lnTo>
                  <a:pt x="98425" y="113030"/>
                </a:lnTo>
                <a:lnTo>
                  <a:pt x="99695" y="125984"/>
                </a:lnTo>
                <a:lnTo>
                  <a:pt x="102616" y="138175"/>
                </a:lnTo>
                <a:lnTo>
                  <a:pt x="107188" y="149860"/>
                </a:lnTo>
                <a:lnTo>
                  <a:pt x="110998" y="160528"/>
                </a:lnTo>
                <a:lnTo>
                  <a:pt x="121793" y="191007"/>
                </a:lnTo>
                <a:lnTo>
                  <a:pt x="131445" y="215900"/>
                </a:lnTo>
                <a:lnTo>
                  <a:pt x="138556" y="234823"/>
                </a:lnTo>
                <a:lnTo>
                  <a:pt x="143382" y="251332"/>
                </a:lnTo>
                <a:lnTo>
                  <a:pt x="145288" y="265811"/>
                </a:lnTo>
                <a:lnTo>
                  <a:pt x="142621" y="278384"/>
                </a:lnTo>
                <a:lnTo>
                  <a:pt x="114680" y="316738"/>
                </a:lnTo>
                <a:lnTo>
                  <a:pt x="72135" y="342519"/>
                </a:lnTo>
                <a:lnTo>
                  <a:pt x="45593" y="356235"/>
                </a:lnTo>
                <a:lnTo>
                  <a:pt x="6984" y="399161"/>
                </a:lnTo>
                <a:lnTo>
                  <a:pt x="0" y="442468"/>
                </a:lnTo>
                <a:lnTo>
                  <a:pt x="4318" y="465200"/>
                </a:lnTo>
                <a:lnTo>
                  <a:pt x="24638" y="504571"/>
                </a:lnTo>
                <a:lnTo>
                  <a:pt x="60325" y="531622"/>
                </a:lnTo>
                <a:lnTo>
                  <a:pt x="106679" y="543687"/>
                </a:lnTo>
                <a:lnTo>
                  <a:pt x="119379" y="544068"/>
                </a:lnTo>
                <a:lnTo>
                  <a:pt x="131318" y="542671"/>
                </a:lnTo>
                <a:lnTo>
                  <a:pt x="144906" y="541528"/>
                </a:lnTo>
                <a:lnTo>
                  <a:pt x="183260" y="528828"/>
                </a:lnTo>
                <a:lnTo>
                  <a:pt x="222376" y="497967"/>
                </a:lnTo>
                <a:lnTo>
                  <a:pt x="230250" y="488950"/>
                </a:lnTo>
                <a:lnTo>
                  <a:pt x="252475" y="434975"/>
                </a:lnTo>
                <a:lnTo>
                  <a:pt x="259206" y="385318"/>
                </a:lnTo>
                <a:lnTo>
                  <a:pt x="259969" y="349376"/>
                </a:lnTo>
                <a:lnTo>
                  <a:pt x="258318" y="313309"/>
                </a:lnTo>
                <a:lnTo>
                  <a:pt x="255756" y="278384"/>
                </a:lnTo>
                <a:lnTo>
                  <a:pt x="253110" y="246506"/>
                </a:lnTo>
                <a:lnTo>
                  <a:pt x="252983" y="192912"/>
                </a:lnTo>
                <a:lnTo>
                  <a:pt x="257937" y="163830"/>
                </a:lnTo>
                <a:lnTo>
                  <a:pt x="262635" y="137032"/>
                </a:lnTo>
                <a:lnTo>
                  <a:pt x="263905" y="96393"/>
                </a:lnTo>
                <a:lnTo>
                  <a:pt x="262508" y="85090"/>
                </a:lnTo>
                <a:lnTo>
                  <a:pt x="261747" y="74675"/>
                </a:lnTo>
                <a:lnTo>
                  <a:pt x="259460" y="64897"/>
                </a:lnTo>
                <a:lnTo>
                  <a:pt x="256285" y="55753"/>
                </a:lnTo>
                <a:lnTo>
                  <a:pt x="252349" y="46609"/>
                </a:lnTo>
                <a:lnTo>
                  <a:pt x="247523" y="38988"/>
                </a:lnTo>
                <a:lnTo>
                  <a:pt x="242443" y="33019"/>
                </a:lnTo>
                <a:lnTo>
                  <a:pt x="236727" y="26162"/>
                </a:lnTo>
                <a:lnTo>
                  <a:pt x="204470" y="5715"/>
                </a:lnTo>
                <a:lnTo>
                  <a:pt x="185927" y="888"/>
                </a:lnTo>
                <a:lnTo>
                  <a:pt x="176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0" name="object 40"/>
          <p:cNvSpPr/>
          <p:nvPr/>
        </p:nvSpPr>
        <p:spPr>
          <a:xfrm>
            <a:off x="7948931" y="4079367"/>
            <a:ext cx="290449" cy="1003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1" name="object 41"/>
          <p:cNvSpPr/>
          <p:nvPr/>
        </p:nvSpPr>
        <p:spPr>
          <a:xfrm>
            <a:off x="7508113" y="3417190"/>
            <a:ext cx="254000" cy="411004"/>
          </a:xfrm>
          <a:custGeom>
            <a:avLst/>
            <a:gdLst/>
            <a:ahLst/>
            <a:cxnLst/>
            <a:rect l="l" t="t" r="r" b="b"/>
            <a:pathLst>
              <a:path w="254000" h="548004">
                <a:moveTo>
                  <a:pt x="143509" y="0"/>
                </a:moveTo>
                <a:lnTo>
                  <a:pt x="134619" y="0"/>
                </a:lnTo>
                <a:lnTo>
                  <a:pt x="124967" y="762"/>
                </a:lnTo>
                <a:lnTo>
                  <a:pt x="87756" y="14986"/>
                </a:lnTo>
                <a:lnTo>
                  <a:pt x="58419" y="49911"/>
                </a:lnTo>
                <a:lnTo>
                  <a:pt x="55244" y="58420"/>
                </a:lnTo>
                <a:lnTo>
                  <a:pt x="51053" y="69214"/>
                </a:lnTo>
                <a:lnTo>
                  <a:pt x="47751" y="80010"/>
                </a:lnTo>
                <a:lnTo>
                  <a:pt x="41782" y="120142"/>
                </a:lnTo>
                <a:lnTo>
                  <a:pt x="41677" y="160655"/>
                </a:lnTo>
                <a:lnTo>
                  <a:pt x="41528" y="178308"/>
                </a:lnTo>
                <a:lnTo>
                  <a:pt x="32257" y="230124"/>
                </a:lnTo>
                <a:lnTo>
                  <a:pt x="23875" y="261239"/>
                </a:lnTo>
                <a:lnTo>
                  <a:pt x="15493" y="294005"/>
                </a:lnTo>
                <a:lnTo>
                  <a:pt x="8254" y="329946"/>
                </a:lnTo>
                <a:lnTo>
                  <a:pt x="2666" y="366903"/>
                </a:lnTo>
                <a:lnTo>
                  <a:pt x="507" y="391414"/>
                </a:lnTo>
                <a:lnTo>
                  <a:pt x="0" y="415290"/>
                </a:lnTo>
                <a:lnTo>
                  <a:pt x="2666" y="439420"/>
                </a:lnTo>
                <a:lnTo>
                  <a:pt x="18922" y="482346"/>
                </a:lnTo>
                <a:lnTo>
                  <a:pt x="52577" y="517906"/>
                </a:lnTo>
                <a:lnTo>
                  <a:pt x="90042" y="537083"/>
                </a:lnTo>
                <a:lnTo>
                  <a:pt x="139445" y="547878"/>
                </a:lnTo>
                <a:lnTo>
                  <a:pt x="151637" y="546481"/>
                </a:lnTo>
                <a:lnTo>
                  <a:pt x="163575" y="545973"/>
                </a:lnTo>
                <a:lnTo>
                  <a:pt x="186562" y="540004"/>
                </a:lnTo>
                <a:lnTo>
                  <a:pt x="196595" y="534543"/>
                </a:lnTo>
                <a:lnTo>
                  <a:pt x="205866" y="529717"/>
                </a:lnTo>
                <a:lnTo>
                  <a:pt x="236473" y="498983"/>
                </a:lnTo>
                <a:lnTo>
                  <a:pt x="253872" y="446278"/>
                </a:lnTo>
                <a:lnTo>
                  <a:pt x="251078" y="422910"/>
                </a:lnTo>
                <a:lnTo>
                  <a:pt x="231266" y="385318"/>
                </a:lnTo>
                <a:lnTo>
                  <a:pt x="195452" y="355981"/>
                </a:lnTo>
                <a:lnTo>
                  <a:pt x="181863" y="346710"/>
                </a:lnTo>
                <a:lnTo>
                  <a:pt x="170052" y="335406"/>
                </a:lnTo>
                <a:lnTo>
                  <a:pt x="158368" y="323215"/>
                </a:lnTo>
                <a:lnTo>
                  <a:pt x="147573" y="309499"/>
                </a:lnTo>
                <a:lnTo>
                  <a:pt x="140842" y="295402"/>
                </a:lnTo>
                <a:lnTo>
                  <a:pt x="137286" y="280670"/>
                </a:lnTo>
                <a:lnTo>
                  <a:pt x="137540" y="267970"/>
                </a:lnTo>
                <a:lnTo>
                  <a:pt x="159257" y="221234"/>
                </a:lnTo>
                <a:lnTo>
                  <a:pt x="188467" y="171196"/>
                </a:lnTo>
                <a:lnTo>
                  <a:pt x="194182" y="160655"/>
                </a:lnTo>
                <a:lnTo>
                  <a:pt x="212978" y="109600"/>
                </a:lnTo>
                <a:lnTo>
                  <a:pt x="214883" y="79501"/>
                </a:lnTo>
                <a:lnTo>
                  <a:pt x="212089" y="65786"/>
                </a:lnTo>
                <a:lnTo>
                  <a:pt x="209168" y="53594"/>
                </a:lnTo>
                <a:lnTo>
                  <a:pt x="205993" y="42925"/>
                </a:lnTo>
                <a:lnTo>
                  <a:pt x="200405" y="33655"/>
                </a:lnTo>
                <a:lnTo>
                  <a:pt x="195706" y="24511"/>
                </a:lnTo>
                <a:lnTo>
                  <a:pt x="162432" y="2412"/>
                </a:lnTo>
                <a:lnTo>
                  <a:pt x="153796" y="888"/>
                </a:lnTo>
                <a:lnTo>
                  <a:pt x="1435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2" name="object 42"/>
          <p:cNvSpPr/>
          <p:nvPr/>
        </p:nvSpPr>
        <p:spPr>
          <a:xfrm>
            <a:off x="7490842" y="3783711"/>
            <a:ext cx="279653" cy="1301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3" name="object 43"/>
          <p:cNvSpPr/>
          <p:nvPr/>
        </p:nvSpPr>
        <p:spPr>
          <a:xfrm>
            <a:off x="3694304" y="3603594"/>
            <a:ext cx="466725" cy="326231"/>
          </a:xfrm>
          <a:custGeom>
            <a:avLst/>
            <a:gdLst/>
            <a:ahLst/>
            <a:cxnLst/>
            <a:rect l="l" t="t" r="r" b="b"/>
            <a:pathLst>
              <a:path w="466725" h="434975">
                <a:moveTo>
                  <a:pt x="332994" y="0"/>
                </a:moveTo>
                <a:lnTo>
                  <a:pt x="320675" y="380"/>
                </a:lnTo>
                <a:lnTo>
                  <a:pt x="308356" y="2793"/>
                </a:lnTo>
                <a:lnTo>
                  <a:pt x="296545" y="4825"/>
                </a:lnTo>
                <a:lnTo>
                  <a:pt x="245363" y="32765"/>
                </a:lnTo>
                <a:lnTo>
                  <a:pt x="208914" y="67182"/>
                </a:lnTo>
                <a:lnTo>
                  <a:pt x="164211" y="123697"/>
                </a:lnTo>
                <a:lnTo>
                  <a:pt x="126237" y="178942"/>
                </a:lnTo>
                <a:lnTo>
                  <a:pt x="92583" y="220598"/>
                </a:lnTo>
                <a:lnTo>
                  <a:pt x="70485" y="240156"/>
                </a:lnTo>
                <a:lnTo>
                  <a:pt x="49911" y="257936"/>
                </a:lnTo>
                <a:lnTo>
                  <a:pt x="23495" y="288797"/>
                </a:lnTo>
                <a:lnTo>
                  <a:pt x="17399" y="298449"/>
                </a:lnTo>
                <a:lnTo>
                  <a:pt x="11302" y="306958"/>
                </a:lnTo>
                <a:lnTo>
                  <a:pt x="6985" y="316102"/>
                </a:lnTo>
                <a:lnTo>
                  <a:pt x="3683" y="325119"/>
                </a:lnTo>
                <a:lnTo>
                  <a:pt x="1016" y="334644"/>
                </a:lnTo>
                <a:lnTo>
                  <a:pt x="0" y="343661"/>
                </a:lnTo>
                <a:lnTo>
                  <a:pt x="254" y="360425"/>
                </a:lnTo>
                <a:lnTo>
                  <a:pt x="12446" y="396620"/>
                </a:lnTo>
                <a:lnTo>
                  <a:pt x="46482" y="429513"/>
                </a:lnTo>
                <a:lnTo>
                  <a:pt x="75692" y="434466"/>
                </a:lnTo>
                <a:lnTo>
                  <a:pt x="85851" y="433069"/>
                </a:lnTo>
                <a:lnTo>
                  <a:pt x="130429" y="413130"/>
                </a:lnTo>
                <a:lnTo>
                  <a:pt x="162433" y="379856"/>
                </a:lnTo>
                <a:lnTo>
                  <a:pt x="178816" y="345820"/>
                </a:lnTo>
                <a:lnTo>
                  <a:pt x="182625" y="335152"/>
                </a:lnTo>
                <a:lnTo>
                  <a:pt x="193421" y="304672"/>
                </a:lnTo>
                <a:lnTo>
                  <a:pt x="201549" y="279272"/>
                </a:lnTo>
                <a:lnTo>
                  <a:pt x="208025" y="260095"/>
                </a:lnTo>
                <a:lnTo>
                  <a:pt x="232156" y="223646"/>
                </a:lnTo>
                <a:lnTo>
                  <a:pt x="278002" y="211454"/>
                </a:lnTo>
                <a:lnTo>
                  <a:pt x="418639" y="211454"/>
                </a:lnTo>
                <a:lnTo>
                  <a:pt x="432435" y="201294"/>
                </a:lnTo>
                <a:lnTo>
                  <a:pt x="457200" y="165480"/>
                </a:lnTo>
                <a:lnTo>
                  <a:pt x="466217" y="122046"/>
                </a:lnTo>
                <a:lnTo>
                  <a:pt x="463676" y="99694"/>
                </a:lnTo>
                <a:lnTo>
                  <a:pt x="443484" y="58165"/>
                </a:lnTo>
                <a:lnTo>
                  <a:pt x="407288" y="25272"/>
                </a:lnTo>
                <a:lnTo>
                  <a:pt x="395986" y="17779"/>
                </a:lnTo>
                <a:lnTo>
                  <a:pt x="384048" y="11810"/>
                </a:lnTo>
                <a:lnTo>
                  <a:pt x="371094" y="7111"/>
                </a:lnTo>
                <a:lnTo>
                  <a:pt x="358267" y="3428"/>
                </a:lnTo>
                <a:lnTo>
                  <a:pt x="345313" y="888"/>
                </a:lnTo>
                <a:lnTo>
                  <a:pt x="332994" y="0"/>
                </a:lnTo>
                <a:close/>
              </a:path>
              <a:path w="466725" h="434975">
                <a:moveTo>
                  <a:pt x="418639" y="211454"/>
                </a:moveTo>
                <a:lnTo>
                  <a:pt x="278002" y="211454"/>
                </a:lnTo>
                <a:lnTo>
                  <a:pt x="294767" y="212216"/>
                </a:lnTo>
                <a:lnTo>
                  <a:pt x="311658" y="213994"/>
                </a:lnTo>
                <a:lnTo>
                  <a:pt x="327406" y="218185"/>
                </a:lnTo>
                <a:lnTo>
                  <a:pt x="356616" y="224281"/>
                </a:lnTo>
                <a:lnTo>
                  <a:pt x="371729" y="225678"/>
                </a:lnTo>
                <a:lnTo>
                  <a:pt x="387350" y="224154"/>
                </a:lnTo>
                <a:lnTo>
                  <a:pt x="413638" y="215137"/>
                </a:lnTo>
                <a:lnTo>
                  <a:pt x="418639" y="211454"/>
                </a:lnTo>
                <a:close/>
              </a:path>
            </a:pathLst>
          </a:custGeom>
          <a:solidFill>
            <a:srgbClr val="9A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4" name="object 44"/>
          <p:cNvSpPr/>
          <p:nvPr/>
        </p:nvSpPr>
        <p:spPr>
          <a:xfrm>
            <a:off x="3994023" y="3555588"/>
            <a:ext cx="284225" cy="1426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5" name="object 45"/>
          <p:cNvSpPr/>
          <p:nvPr/>
        </p:nvSpPr>
        <p:spPr>
          <a:xfrm>
            <a:off x="3860672" y="4039075"/>
            <a:ext cx="426720" cy="357188"/>
          </a:xfrm>
          <a:custGeom>
            <a:avLst/>
            <a:gdLst/>
            <a:ahLst/>
            <a:cxnLst/>
            <a:rect l="l" t="t" r="r" b="b"/>
            <a:pathLst>
              <a:path w="426720" h="476250">
                <a:moveTo>
                  <a:pt x="298323" y="0"/>
                </a:moveTo>
                <a:lnTo>
                  <a:pt x="288163" y="1269"/>
                </a:lnTo>
                <a:lnTo>
                  <a:pt x="276987" y="2539"/>
                </a:lnTo>
                <a:lnTo>
                  <a:pt x="266953" y="6095"/>
                </a:lnTo>
                <a:lnTo>
                  <a:pt x="220217" y="36067"/>
                </a:lnTo>
                <a:lnTo>
                  <a:pt x="200405" y="81914"/>
                </a:lnTo>
                <a:lnTo>
                  <a:pt x="199516" y="97662"/>
                </a:lnTo>
                <a:lnTo>
                  <a:pt x="200913" y="112267"/>
                </a:lnTo>
                <a:lnTo>
                  <a:pt x="204597" y="128015"/>
                </a:lnTo>
                <a:lnTo>
                  <a:pt x="208787" y="143128"/>
                </a:lnTo>
                <a:lnTo>
                  <a:pt x="213613" y="158750"/>
                </a:lnTo>
                <a:lnTo>
                  <a:pt x="215646" y="175006"/>
                </a:lnTo>
                <a:lnTo>
                  <a:pt x="217042" y="191896"/>
                </a:lnTo>
                <a:lnTo>
                  <a:pt x="216788" y="209295"/>
                </a:lnTo>
                <a:lnTo>
                  <a:pt x="213232" y="224535"/>
                </a:lnTo>
                <a:lnTo>
                  <a:pt x="186816" y="256412"/>
                </a:lnTo>
                <a:lnTo>
                  <a:pt x="127635" y="279907"/>
                </a:lnTo>
                <a:lnTo>
                  <a:pt x="98043" y="290956"/>
                </a:lnTo>
                <a:lnTo>
                  <a:pt x="86867" y="295656"/>
                </a:lnTo>
                <a:lnTo>
                  <a:pt x="40259" y="323469"/>
                </a:lnTo>
                <a:lnTo>
                  <a:pt x="13335" y="358139"/>
                </a:lnTo>
                <a:lnTo>
                  <a:pt x="2159" y="390397"/>
                </a:lnTo>
                <a:lnTo>
                  <a:pt x="0" y="400557"/>
                </a:lnTo>
                <a:lnTo>
                  <a:pt x="12064" y="438531"/>
                </a:lnTo>
                <a:lnTo>
                  <a:pt x="49149" y="468883"/>
                </a:lnTo>
                <a:lnTo>
                  <a:pt x="86360" y="476122"/>
                </a:lnTo>
                <a:lnTo>
                  <a:pt x="95376" y="474852"/>
                </a:lnTo>
                <a:lnTo>
                  <a:pt x="140588" y="456691"/>
                </a:lnTo>
                <a:lnTo>
                  <a:pt x="179831" y="422909"/>
                </a:lnTo>
                <a:lnTo>
                  <a:pt x="197357" y="401319"/>
                </a:lnTo>
                <a:lnTo>
                  <a:pt x="216662" y="377951"/>
                </a:lnTo>
                <a:lnTo>
                  <a:pt x="256539" y="343534"/>
                </a:lnTo>
                <a:lnTo>
                  <a:pt x="282575" y="324612"/>
                </a:lnTo>
                <a:lnTo>
                  <a:pt x="309752" y="304545"/>
                </a:lnTo>
                <a:lnTo>
                  <a:pt x="365632" y="255777"/>
                </a:lnTo>
                <a:lnTo>
                  <a:pt x="398017" y="219837"/>
                </a:lnTo>
                <a:lnTo>
                  <a:pt x="420369" y="178434"/>
                </a:lnTo>
                <a:lnTo>
                  <a:pt x="426465" y="144652"/>
                </a:lnTo>
                <a:lnTo>
                  <a:pt x="425703" y="132841"/>
                </a:lnTo>
                <a:lnTo>
                  <a:pt x="417575" y="94233"/>
                </a:lnTo>
                <a:lnTo>
                  <a:pt x="397763" y="57403"/>
                </a:lnTo>
                <a:lnTo>
                  <a:pt x="362838" y="22606"/>
                </a:lnTo>
                <a:lnTo>
                  <a:pt x="353187" y="15366"/>
                </a:lnTo>
                <a:lnTo>
                  <a:pt x="342391" y="10540"/>
                </a:lnTo>
                <a:lnTo>
                  <a:pt x="331597" y="5587"/>
                </a:lnTo>
                <a:lnTo>
                  <a:pt x="320293" y="3556"/>
                </a:lnTo>
                <a:lnTo>
                  <a:pt x="310134" y="1523"/>
                </a:lnTo>
                <a:lnTo>
                  <a:pt x="298323" y="0"/>
                </a:lnTo>
                <a:close/>
              </a:path>
            </a:pathLst>
          </a:custGeom>
          <a:solidFill>
            <a:srgbClr val="9A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6" name="object 46"/>
          <p:cNvSpPr/>
          <p:nvPr/>
        </p:nvSpPr>
        <p:spPr>
          <a:xfrm>
            <a:off x="4153534" y="3949733"/>
            <a:ext cx="195834" cy="2119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7" name="object 47"/>
          <p:cNvSpPr/>
          <p:nvPr/>
        </p:nvSpPr>
        <p:spPr>
          <a:xfrm>
            <a:off x="5996390" y="2342912"/>
            <a:ext cx="445770" cy="265271"/>
          </a:xfrm>
          <a:custGeom>
            <a:avLst/>
            <a:gdLst/>
            <a:ahLst/>
            <a:cxnLst/>
            <a:rect l="l" t="t" r="r" b="b"/>
            <a:pathLst>
              <a:path w="445770" h="353694">
                <a:moveTo>
                  <a:pt x="253115" y="0"/>
                </a:moveTo>
                <a:lnTo>
                  <a:pt x="216412" y="14224"/>
                </a:lnTo>
                <a:lnTo>
                  <a:pt x="177423" y="43180"/>
                </a:lnTo>
                <a:lnTo>
                  <a:pt x="137926" y="84200"/>
                </a:lnTo>
                <a:lnTo>
                  <a:pt x="120527" y="103759"/>
                </a:lnTo>
                <a:lnTo>
                  <a:pt x="88396" y="131825"/>
                </a:lnTo>
                <a:lnTo>
                  <a:pt x="47629" y="151257"/>
                </a:lnTo>
                <a:lnTo>
                  <a:pt x="22229" y="171196"/>
                </a:lnTo>
                <a:lnTo>
                  <a:pt x="16514" y="178562"/>
                </a:lnTo>
                <a:lnTo>
                  <a:pt x="10672" y="184658"/>
                </a:lnTo>
                <a:lnTo>
                  <a:pt x="0" y="226313"/>
                </a:lnTo>
                <a:lnTo>
                  <a:pt x="131" y="235458"/>
                </a:lnTo>
                <a:lnTo>
                  <a:pt x="11815" y="279019"/>
                </a:lnTo>
                <a:lnTo>
                  <a:pt x="36199" y="320039"/>
                </a:lnTo>
                <a:lnTo>
                  <a:pt x="72267" y="347725"/>
                </a:lnTo>
                <a:lnTo>
                  <a:pt x="102112" y="353313"/>
                </a:lnTo>
                <a:lnTo>
                  <a:pt x="112272" y="352678"/>
                </a:lnTo>
                <a:lnTo>
                  <a:pt x="155198" y="330708"/>
                </a:lnTo>
                <a:lnTo>
                  <a:pt x="170819" y="302768"/>
                </a:lnTo>
                <a:lnTo>
                  <a:pt x="174502" y="293243"/>
                </a:lnTo>
                <a:lnTo>
                  <a:pt x="184875" y="266191"/>
                </a:lnTo>
                <a:lnTo>
                  <a:pt x="192536" y="243586"/>
                </a:lnTo>
                <a:lnTo>
                  <a:pt x="198818" y="226313"/>
                </a:lnTo>
                <a:lnTo>
                  <a:pt x="204982" y="212978"/>
                </a:lnTo>
                <a:lnTo>
                  <a:pt x="212348" y="203453"/>
                </a:lnTo>
                <a:lnTo>
                  <a:pt x="221873" y="199516"/>
                </a:lnTo>
                <a:lnTo>
                  <a:pt x="233557" y="199136"/>
                </a:lnTo>
                <a:lnTo>
                  <a:pt x="445398" y="199136"/>
                </a:lnTo>
                <a:lnTo>
                  <a:pt x="444377" y="189230"/>
                </a:lnTo>
                <a:lnTo>
                  <a:pt x="443234" y="176911"/>
                </a:lnTo>
                <a:lnTo>
                  <a:pt x="439297" y="164084"/>
                </a:lnTo>
                <a:lnTo>
                  <a:pt x="435487" y="151130"/>
                </a:lnTo>
                <a:lnTo>
                  <a:pt x="416310" y="111251"/>
                </a:lnTo>
                <a:lnTo>
                  <a:pt x="389259" y="73025"/>
                </a:lnTo>
                <a:lnTo>
                  <a:pt x="378464" y="59816"/>
                </a:lnTo>
                <a:lnTo>
                  <a:pt x="342396" y="27432"/>
                </a:lnTo>
                <a:lnTo>
                  <a:pt x="306455" y="6858"/>
                </a:lnTo>
                <a:lnTo>
                  <a:pt x="294644" y="3810"/>
                </a:lnTo>
                <a:lnTo>
                  <a:pt x="283468" y="381"/>
                </a:lnTo>
                <a:lnTo>
                  <a:pt x="253115" y="0"/>
                </a:lnTo>
                <a:close/>
              </a:path>
              <a:path w="445770" h="353694">
                <a:moveTo>
                  <a:pt x="445398" y="199136"/>
                </a:moveTo>
                <a:lnTo>
                  <a:pt x="233557" y="199136"/>
                </a:lnTo>
                <a:lnTo>
                  <a:pt x="248543" y="201295"/>
                </a:lnTo>
                <a:lnTo>
                  <a:pt x="265561" y="207899"/>
                </a:lnTo>
                <a:lnTo>
                  <a:pt x="281690" y="216535"/>
                </a:lnTo>
                <a:lnTo>
                  <a:pt x="297819" y="226313"/>
                </a:lnTo>
                <a:lnTo>
                  <a:pt x="312805" y="237871"/>
                </a:lnTo>
                <a:lnTo>
                  <a:pt x="340745" y="257683"/>
                </a:lnTo>
                <a:lnTo>
                  <a:pt x="355223" y="266191"/>
                </a:lnTo>
                <a:lnTo>
                  <a:pt x="370209" y="271907"/>
                </a:lnTo>
                <a:lnTo>
                  <a:pt x="395355" y="274574"/>
                </a:lnTo>
                <a:lnTo>
                  <a:pt x="413389" y="268732"/>
                </a:lnTo>
                <a:lnTo>
                  <a:pt x="441202" y="234061"/>
                </a:lnTo>
                <a:lnTo>
                  <a:pt x="445621" y="201295"/>
                </a:lnTo>
                <a:lnTo>
                  <a:pt x="445398" y="199136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8" name="object 48"/>
          <p:cNvSpPr/>
          <p:nvPr/>
        </p:nvSpPr>
        <p:spPr>
          <a:xfrm>
            <a:off x="6288773" y="2283133"/>
            <a:ext cx="271653" cy="2128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9" name="object 49"/>
          <p:cNvSpPr/>
          <p:nvPr/>
        </p:nvSpPr>
        <p:spPr>
          <a:xfrm>
            <a:off x="6152756" y="2699673"/>
            <a:ext cx="407670" cy="312419"/>
          </a:xfrm>
          <a:custGeom>
            <a:avLst/>
            <a:gdLst/>
            <a:ahLst/>
            <a:cxnLst/>
            <a:rect l="l" t="t" r="r" b="b"/>
            <a:pathLst>
              <a:path w="407670" h="416560">
                <a:moveTo>
                  <a:pt x="71247" y="219456"/>
                </a:moveTo>
                <a:lnTo>
                  <a:pt x="28321" y="234187"/>
                </a:lnTo>
                <a:lnTo>
                  <a:pt x="3301" y="269621"/>
                </a:lnTo>
                <a:lnTo>
                  <a:pt x="1905" y="280162"/>
                </a:lnTo>
                <a:lnTo>
                  <a:pt x="0" y="289813"/>
                </a:lnTo>
                <a:lnTo>
                  <a:pt x="11430" y="335025"/>
                </a:lnTo>
                <a:lnTo>
                  <a:pt x="38226" y="374015"/>
                </a:lnTo>
                <a:lnTo>
                  <a:pt x="74422" y="404495"/>
                </a:lnTo>
                <a:lnTo>
                  <a:pt x="117221" y="416179"/>
                </a:lnTo>
                <a:lnTo>
                  <a:pt x="124713" y="414909"/>
                </a:lnTo>
                <a:lnTo>
                  <a:pt x="134238" y="413512"/>
                </a:lnTo>
                <a:lnTo>
                  <a:pt x="143256" y="411225"/>
                </a:lnTo>
                <a:lnTo>
                  <a:pt x="171831" y="396367"/>
                </a:lnTo>
                <a:lnTo>
                  <a:pt x="188595" y="381762"/>
                </a:lnTo>
                <a:lnTo>
                  <a:pt x="207010" y="366268"/>
                </a:lnTo>
                <a:lnTo>
                  <a:pt x="245110" y="348742"/>
                </a:lnTo>
                <a:lnTo>
                  <a:pt x="270001" y="340995"/>
                </a:lnTo>
                <a:lnTo>
                  <a:pt x="296037" y="332486"/>
                </a:lnTo>
                <a:lnTo>
                  <a:pt x="349376" y="307340"/>
                </a:lnTo>
                <a:lnTo>
                  <a:pt x="380492" y="284861"/>
                </a:lnTo>
                <a:lnTo>
                  <a:pt x="401827" y="251841"/>
                </a:lnTo>
                <a:lnTo>
                  <a:pt x="407128" y="225425"/>
                </a:lnTo>
                <a:lnTo>
                  <a:pt x="178435" y="225425"/>
                </a:lnTo>
                <a:lnTo>
                  <a:pt x="164084" y="225171"/>
                </a:lnTo>
                <a:lnTo>
                  <a:pt x="93599" y="220472"/>
                </a:lnTo>
                <a:lnTo>
                  <a:pt x="82931" y="220218"/>
                </a:lnTo>
                <a:lnTo>
                  <a:pt x="71247" y="219456"/>
                </a:lnTo>
                <a:close/>
              </a:path>
              <a:path w="407670" h="416560">
                <a:moveTo>
                  <a:pt x="244982" y="0"/>
                </a:moveTo>
                <a:lnTo>
                  <a:pt x="198500" y="25400"/>
                </a:lnTo>
                <a:lnTo>
                  <a:pt x="190626" y="65278"/>
                </a:lnTo>
                <a:lnTo>
                  <a:pt x="192024" y="81153"/>
                </a:lnTo>
                <a:lnTo>
                  <a:pt x="195453" y="99187"/>
                </a:lnTo>
                <a:lnTo>
                  <a:pt x="199517" y="116967"/>
                </a:lnTo>
                <a:lnTo>
                  <a:pt x="204088" y="135636"/>
                </a:lnTo>
                <a:lnTo>
                  <a:pt x="205994" y="153543"/>
                </a:lnTo>
                <a:lnTo>
                  <a:pt x="207391" y="171831"/>
                </a:lnTo>
                <a:lnTo>
                  <a:pt x="207137" y="189992"/>
                </a:lnTo>
                <a:lnTo>
                  <a:pt x="203708" y="204216"/>
                </a:lnTo>
                <a:lnTo>
                  <a:pt x="197485" y="215392"/>
                </a:lnTo>
                <a:lnTo>
                  <a:pt x="189611" y="221742"/>
                </a:lnTo>
                <a:lnTo>
                  <a:pt x="178435" y="225425"/>
                </a:lnTo>
                <a:lnTo>
                  <a:pt x="407128" y="225425"/>
                </a:lnTo>
                <a:lnTo>
                  <a:pt x="403098" y="177800"/>
                </a:lnTo>
                <a:lnTo>
                  <a:pt x="386842" y="129667"/>
                </a:lnTo>
                <a:lnTo>
                  <a:pt x="365378" y="87249"/>
                </a:lnTo>
                <a:lnTo>
                  <a:pt x="346837" y="62103"/>
                </a:lnTo>
                <a:lnTo>
                  <a:pt x="337566" y="50165"/>
                </a:lnTo>
                <a:lnTo>
                  <a:pt x="316865" y="29972"/>
                </a:lnTo>
                <a:lnTo>
                  <a:pt x="306197" y="22606"/>
                </a:lnTo>
                <a:lnTo>
                  <a:pt x="296418" y="15748"/>
                </a:lnTo>
                <a:lnTo>
                  <a:pt x="285115" y="8636"/>
                </a:lnTo>
                <a:lnTo>
                  <a:pt x="275463" y="5334"/>
                </a:lnTo>
                <a:lnTo>
                  <a:pt x="264668" y="1524"/>
                </a:lnTo>
                <a:lnTo>
                  <a:pt x="255143" y="635"/>
                </a:lnTo>
                <a:lnTo>
                  <a:pt x="244982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0" name="object 50"/>
          <p:cNvSpPr/>
          <p:nvPr/>
        </p:nvSpPr>
        <p:spPr>
          <a:xfrm>
            <a:off x="6442161" y="2636758"/>
            <a:ext cx="187084" cy="25803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263128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8776" y="893050"/>
            <a:ext cx="3993515" cy="62517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>
                <a:solidFill>
                  <a:srgbClr val="003366"/>
                </a:solidFill>
              </a:rPr>
              <a:t>Int</a:t>
            </a:r>
            <a:r>
              <a:rPr spc="-15" dirty="0">
                <a:solidFill>
                  <a:srgbClr val="003366"/>
                </a:solidFill>
              </a:rPr>
              <a:t>r</a:t>
            </a:r>
            <a:r>
              <a:rPr dirty="0">
                <a:solidFill>
                  <a:srgbClr val="003366"/>
                </a:solidFill>
              </a:rPr>
              <a:t>oduction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2910840" y="1472183"/>
            <a:ext cx="3964304" cy="0"/>
          </a:xfrm>
          <a:custGeom>
            <a:avLst/>
            <a:gdLst/>
            <a:ahLst/>
            <a:cxnLst/>
            <a:rect l="l" t="t" r="r" b="b"/>
            <a:pathLst>
              <a:path w="3964304">
                <a:moveTo>
                  <a:pt x="0" y="0"/>
                </a:moveTo>
                <a:lnTo>
                  <a:pt x="3963924" y="0"/>
                </a:lnTo>
              </a:path>
            </a:pathLst>
          </a:custGeom>
          <a:ln w="57912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1602106" y="1451421"/>
            <a:ext cx="6703059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400" b="1" spc="-4" dirty="0">
                <a:latin typeface="Verdana"/>
                <a:cs typeface="Verdana"/>
              </a:rPr>
              <a:t>What </a:t>
            </a:r>
            <a:r>
              <a:rPr sz="2400" b="1" spc="-8" dirty="0">
                <a:latin typeface="Verdana"/>
                <a:cs typeface="Verdana"/>
              </a:rPr>
              <a:t>is </a:t>
            </a:r>
            <a:r>
              <a:rPr sz="2400" b="1" dirty="0">
                <a:latin typeface="Verdana"/>
                <a:cs typeface="Verdana"/>
              </a:rPr>
              <a:t>the </a:t>
            </a:r>
            <a:r>
              <a:rPr lang="en-US" sz="2400" b="1" u="heavy" dirty="0">
                <a:solidFill>
                  <a:srgbClr val="336699"/>
                </a:solidFill>
                <a:uFill>
                  <a:solidFill>
                    <a:srgbClr val="336699"/>
                  </a:solidFill>
                </a:uFill>
                <a:latin typeface="Verdana"/>
                <a:cs typeface="Verdana"/>
              </a:rPr>
              <a:t>W</a:t>
            </a:r>
            <a:r>
              <a:rPr sz="2400" b="1" u="heavy" dirty="0">
                <a:solidFill>
                  <a:srgbClr val="336699"/>
                </a:solidFill>
                <a:uFill>
                  <a:solidFill>
                    <a:srgbClr val="336699"/>
                  </a:solidFill>
                </a:uFill>
                <a:latin typeface="Verdana"/>
                <a:cs typeface="Verdana"/>
              </a:rPr>
              <a:t>riting </a:t>
            </a:r>
            <a:r>
              <a:rPr sz="2400" b="1" u="heavy" dirty="0">
                <a:solidFill>
                  <a:srgbClr val="336699"/>
                </a:solidFill>
                <a:uFill>
                  <a:solidFill>
                    <a:srgbClr val="336699"/>
                  </a:solidFill>
                </a:uFill>
                <a:latin typeface="Verdana"/>
                <a:cs typeface="Verdana"/>
              </a:rPr>
              <a:t>process</a:t>
            </a:r>
            <a:r>
              <a:rPr sz="2400" b="1" spc="-19" dirty="0">
                <a:solidFill>
                  <a:srgbClr val="336699"/>
                </a:solidFill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?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90550" y="5529263"/>
            <a:ext cx="342900" cy="257175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0"/>
                </a:moveTo>
                <a:lnTo>
                  <a:pt x="0" y="171450"/>
                </a:lnTo>
                <a:lnTo>
                  <a:pt x="342900" y="342900"/>
                </a:lnTo>
                <a:lnTo>
                  <a:pt x="342900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304800" y="5486400"/>
            <a:ext cx="914400" cy="3429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590550" y="5529263"/>
            <a:ext cx="342900" cy="257175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17145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17145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304800" y="5486400"/>
            <a:ext cx="914400" cy="3429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457200"/>
                </a:moveTo>
                <a:lnTo>
                  <a:pt x="914400" y="457200"/>
                </a:lnTo>
                <a:lnTo>
                  <a:pt x="914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8134350" y="5529263"/>
            <a:ext cx="342900" cy="257175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0"/>
                </a:moveTo>
                <a:lnTo>
                  <a:pt x="0" y="342900"/>
                </a:lnTo>
                <a:lnTo>
                  <a:pt x="342900" y="171450"/>
                </a:lnTo>
                <a:lnTo>
                  <a:pt x="0" y="0"/>
                </a:lnTo>
                <a:close/>
              </a:path>
            </a:pathLst>
          </a:custGeom>
          <a:solidFill>
            <a:srgbClr val="1F3C5C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7848600" y="5486400"/>
            <a:ext cx="914400" cy="3429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0"/>
                </a:moveTo>
                <a:lnTo>
                  <a:pt x="914400" y="0"/>
                </a:lnTo>
                <a:lnTo>
                  <a:pt x="914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8134350" y="5529263"/>
            <a:ext cx="342900" cy="257175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171450"/>
                </a:moveTo>
                <a:lnTo>
                  <a:pt x="0" y="0"/>
                </a:lnTo>
                <a:lnTo>
                  <a:pt x="0" y="342900"/>
                </a:lnTo>
                <a:lnTo>
                  <a:pt x="342900" y="17145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8134350" y="5529263"/>
            <a:ext cx="342900" cy="257175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171450"/>
                </a:moveTo>
                <a:lnTo>
                  <a:pt x="0" y="342900"/>
                </a:lnTo>
                <a:lnTo>
                  <a:pt x="0" y="0"/>
                </a:lnTo>
                <a:lnTo>
                  <a:pt x="342900" y="17145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7848600" y="5486400"/>
            <a:ext cx="914400" cy="3429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0" y="457200"/>
                </a:moveTo>
                <a:lnTo>
                  <a:pt x="914400" y="457200"/>
                </a:lnTo>
                <a:lnTo>
                  <a:pt x="914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768096" y="1046989"/>
            <a:ext cx="248920" cy="208121"/>
          </a:xfrm>
          <a:custGeom>
            <a:avLst/>
            <a:gdLst/>
            <a:ahLst/>
            <a:cxnLst/>
            <a:rect l="l" t="t" r="r" b="b"/>
            <a:pathLst>
              <a:path w="248919" h="277495">
                <a:moveTo>
                  <a:pt x="50012" y="0"/>
                </a:moveTo>
                <a:lnTo>
                  <a:pt x="28270" y="3810"/>
                </a:lnTo>
                <a:lnTo>
                  <a:pt x="12509" y="19685"/>
                </a:lnTo>
                <a:lnTo>
                  <a:pt x="0" y="67818"/>
                </a:lnTo>
                <a:lnTo>
                  <a:pt x="4902" y="123063"/>
                </a:lnTo>
                <a:lnTo>
                  <a:pt x="17945" y="176149"/>
                </a:lnTo>
                <a:lnTo>
                  <a:pt x="32067" y="217170"/>
                </a:lnTo>
                <a:lnTo>
                  <a:pt x="59245" y="259842"/>
                </a:lnTo>
                <a:lnTo>
                  <a:pt x="82626" y="277368"/>
                </a:lnTo>
                <a:lnTo>
                  <a:pt x="114693" y="277368"/>
                </a:lnTo>
                <a:lnTo>
                  <a:pt x="147307" y="265303"/>
                </a:lnTo>
                <a:lnTo>
                  <a:pt x="163614" y="234696"/>
                </a:lnTo>
                <a:lnTo>
                  <a:pt x="172313" y="195834"/>
                </a:lnTo>
                <a:lnTo>
                  <a:pt x="169049" y="147701"/>
                </a:lnTo>
                <a:lnTo>
                  <a:pt x="245577" y="147701"/>
                </a:lnTo>
                <a:lnTo>
                  <a:pt x="248412" y="131826"/>
                </a:lnTo>
                <a:lnTo>
                  <a:pt x="161988" y="123063"/>
                </a:lnTo>
                <a:lnTo>
                  <a:pt x="140246" y="73279"/>
                </a:lnTo>
                <a:lnTo>
                  <a:pt x="129374" y="64008"/>
                </a:lnTo>
                <a:lnTo>
                  <a:pt x="107632" y="35560"/>
                </a:lnTo>
                <a:lnTo>
                  <a:pt x="77190" y="14224"/>
                </a:lnTo>
                <a:lnTo>
                  <a:pt x="50012" y="0"/>
                </a:lnTo>
                <a:close/>
              </a:path>
              <a:path w="248919" h="277495">
                <a:moveTo>
                  <a:pt x="245577" y="147701"/>
                </a:moveTo>
                <a:lnTo>
                  <a:pt x="169049" y="147701"/>
                </a:lnTo>
                <a:lnTo>
                  <a:pt x="244601" y="153162"/>
                </a:lnTo>
                <a:lnTo>
                  <a:pt x="245577" y="1477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/>
          <p:nvPr/>
        </p:nvSpPr>
        <p:spPr>
          <a:xfrm>
            <a:off x="565404" y="994411"/>
            <a:ext cx="287020" cy="331469"/>
          </a:xfrm>
          <a:custGeom>
            <a:avLst/>
            <a:gdLst/>
            <a:ahLst/>
            <a:cxnLst/>
            <a:rect l="l" t="t" r="r" b="b"/>
            <a:pathLst>
              <a:path w="287019" h="441959">
                <a:moveTo>
                  <a:pt x="203174" y="0"/>
                </a:moveTo>
                <a:lnTo>
                  <a:pt x="167220" y="10287"/>
                </a:lnTo>
                <a:lnTo>
                  <a:pt x="181927" y="10287"/>
                </a:lnTo>
                <a:lnTo>
                  <a:pt x="145973" y="26162"/>
                </a:lnTo>
                <a:lnTo>
                  <a:pt x="117106" y="58166"/>
                </a:lnTo>
                <a:lnTo>
                  <a:pt x="78981" y="113029"/>
                </a:lnTo>
                <a:lnTo>
                  <a:pt x="48475" y="165862"/>
                </a:lnTo>
                <a:lnTo>
                  <a:pt x="15798" y="229362"/>
                </a:lnTo>
                <a:lnTo>
                  <a:pt x="0" y="271780"/>
                </a:lnTo>
                <a:lnTo>
                  <a:pt x="3276" y="303911"/>
                </a:lnTo>
                <a:lnTo>
                  <a:pt x="32130" y="330581"/>
                </a:lnTo>
                <a:lnTo>
                  <a:pt x="75717" y="360425"/>
                </a:lnTo>
                <a:lnTo>
                  <a:pt x="138353" y="387096"/>
                </a:lnTo>
                <a:lnTo>
                  <a:pt x="214071" y="425704"/>
                </a:lnTo>
                <a:lnTo>
                  <a:pt x="246748" y="441960"/>
                </a:lnTo>
                <a:lnTo>
                  <a:pt x="268528" y="436499"/>
                </a:lnTo>
                <a:lnTo>
                  <a:pt x="286511" y="418592"/>
                </a:lnTo>
                <a:lnTo>
                  <a:pt x="284340" y="394081"/>
                </a:lnTo>
                <a:lnTo>
                  <a:pt x="248386" y="381635"/>
                </a:lnTo>
                <a:lnTo>
                  <a:pt x="199897" y="362077"/>
                </a:lnTo>
                <a:lnTo>
                  <a:pt x="135089" y="346329"/>
                </a:lnTo>
                <a:lnTo>
                  <a:pt x="75717" y="323469"/>
                </a:lnTo>
                <a:lnTo>
                  <a:pt x="46850" y="296799"/>
                </a:lnTo>
                <a:lnTo>
                  <a:pt x="41401" y="275590"/>
                </a:lnTo>
                <a:lnTo>
                  <a:pt x="48475" y="234823"/>
                </a:lnTo>
                <a:lnTo>
                  <a:pt x="64820" y="192405"/>
                </a:lnTo>
                <a:lnTo>
                  <a:pt x="89877" y="144652"/>
                </a:lnTo>
                <a:lnTo>
                  <a:pt x="107848" y="107696"/>
                </a:lnTo>
                <a:lnTo>
                  <a:pt x="138353" y="73914"/>
                </a:lnTo>
                <a:lnTo>
                  <a:pt x="202082" y="73914"/>
                </a:lnTo>
                <a:lnTo>
                  <a:pt x="203174" y="68452"/>
                </a:lnTo>
                <a:lnTo>
                  <a:pt x="199897" y="49529"/>
                </a:lnTo>
                <a:lnTo>
                  <a:pt x="189014" y="28321"/>
                </a:lnTo>
                <a:lnTo>
                  <a:pt x="216242" y="21209"/>
                </a:lnTo>
                <a:lnTo>
                  <a:pt x="256072" y="21209"/>
                </a:lnTo>
                <a:lnTo>
                  <a:pt x="253834" y="17399"/>
                </a:lnTo>
                <a:lnTo>
                  <a:pt x="232041" y="1650"/>
                </a:lnTo>
                <a:lnTo>
                  <a:pt x="203174" y="0"/>
                </a:lnTo>
                <a:close/>
              </a:path>
              <a:path w="287019" h="441959">
                <a:moveTo>
                  <a:pt x="202082" y="73914"/>
                </a:moveTo>
                <a:lnTo>
                  <a:pt x="138353" y="73914"/>
                </a:lnTo>
                <a:lnTo>
                  <a:pt x="143802" y="86487"/>
                </a:lnTo>
                <a:lnTo>
                  <a:pt x="172669" y="91821"/>
                </a:lnTo>
                <a:lnTo>
                  <a:pt x="199897" y="84836"/>
                </a:lnTo>
                <a:lnTo>
                  <a:pt x="202082" y="73914"/>
                </a:lnTo>
                <a:close/>
              </a:path>
              <a:path w="287019" h="441959">
                <a:moveTo>
                  <a:pt x="256072" y="21209"/>
                </a:moveTo>
                <a:lnTo>
                  <a:pt x="216242" y="21209"/>
                </a:lnTo>
                <a:lnTo>
                  <a:pt x="232041" y="28321"/>
                </a:lnTo>
                <a:lnTo>
                  <a:pt x="248386" y="47244"/>
                </a:lnTo>
                <a:lnTo>
                  <a:pt x="242938" y="68452"/>
                </a:lnTo>
                <a:lnTo>
                  <a:pt x="263093" y="68452"/>
                </a:lnTo>
                <a:lnTo>
                  <a:pt x="268528" y="42418"/>
                </a:lnTo>
                <a:lnTo>
                  <a:pt x="256072" y="21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object 18"/>
          <p:cNvSpPr/>
          <p:nvPr/>
        </p:nvSpPr>
        <p:spPr>
          <a:xfrm>
            <a:off x="835152" y="1269874"/>
            <a:ext cx="149860" cy="312419"/>
          </a:xfrm>
          <a:custGeom>
            <a:avLst/>
            <a:gdLst/>
            <a:ahLst/>
            <a:cxnLst/>
            <a:rect l="l" t="t" r="r" b="b"/>
            <a:pathLst>
              <a:path w="149859" h="416559">
                <a:moveTo>
                  <a:pt x="59194" y="0"/>
                </a:moveTo>
                <a:lnTo>
                  <a:pt x="38011" y="0"/>
                </a:lnTo>
                <a:lnTo>
                  <a:pt x="14668" y="10922"/>
                </a:lnTo>
                <a:lnTo>
                  <a:pt x="9245" y="32131"/>
                </a:lnTo>
                <a:lnTo>
                  <a:pt x="9245" y="48006"/>
                </a:lnTo>
                <a:lnTo>
                  <a:pt x="0" y="86740"/>
                </a:lnTo>
                <a:lnTo>
                  <a:pt x="0" y="175640"/>
                </a:lnTo>
                <a:lnTo>
                  <a:pt x="3809" y="251333"/>
                </a:lnTo>
                <a:lnTo>
                  <a:pt x="10871" y="319024"/>
                </a:lnTo>
                <a:lnTo>
                  <a:pt x="20104" y="356108"/>
                </a:lnTo>
                <a:lnTo>
                  <a:pt x="30416" y="393191"/>
                </a:lnTo>
                <a:lnTo>
                  <a:pt x="84721" y="416051"/>
                </a:lnTo>
                <a:lnTo>
                  <a:pt x="118935" y="410590"/>
                </a:lnTo>
                <a:lnTo>
                  <a:pt x="138480" y="393191"/>
                </a:lnTo>
                <a:lnTo>
                  <a:pt x="149351" y="345186"/>
                </a:lnTo>
                <a:lnTo>
                  <a:pt x="149351" y="267208"/>
                </a:lnTo>
                <a:lnTo>
                  <a:pt x="146088" y="207263"/>
                </a:lnTo>
                <a:lnTo>
                  <a:pt x="138480" y="145034"/>
                </a:lnTo>
                <a:lnTo>
                  <a:pt x="129793" y="92201"/>
                </a:lnTo>
                <a:lnTo>
                  <a:pt x="111874" y="53466"/>
                </a:lnTo>
                <a:lnTo>
                  <a:pt x="86359" y="15875"/>
                </a:lnTo>
                <a:lnTo>
                  <a:pt x="591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/>
          <p:nvPr/>
        </p:nvSpPr>
        <p:spPr>
          <a:xfrm>
            <a:off x="903733" y="1277873"/>
            <a:ext cx="230504" cy="240030"/>
          </a:xfrm>
          <a:custGeom>
            <a:avLst/>
            <a:gdLst/>
            <a:ahLst/>
            <a:cxnLst/>
            <a:rect l="l" t="t" r="r" b="b"/>
            <a:pathLst>
              <a:path w="230505" h="320040">
                <a:moveTo>
                  <a:pt x="12611" y="0"/>
                </a:moveTo>
                <a:lnTo>
                  <a:pt x="0" y="21335"/>
                </a:lnTo>
                <a:lnTo>
                  <a:pt x="12611" y="41020"/>
                </a:lnTo>
                <a:lnTo>
                  <a:pt x="43281" y="41020"/>
                </a:lnTo>
                <a:lnTo>
                  <a:pt x="77812" y="42544"/>
                </a:lnTo>
                <a:lnTo>
                  <a:pt x="130403" y="53466"/>
                </a:lnTo>
                <a:lnTo>
                  <a:pt x="173685" y="83565"/>
                </a:lnTo>
                <a:lnTo>
                  <a:pt x="191770" y="104901"/>
                </a:lnTo>
                <a:lnTo>
                  <a:pt x="197243" y="122935"/>
                </a:lnTo>
                <a:lnTo>
                  <a:pt x="173685" y="160019"/>
                </a:lnTo>
                <a:lnTo>
                  <a:pt x="141363" y="195452"/>
                </a:lnTo>
                <a:lnTo>
                  <a:pt x="83286" y="218439"/>
                </a:lnTo>
                <a:lnTo>
                  <a:pt x="65201" y="227710"/>
                </a:lnTo>
                <a:lnTo>
                  <a:pt x="59728" y="250697"/>
                </a:lnTo>
                <a:lnTo>
                  <a:pt x="59728" y="272033"/>
                </a:lnTo>
                <a:lnTo>
                  <a:pt x="88760" y="282320"/>
                </a:lnTo>
                <a:lnTo>
                  <a:pt x="124917" y="296544"/>
                </a:lnTo>
                <a:lnTo>
                  <a:pt x="148475" y="320039"/>
                </a:lnTo>
                <a:lnTo>
                  <a:pt x="164922" y="314578"/>
                </a:lnTo>
                <a:lnTo>
                  <a:pt x="180809" y="298703"/>
                </a:lnTo>
                <a:lnTo>
                  <a:pt x="141363" y="277494"/>
                </a:lnTo>
                <a:lnTo>
                  <a:pt x="99720" y="266572"/>
                </a:lnTo>
                <a:lnTo>
                  <a:pt x="70675" y="254000"/>
                </a:lnTo>
                <a:lnTo>
                  <a:pt x="72326" y="239775"/>
                </a:lnTo>
                <a:lnTo>
                  <a:pt x="110134" y="232663"/>
                </a:lnTo>
                <a:lnTo>
                  <a:pt x="132054" y="218439"/>
                </a:lnTo>
                <a:lnTo>
                  <a:pt x="173685" y="195452"/>
                </a:lnTo>
                <a:lnTo>
                  <a:pt x="208203" y="163829"/>
                </a:lnTo>
                <a:lnTo>
                  <a:pt x="230124" y="112013"/>
                </a:lnTo>
                <a:lnTo>
                  <a:pt x="219163" y="94487"/>
                </a:lnTo>
                <a:lnTo>
                  <a:pt x="195605" y="63880"/>
                </a:lnTo>
                <a:lnTo>
                  <a:pt x="159448" y="42544"/>
                </a:lnTo>
                <a:lnTo>
                  <a:pt x="108483" y="14223"/>
                </a:lnTo>
                <a:lnTo>
                  <a:pt x="59728" y="5460"/>
                </a:lnTo>
                <a:lnTo>
                  <a:pt x="126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/>
          <p:nvPr/>
        </p:nvSpPr>
        <p:spPr>
          <a:xfrm>
            <a:off x="922020" y="1549908"/>
            <a:ext cx="279400" cy="386715"/>
          </a:xfrm>
          <a:custGeom>
            <a:avLst/>
            <a:gdLst/>
            <a:ahLst/>
            <a:cxnLst/>
            <a:rect l="l" t="t" r="r" b="b"/>
            <a:pathLst>
              <a:path w="279400" h="515619">
                <a:moveTo>
                  <a:pt x="270840" y="497713"/>
                </a:moveTo>
                <a:lnTo>
                  <a:pt x="151726" y="497713"/>
                </a:lnTo>
                <a:lnTo>
                  <a:pt x="159372" y="499363"/>
                </a:lnTo>
                <a:lnTo>
                  <a:pt x="211759" y="502538"/>
                </a:lnTo>
                <a:lnTo>
                  <a:pt x="251599" y="515111"/>
                </a:lnTo>
                <a:lnTo>
                  <a:pt x="265785" y="508000"/>
                </a:lnTo>
                <a:lnTo>
                  <a:pt x="270840" y="497713"/>
                </a:lnTo>
                <a:close/>
              </a:path>
              <a:path w="279400" h="515619">
                <a:moveTo>
                  <a:pt x="32194" y="0"/>
                </a:moveTo>
                <a:lnTo>
                  <a:pt x="7099" y="0"/>
                </a:lnTo>
                <a:lnTo>
                  <a:pt x="0" y="36956"/>
                </a:lnTo>
                <a:lnTo>
                  <a:pt x="18008" y="58800"/>
                </a:lnTo>
                <a:lnTo>
                  <a:pt x="75869" y="109854"/>
                </a:lnTo>
                <a:lnTo>
                  <a:pt x="126618" y="175132"/>
                </a:lnTo>
                <a:lnTo>
                  <a:pt x="159372" y="242569"/>
                </a:lnTo>
                <a:lnTo>
                  <a:pt x="164274" y="286638"/>
                </a:lnTo>
                <a:lnTo>
                  <a:pt x="162636" y="318769"/>
                </a:lnTo>
                <a:lnTo>
                  <a:pt x="148450" y="391032"/>
                </a:lnTo>
                <a:lnTo>
                  <a:pt x="129895" y="449833"/>
                </a:lnTo>
                <a:lnTo>
                  <a:pt x="114071" y="483615"/>
                </a:lnTo>
                <a:lnTo>
                  <a:pt x="110248" y="504825"/>
                </a:lnTo>
                <a:lnTo>
                  <a:pt x="126618" y="504825"/>
                </a:lnTo>
                <a:lnTo>
                  <a:pt x="151726" y="497713"/>
                </a:lnTo>
                <a:lnTo>
                  <a:pt x="270840" y="497713"/>
                </a:lnTo>
                <a:lnTo>
                  <a:pt x="278892" y="481329"/>
                </a:lnTo>
                <a:lnTo>
                  <a:pt x="142989" y="481329"/>
                </a:lnTo>
                <a:lnTo>
                  <a:pt x="146265" y="456945"/>
                </a:lnTo>
                <a:lnTo>
                  <a:pt x="168097" y="419353"/>
                </a:lnTo>
                <a:lnTo>
                  <a:pt x="186105" y="361188"/>
                </a:lnTo>
                <a:lnTo>
                  <a:pt x="200850" y="311657"/>
                </a:lnTo>
                <a:lnTo>
                  <a:pt x="189928" y="255142"/>
                </a:lnTo>
                <a:lnTo>
                  <a:pt x="173558" y="194690"/>
                </a:lnTo>
                <a:lnTo>
                  <a:pt x="140804" y="125602"/>
                </a:lnTo>
                <a:lnTo>
                  <a:pt x="93878" y="61975"/>
                </a:lnTo>
                <a:lnTo>
                  <a:pt x="54025" y="15747"/>
                </a:lnTo>
                <a:lnTo>
                  <a:pt x="32194" y="0"/>
                </a:lnTo>
                <a:close/>
              </a:path>
              <a:path w="279400" h="515619">
                <a:moveTo>
                  <a:pt x="206298" y="465581"/>
                </a:moveTo>
                <a:lnTo>
                  <a:pt x="164274" y="471042"/>
                </a:lnTo>
                <a:lnTo>
                  <a:pt x="142989" y="481329"/>
                </a:lnTo>
                <a:lnTo>
                  <a:pt x="278892" y="481329"/>
                </a:lnTo>
                <a:lnTo>
                  <a:pt x="265785" y="467232"/>
                </a:lnTo>
                <a:lnTo>
                  <a:pt x="206298" y="4655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/>
          <p:nvPr/>
        </p:nvSpPr>
        <p:spPr>
          <a:xfrm>
            <a:off x="746760" y="1548764"/>
            <a:ext cx="189230" cy="394335"/>
          </a:xfrm>
          <a:custGeom>
            <a:avLst/>
            <a:gdLst/>
            <a:ahLst/>
            <a:cxnLst/>
            <a:rect l="l" t="t" r="r" b="b"/>
            <a:pathLst>
              <a:path w="189230" h="525780">
                <a:moveTo>
                  <a:pt x="145580" y="0"/>
                </a:moveTo>
                <a:lnTo>
                  <a:pt x="130733" y="0"/>
                </a:lnTo>
                <a:lnTo>
                  <a:pt x="107124" y="49529"/>
                </a:lnTo>
                <a:lnTo>
                  <a:pt x="90639" y="122046"/>
                </a:lnTo>
                <a:lnTo>
                  <a:pt x="70865" y="202183"/>
                </a:lnTo>
                <a:lnTo>
                  <a:pt x="52730" y="283337"/>
                </a:lnTo>
                <a:lnTo>
                  <a:pt x="52730" y="313308"/>
                </a:lnTo>
                <a:lnTo>
                  <a:pt x="70865" y="366649"/>
                </a:lnTo>
                <a:lnTo>
                  <a:pt x="96139" y="394969"/>
                </a:lnTo>
                <a:lnTo>
                  <a:pt x="119761" y="430402"/>
                </a:lnTo>
                <a:lnTo>
                  <a:pt x="136232" y="456564"/>
                </a:lnTo>
                <a:lnTo>
                  <a:pt x="129095" y="469138"/>
                </a:lnTo>
                <a:lnTo>
                  <a:pt x="87350" y="474599"/>
                </a:lnTo>
                <a:lnTo>
                  <a:pt x="19773" y="484885"/>
                </a:lnTo>
                <a:lnTo>
                  <a:pt x="0" y="501268"/>
                </a:lnTo>
                <a:lnTo>
                  <a:pt x="16484" y="515365"/>
                </a:lnTo>
                <a:lnTo>
                  <a:pt x="54381" y="525779"/>
                </a:lnTo>
                <a:lnTo>
                  <a:pt x="98336" y="504570"/>
                </a:lnTo>
                <a:lnTo>
                  <a:pt x="130733" y="490346"/>
                </a:lnTo>
                <a:lnTo>
                  <a:pt x="172491" y="484885"/>
                </a:lnTo>
                <a:lnTo>
                  <a:pt x="188976" y="480059"/>
                </a:lnTo>
                <a:lnTo>
                  <a:pt x="183476" y="462025"/>
                </a:lnTo>
                <a:lnTo>
                  <a:pt x="136232" y="416305"/>
                </a:lnTo>
                <a:lnTo>
                  <a:pt x="108775" y="368300"/>
                </a:lnTo>
                <a:lnTo>
                  <a:pt x="85153" y="336168"/>
                </a:lnTo>
                <a:lnTo>
                  <a:pt x="81851" y="304545"/>
                </a:lnTo>
                <a:lnTo>
                  <a:pt x="92837" y="251713"/>
                </a:lnTo>
                <a:lnTo>
                  <a:pt x="118109" y="196722"/>
                </a:lnTo>
                <a:lnTo>
                  <a:pt x="145580" y="102996"/>
                </a:lnTo>
                <a:lnTo>
                  <a:pt x="169202" y="48005"/>
                </a:lnTo>
                <a:lnTo>
                  <a:pt x="167005" y="15747"/>
                </a:lnTo>
                <a:lnTo>
                  <a:pt x="145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/>
          <p:nvPr/>
        </p:nvSpPr>
        <p:spPr>
          <a:xfrm>
            <a:off x="947927" y="915542"/>
            <a:ext cx="115824" cy="1165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3" name="object 23"/>
          <p:cNvSpPr txBox="1"/>
          <p:nvPr/>
        </p:nvSpPr>
        <p:spPr>
          <a:xfrm>
            <a:off x="304800" y="2245247"/>
            <a:ext cx="7809865" cy="1433565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695325">
              <a:spcBef>
                <a:spcPts val="79"/>
              </a:spcBef>
              <a:tabLst>
                <a:tab pos="3567113" algn="l"/>
              </a:tabLst>
            </a:pP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Writing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an essay</a:t>
            </a:r>
            <a:r>
              <a:rPr spc="-15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takes</a:t>
            </a:r>
            <a:r>
              <a:rPr spc="-8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time.	</a:t>
            </a:r>
            <a:endParaRPr lang="en-US" spc="-4" dirty="0">
              <a:solidFill>
                <a:schemeClr val="tx2"/>
              </a:solidFill>
              <a:latin typeface="Verdana"/>
              <a:cs typeface="Verdana"/>
            </a:endParaRPr>
          </a:p>
          <a:p>
            <a:pPr marL="695325">
              <a:spcBef>
                <a:spcPts val="79"/>
              </a:spcBef>
              <a:tabLst>
                <a:tab pos="3567113" algn="l"/>
              </a:tabLst>
            </a:pP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That’s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why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writing</a:t>
            </a:r>
            <a:r>
              <a:rPr spc="-49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spc="-8" dirty="0">
                <a:solidFill>
                  <a:schemeClr val="tx2"/>
                </a:solidFill>
                <a:latin typeface="Verdana"/>
                <a:cs typeface="Verdana"/>
              </a:rPr>
              <a:t>is</a:t>
            </a:r>
            <a:r>
              <a:rPr lang="en-US" dirty="0">
                <a:solidFill>
                  <a:schemeClr val="tx2"/>
                </a:solidFill>
                <a:latin typeface="Verdana"/>
                <a:cs typeface="Verdana"/>
              </a:rPr>
              <a:t> O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ften</a:t>
            </a:r>
            <a:r>
              <a:rPr lang="en-US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referred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to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as</a:t>
            </a:r>
            <a:r>
              <a:rPr spc="4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a</a:t>
            </a:r>
            <a:r>
              <a:rPr spc="4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b="1" i="1" u="heavy" spc="-4" dirty="0">
                <a:solidFill>
                  <a:schemeClr val="tx2"/>
                </a:solidFill>
                <a:uFill>
                  <a:solidFill>
                    <a:srgbClr val="003366"/>
                  </a:solidFill>
                </a:uFill>
                <a:latin typeface="Verdana"/>
                <a:cs typeface="Verdana"/>
              </a:rPr>
              <a:t>process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.	</a:t>
            </a:r>
            <a:endParaRPr lang="en-US" spc="-4" dirty="0">
              <a:solidFill>
                <a:schemeClr val="tx2"/>
              </a:solidFill>
              <a:latin typeface="Verdana"/>
              <a:cs typeface="Verdana"/>
            </a:endParaRPr>
          </a:p>
          <a:p>
            <a:pPr marL="695325">
              <a:spcBef>
                <a:spcPts val="79"/>
              </a:spcBef>
              <a:tabLst>
                <a:tab pos="3567113" algn="l"/>
              </a:tabLst>
            </a:pP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In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other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words, there are several 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steps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to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go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through before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you have a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complete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essay ready 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to turn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in.	</a:t>
            </a:r>
            <a:endParaRPr lang="en-US" spc="-4" dirty="0">
              <a:solidFill>
                <a:schemeClr val="tx2"/>
              </a:solidFill>
              <a:latin typeface="Verdana"/>
              <a:cs typeface="Verdana"/>
            </a:endParaRPr>
          </a:p>
          <a:p>
            <a:pPr marL="695325">
              <a:spcBef>
                <a:spcPts val="79"/>
              </a:spcBef>
              <a:tabLst>
                <a:tab pos="3567113" algn="l"/>
              </a:tabLst>
            </a:pP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In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this lesson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we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will talk </a:t>
            </a:r>
            <a:r>
              <a:rPr dirty="0">
                <a:solidFill>
                  <a:schemeClr val="tx2"/>
                </a:solidFill>
                <a:latin typeface="Verdana"/>
                <a:cs typeface="Verdana"/>
              </a:rPr>
              <a:t>about</a:t>
            </a:r>
            <a:r>
              <a:rPr spc="-68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spc="-4" dirty="0">
                <a:solidFill>
                  <a:schemeClr val="tx2"/>
                </a:solidFill>
                <a:latin typeface="Verdana"/>
                <a:cs typeface="Verdana"/>
              </a:rPr>
              <a:t>those</a:t>
            </a:r>
            <a:r>
              <a:rPr lang="en-US" spc="-4" dirty="0">
                <a:solidFill>
                  <a:schemeClr val="tx2"/>
                </a:solidFill>
                <a:latin typeface="Verdana"/>
                <a:cs typeface="Verdana"/>
              </a:rPr>
              <a:t> steps. </a:t>
            </a:r>
            <a:r>
              <a:rPr lang="en-US" dirty="0">
                <a:solidFill>
                  <a:schemeClr val="tx2"/>
                </a:solidFill>
                <a:latin typeface="Verdana"/>
                <a:cs typeface="Verdana"/>
              </a:rPr>
              <a:t>They</a:t>
            </a:r>
            <a:r>
              <a:rPr lang="en-US" spc="-75" dirty="0">
                <a:solidFill>
                  <a:schemeClr val="tx2"/>
                </a:solidFill>
                <a:latin typeface="Verdana"/>
                <a:cs typeface="Verdana"/>
              </a:rPr>
              <a:t> </a:t>
            </a:r>
            <a:r>
              <a:rPr lang="en-US" spc="-4" dirty="0">
                <a:solidFill>
                  <a:schemeClr val="tx2"/>
                </a:solidFill>
                <a:latin typeface="Verdana"/>
                <a:cs typeface="Verdana"/>
              </a:rPr>
              <a:t>are:</a:t>
            </a:r>
            <a:endParaRPr lang="en-US" dirty="0">
              <a:solidFill>
                <a:schemeClr val="tx2"/>
              </a:solidFill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63468" y="3669195"/>
            <a:ext cx="4511675" cy="1629292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45281" indent="-335756">
              <a:spcBef>
                <a:spcPts val="1065"/>
              </a:spcBef>
              <a:buSzPct val="45833"/>
              <a:buFont typeface="Arial"/>
              <a:buChar char="●"/>
              <a:tabLst>
                <a:tab pos="345281" algn="l"/>
                <a:tab pos="345757" algn="l"/>
              </a:tabLst>
            </a:pPr>
            <a:r>
              <a:rPr b="1" spc="-4" dirty="0">
                <a:solidFill>
                  <a:srgbClr val="9A0000"/>
                </a:solidFill>
                <a:latin typeface="Verdana"/>
                <a:cs typeface="Verdana"/>
              </a:rPr>
              <a:t>Pre-Writing</a:t>
            </a:r>
            <a:endParaRPr dirty="0">
              <a:latin typeface="Verdana"/>
              <a:cs typeface="Verdana"/>
            </a:endParaRPr>
          </a:p>
          <a:p>
            <a:pPr marL="345281" indent="-335756">
              <a:spcBef>
                <a:spcPts val="990"/>
              </a:spcBef>
              <a:buClr>
                <a:srgbClr val="9A0000"/>
              </a:buClr>
              <a:buSzPct val="45833"/>
              <a:buFont typeface="Arial"/>
              <a:buChar char="●"/>
              <a:tabLst>
                <a:tab pos="345281" algn="l"/>
                <a:tab pos="345757" algn="l"/>
              </a:tabLst>
            </a:pPr>
            <a:r>
              <a:rPr lang="en-US" b="1" spc="-8" dirty="0">
                <a:solidFill>
                  <a:srgbClr val="003366"/>
                </a:solidFill>
                <a:latin typeface="Verdana"/>
                <a:cs typeface="Verdana"/>
              </a:rPr>
              <a:t>Planning</a:t>
            </a:r>
            <a:endParaRPr dirty="0">
              <a:latin typeface="Verdana"/>
              <a:cs typeface="Verdana"/>
            </a:endParaRPr>
          </a:p>
          <a:p>
            <a:pPr marL="345281" indent="-335756">
              <a:spcBef>
                <a:spcPts val="990"/>
              </a:spcBef>
              <a:buClr>
                <a:srgbClr val="9A0000"/>
              </a:buClr>
              <a:buSzPct val="45833"/>
              <a:buFont typeface="Arial"/>
              <a:buChar char="●"/>
              <a:tabLst>
                <a:tab pos="345281" algn="l"/>
                <a:tab pos="345757" algn="l"/>
              </a:tabLst>
            </a:pPr>
            <a:r>
              <a:rPr b="1" spc="-4" dirty="0">
                <a:solidFill>
                  <a:srgbClr val="5F5F5F"/>
                </a:solidFill>
                <a:latin typeface="Verdana"/>
                <a:cs typeface="Verdana"/>
              </a:rPr>
              <a:t>Drafting</a:t>
            </a:r>
            <a:endParaRPr dirty="0">
              <a:latin typeface="Verdana"/>
              <a:cs typeface="Verdana"/>
            </a:endParaRPr>
          </a:p>
          <a:p>
            <a:pPr marL="345281" indent="-335756">
              <a:spcBef>
                <a:spcPts val="990"/>
              </a:spcBef>
              <a:buClr>
                <a:srgbClr val="9A0000"/>
              </a:buClr>
              <a:buSzPct val="45833"/>
              <a:buFont typeface="Arial"/>
              <a:buChar char="●"/>
              <a:tabLst>
                <a:tab pos="345281" algn="l"/>
                <a:tab pos="345757" algn="l"/>
              </a:tabLst>
            </a:pPr>
            <a:r>
              <a:rPr b="1" spc="-4" dirty="0">
                <a:solidFill>
                  <a:srgbClr val="336699"/>
                </a:solidFill>
                <a:latin typeface="Verdana"/>
                <a:cs typeface="Verdana"/>
              </a:rPr>
              <a:t>Revising</a:t>
            </a:r>
            <a:r>
              <a:rPr lang="en-US" b="1" spc="-4" dirty="0">
                <a:solidFill>
                  <a:srgbClr val="336699"/>
                </a:solidFill>
                <a:latin typeface="Verdana"/>
                <a:cs typeface="Verdana"/>
              </a:rPr>
              <a:t> </a:t>
            </a:r>
            <a:r>
              <a:rPr lang="en-US" b="1" spc="-4" dirty="0">
                <a:solidFill>
                  <a:srgbClr val="336699"/>
                </a:solidFill>
                <a:latin typeface="Verdana"/>
                <a:cs typeface="Verdana"/>
              </a:rPr>
              <a:t>and </a:t>
            </a:r>
            <a:r>
              <a:rPr b="1" spc="-8" dirty="0">
                <a:solidFill>
                  <a:srgbClr val="336699"/>
                </a:solidFill>
                <a:latin typeface="Verdana"/>
                <a:cs typeface="Verdana"/>
              </a:rPr>
              <a:t>Editing</a:t>
            </a:r>
            <a:endParaRPr lang="en-US" b="1" spc="-8" dirty="0">
              <a:solidFill>
                <a:srgbClr val="336699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948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7036" y="3985643"/>
            <a:ext cx="5106670" cy="702596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z="4500" spc="-188" dirty="0"/>
              <a:t>Pre-Writing</a:t>
            </a:r>
            <a:r>
              <a:rPr sz="4500" spc="-229" dirty="0"/>
              <a:t> </a:t>
            </a:r>
            <a:r>
              <a:rPr sz="4500" spc="-248" dirty="0"/>
              <a:t>Strategies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b="14445"/>
          <a:stretch/>
        </p:blipFill>
        <p:spPr>
          <a:xfrm>
            <a:off x="4954162" y="1152526"/>
            <a:ext cx="2894438" cy="29569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2216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8887" y="1472183"/>
            <a:ext cx="3660775" cy="0"/>
          </a:xfrm>
          <a:custGeom>
            <a:avLst/>
            <a:gdLst/>
            <a:ahLst/>
            <a:cxnLst/>
            <a:rect l="l" t="t" r="r" b="b"/>
            <a:pathLst>
              <a:path w="3660775">
                <a:moveTo>
                  <a:pt x="0" y="0"/>
                </a:moveTo>
                <a:lnTo>
                  <a:pt x="3660648" y="0"/>
                </a:lnTo>
              </a:path>
            </a:pathLst>
          </a:custGeom>
          <a:ln w="57912">
            <a:solidFill>
              <a:srgbClr val="9A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6823" y="893049"/>
            <a:ext cx="3686810" cy="62517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4" dirty="0">
                <a:solidFill>
                  <a:srgbClr val="002060"/>
                </a:solidFill>
              </a:rPr>
              <a:t>Pre-Writing</a:t>
            </a:r>
          </a:p>
        </p:txBody>
      </p:sp>
      <p:sp>
        <p:nvSpPr>
          <p:cNvPr id="15" name="object 15"/>
          <p:cNvSpPr/>
          <p:nvPr/>
        </p:nvSpPr>
        <p:spPr>
          <a:xfrm>
            <a:off x="7469759" y="1103568"/>
            <a:ext cx="493395" cy="355759"/>
          </a:xfrm>
          <a:custGeom>
            <a:avLst/>
            <a:gdLst/>
            <a:ahLst/>
            <a:cxnLst/>
            <a:rect l="l" t="t" r="r" b="b"/>
            <a:pathLst>
              <a:path w="493395" h="474345">
                <a:moveTo>
                  <a:pt x="296925" y="0"/>
                </a:moveTo>
                <a:lnTo>
                  <a:pt x="283337" y="2158"/>
                </a:lnTo>
                <a:lnTo>
                  <a:pt x="270256" y="3682"/>
                </a:lnTo>
                <a:lnTo>
                  <a:pt x="236600" y="17272"/>
                </a:lnTo>
                <a:lnTo>
                  <a:pt x="199009" y="49529"/>
                </a:lnTo>
                <a:lnTo>
                  <a:pt x="161671" y="98805"/>
                </a:lnTo>
                <a:lnTo>
                  <a:pt x="126365" y="161162"/>
                </a:lnTo>
                <a:lnTo>
                  <a:pt x="111125" y="190245"/>
                </a:lnTo>
                <a:lnTo>
                  <a:pt x="81152" y="235203"/>
                </a:lnTo>
                <a:lnTo>
                  <a:pt x="59817" y="256031"/>
                </a:lnTo>
                <a:lnTo>
                  <a:pt x="40005" y="274954"/>
                </a:lnTo>
                <a:lnTo>
                  <a:pt x="16129" y="308101"/>
                </a:lnTo>
                <a:lnTo>
                  <a:pt x="11175" y="318642"/>
                </a:lnTo>
                <a:lnTo>
                  <a:pt x="5969" y="327913"/>
                </a:lnTo>
                <a:lnTo>
                  <a:pt x="2921" y="337947"/>
                </a:lnTo>
                <a:lnTo>
                  <a:pt x="1016" y="347852"/>
                </a:lnTo>
                <a:lnTo>
                  <a:pt x="0" y="358520"/>
                </a:lnTo>
                <a:lnTo>
                  <a:pt x="762" y="368553"/>
                </a:lnTo>
                <a:lnTo>
                  <a:pt x="13462" y="409575"/>
                </a:lnTo>
                <a:lnTo>
                  <a:pt x="42672" y="446531"/>
                </a:lnTo>
                <a:lnTo>
                  <a:pt x="83312" y="471297"/>
                </a:lnTo>
                <a:lnTo>
                  <a:pt x="106934" y="474344"/>
                </a:lnTo>
                <a:lnTo>
                  <a:pt x="118237" y="473328"/>
                </a:lnTo>
                <a:lnTo>
                  <a:pt x="165226" y="453263"/>
                </a:lnTo>
                <a:lnTo>
                  <a:pt x="195072" y="417575"/>
                </a:lnTo>
                <a:lnTo>
                  <a:pt x="206756" y="380364"/>
                </a:lnTo>
                <a:lnTo>
                  <a:pt x="208915" y="368426"/>
                </a:lnTo>
                <a:lnTo>
                  <a:pt x="214884" y="334772"/>
                </a:lnTo>
                <a:lnTo>
                  <a:pt x="218821" y="306704"/>
                </a:lnTo>
                <a:lnTo>
                  <a:pt x="222250" y="285495"/>
                </a:lnTo>
                <a:lnTo>
                  <a:pt x="242316" y="245999"/>
                </a:lnTo>
                <a:lnTo>
                  <a:pt x="292354" y="234568"/>
                </a:lnTo>
                <a:lnTo>
                  <a:pt x="463647" y="234568"/>
                </a:lnTo>
                <a:lnTo>
                  <a:pt x="467868" y="231266"/>
                </a:lnTo>
                <a:lnTo>
                  <a:pt x="480568" y="214756"/>
                </a:lnTo>
                <a:lnTo>
                  <a:pt x="488823" y="192404"/>
                </a:lnTo>
                <a:lnTo>
                  <a:pt x="491744" y="181101"/>
                </a:lnTo>
                <a:lnTo>
                  <a:pt x="493014" y="168655"/>
                </a:lnTo>
                <a:lnTo>
                  <a:pt x="491744" y="156082"/>
                </a:lnTo>
                <a:lnTo>
                  <a:pt x="482346" y="118999"/>
                </a:lnTo>
                <a:lnTo>
                  <a:pt x="459867" y="83312"/>
                </a:lnTo>
                <a:lnTo>
                  <a:pt x="427609" y="50037"/>
                </a:lnTo>
                <a:lnTo>
                  <a:pt x="401827" y="32512"/>
                </a:lnTo>
                <a:lnTo>
                  <a:pt x="387223" y="23368"/>
                </a:lnTo>
                <a:lnTo>
                  <a:pt x="340741" y="5333"/>
                </a:lnTo>
                <a:lnTo>
                  <a:pt x="311023" y="253"/>
                </a:lnTo>
                <a:lnTo>
                  <a:pt x="296925" y="0"/>
                </a:lnTo>
                <a:close/>
              </a:path>
              <a:path w="493395" h="474345">
                <a:moveTo>
                  <a:pt x="463647" y="234568"/>
                </a:moveTo>
                <a:lnTo>
                  <a:pt x="292354" y="234568"/>
                </a:lnTo>
                <a:lnTo>
                  <a:pt x="311912" y="236347"/>
                </a:lnTo>
                <a:lnTo>
                  <a:pt x="331597" y="239267"/>
                </a:lnTo>
                <a:lnTo>
                  <a:pt x="350647" y="244728"/>
                </a:lnTo>
                <a:lnTo>
                  <a:pt x="385445" y="253111"/>
                </a:lnTo>
                <a:lnTo>
                  <a:pt x="403225" y="255397"/>
                </a:lnTo>
                <a:lnTo>
                  <a:pt x="420877" y="254635"/>
                </a:lnTo>
                <a:lnTo>
                  <a:pt x="449199" y="245872"/>
                </a:lnTo>
                <a:lnTo>
                  <a:pt x="463647" y="234568"/>
                </a:lnTo>
                <a:close/>
              </a:path>
            </a:pathLst>
          </a:custGeom>
          <a:solidFill>
            <a:srgbClr val="9A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7737729" y="1052131"/>
            <a:ext cx="344550" cy="164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/>
          <p:nvPr/>
        </p:nvSpPr>
        <p:spPr>
          <a:xfrm>
            <a:off x="7795895" y="1597533"/>
            <a:ext cx="438784" cy="392430"/>
          </a:xfrm>
          <a:custGeom>
            <a:avLst/>
            <a:gdLst/>
            <a:ahLst/>
            <a:cxnLst/>
            <a:rect l="l" t="t" r="r" b="b"/>
            <a:pathLst>
              <a:path w="438784" h="523240">
                <a:moveTo>
                  <a:pt x="258825" y="0"/>
                </a:moveTo>
                <a:lnTo>
                  <a:pt x="212725" y="9270"/>
                </a:lnTo>
                <a:lnTo>
                  <a:pt x="176656" y="36448"/>
                </a:lnTo>
                <a:lnTo>
                  <a:pt x="163449" y="86867"/>
                </a:lnTo>
                <a:lnTo>
                  <a:pt x="165861" y="104520"/>
                </a:lnTo>
                <a:lnTo>
                  <a:pt x="170560" y="120903"/>
                </a:lnTo>
                <a:lnTo>
                  <a:pt x="178053" y="138683"/>
                </a:lnTo>
                <a:lnTo>
                  <a:pt x="186054" y="155828"/>
                </a:lnTo>
                <a:lnTo>
                  <a:pt x="194945" y="173735"/>
                </a:lnTo>
                <a:lnTo>
                  <a:pt x="200659" y="192023"/>
                </a:lnTo>
                <a:lnTo>
                  <a:pt x="205866" y="211073"/>
                </a:lnTo>
                <a:lnTo>
                  <a:pt x="209296" y="230631"/>
                </a:lnTo>
                <a:lnTo>
                  <a:pt x="208279" y="247522"/>
                </a:lnTo>
                <a:lnTo>
                  <a:pt x="184657" y="281939"/>
                </a:lnTo>
                <a:lnTo>
                  <a:pt x="121665" y="305180"/>
                </a:lnTo>
                <a:lnTo>
                  <a:pt x="89915" y="316102"/>
                </a:lnTo>
                <a:lnTo>
                  <a:pt x="78104" y="320801"/>
                </a:lnTo>
                <a:lnTo>
                  <a:pt x="43433" y="338581"/>
                </a:lnTo>
                <a:lnTo>
                  <a:pt x="11556" y="373379"/>
                </a:lnTo>
                <a:lnTo>
                  <a:pt x="0" y="410717"/>
                </a:lnTo>
                <a:lnTo>
                  <a:pt x="634" y="422528"/>
                </a:lnTo>
                <a:lnTo>
                  <a:pt x="380" y="433831"/>
                </a:lnTo>
                <a:lnTo>
                  <a:pt x="22098" y="477138"/>
                </a:lnTo>
                <a:lnTo>
                  <a:pt x="59562" y="506475"/>
                </a:lnTo>
                <a:lnTo>
                  <a:pt x="105790" y="522350"/>
                </a:lnTo>
                <a:lnTo>
                  <a:pt x="115570" y="523239"/>
                </a:lnTo>
                <a:lnTo>
                  <a:pt x="125602" y="522350"/>
                </a:lnTo>
                <a:lnTo>
                  <a:pt x="134874" y="520700"/>
                </a:lnTo>
                <a:lnTo>
                  <a:pt x="146050" y="518540"/>
                </a:lnTo>
                <a:lnTo>
                  <a:pt x="155575" y="514984"/>
                </a:lnTo>
                <a:lnTo>
                  <a:pt x="163449" y="510285"/>
                </a:lnTo>
                <a:lnTo>
                  <a:pt x="173735" y="504316"/>
                </a:lnTo>
                <a:lnTo>
                  <a:pt x="183260" y="497713"/>
                </a:lnTo>
                <a:lnTo>
                  <a:pt x="211835" y="468375"/>
                </a:lnTo>
                <a:lnTo>
                  <a:pt x="227456" y="445007"/>
                </a:lnTo>
                <a:lnTo>
                  <a:pt x="244601" y="419861"/>
                </a:lnTo>
                <a:lnTo>
                  <a:pt x="283209" y="383285"/>
                </a:lnTo>
                <a:lnTo>
                  <a:pt x="309118" y="363473"/>
                </a:lnTo>
                <a:lnTo>
                  <a:pt x="336169" y="342264"/>
                </a:lnTo>
                <a:lnTo>
                  <a:pt x="390144" y="290575"/>
                </a:lnTo>
                <a:lnTo>
                  <a:pt x="419861" y="251967"/>
                </a:lnTo>
                <a:lnTo>
                  <a:pt x="436752" y="206628"/>
                </a:lnTo>
                <a:lnTo>
                  <a:pt x="438784" y="194817"/>
                </a:lnTo>
                <a:lnTo>
                  <a:pt x="437896" y="181609"/>
                </a:lnTo>
                <a:lnTo>
                  <a:pt x="429005" y="141858"/>
                </a:lnTo>
                <a:lnTo>
                  <a:pt x="406273" y="96646"/>
                </a:lnTo>
                <a:lnTo>
                  <a:pt x="374396" y="57403"/>
                </a:lnTo>
                <a:lnTo>
                  <a:pt x="337693" y="28701"/>
                </a:lnTo>
                <a:lnTo>
                  <a:pt x="325120" y="20192"/>
                </a:lnTo>
                <a:lnTo>
                  <a:pt x="298196" y="8000"/>
                </a:lnTo>
                <a:lnTo>
                  <a:pt x="284860" y="5079"/>
                </a:lnTo>
                <a:lnTo>
                  <a:pt x="272669" y="2285"/>
                </a:lnTo>
                <a:lnTo>
                  <a:pt x="258825" y="0"/>
                </a:lnTo>
                <a:close/>
              </a:path>
            </a:pathLst>
          </a:custGeom>
          <a:solidFill>
            <a:srgbClr val="9A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8" name="object 18"/>
          <p:cNvSpPr/>
          <p:nvPr/>
        </p:nvSpPr>
        <p:spPr>
          <a:xfrm>
            <a:off x="8037957" y="1499710"/>
            <a:ext cx="260476" cy="2412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641984" y="1797368"/>
            <a:ext cx="7592695" cy="313364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R="263366" algn="ctr">
              <a:spcBef>
                <a:spcPts val="79"/>
              </a:spcBef>
            </a:pPr>
            <a:r>
              <a:rPr sz="2400" b="1" spc="-4" dirty="0">
                <a:latin typeface="Verdana"/>
                <a:cs typeface="Verdana"/>
              </a:rPr>
              <a:t>Step</a:t>
            </a:r>
            <a:r>
              <a:rPr sz="2400" b="1" spc="-8" dirty="0">
                <a:latin typeface="Verdana"/>
                <a:cs typeface="Verdana"/>
              </a:rPr>
              <a:t> </a:t>
            </a:r>
            <a:r>
              <a:rPr sz="2400" b="1" spc="-4" dirty="0">
                <a:latin typeface="Verdana"/>
                <a:cs typeface="Verdana"/>
              </a:rPr>
              <a:t>One</a:t>
            </a:r>
            <a:endParaRPr sz="2400" dirty="0">
              <a:latin typeface="Verdana"/>
              <a:cs typeface="Verdana"/>
            </a:endParaRPr>
          </a:p>
          <a:p>
            <a:pPr marL="695325">
              <a:lnSpc>
                <a:spcPts val="1725"/>
              </a:lnSpc>
              <a:spcBef>
                <a:spcPts val="2021"/>
              </a:spcBef>
              <a:tabLst>
                <a:tab pos="5063013" algn="l"/>
              </a:tabLst>
            </a:pP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Pr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e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-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wr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i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tin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g</a:t>
            </a:r>
            <a:r>
              <a:rPr sz="1500" spc="-19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l</a:t>
            </a:r>
            <a:r>
              <a:rPr sz="1500" spc="-15" dirty="0">
                <a:solidFill>
                  <a:srgbClr val="003366"/>
                </a:solidFill>
                <a:latin typeface="Verdana"/>
                <a:cs typeface="Verdana"/>
              </a:rPr>
              <a:t>i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t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e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r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a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l</a:t>
            </a:r>
            <a:r>
              <a:rPr sz="1500" spc="-15" dirty="0">
                <a:solidFill>
                  <a:srgbClr val="003366"/>
                </a:solidFill>
                <a:latin typeface="Verdana"/>
                <a:cs typeface="Verdana"/>
              </a:rPr>
              <a:t>l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y</a:t>
            </a:r>
            <a:r>
              <a:rPr sz="1500" spc="19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me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ans,</a:t>
            </a:r>
            <a:r>
              <a:rPr sz="1500" spc="-19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“b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e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fo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e</a:t>
            </a:r>
            <a:r>
              <a:rPr sz="1500" spc="-23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wr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i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ting.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”	</a:t>
            </a:r>
            <a:endParaRPr lang="en-US" sz="1500" dirty="0">
              <a:solidFill>
                <a:srgbClr val="003366"/>
              </a:solidFill>
              <a:latin typeface="Verdana"/>
              <a:cs typeface="Verdana"/>
            </a:endParaRPr>
          </a:p>
          <a:p>
            <a:pPr marL="695325">
              <a:lnSpc>
                <a:spcPts val="1725"/>
              </a:lnSpc>
              <a:spcBef>
                <a:spcPts val="2021"/>
              </a:spcBef>
              <a:tabLst>
                <a:tab pos="5063013" algn="l"/>
              </a:tabLst>
            </a:pP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Be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fo</a:t>
            </a:r>
            <a:r>
              <a:rPr sz="1500" spc="-8" dirty="0">
                <a:solidFill>
                  <a:srgbClr val="003366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e</a:t>
            </a:r>
            <a:r>
              <a:rPr lang="en-US" sz="1500" dirty="0">
                <a:latin typeface="Verdana"/>
                <a:cs typeface="Verdana"/>
              </a:rPr>
              <a:t> </a:t>
            </a:r>
            <a:r>
              <a:rPr lang="en-US" sz="1500" dirty="0">
                <a:solidFill>
                  <a:srgbClr val="003366"/>
                </a:solidFill>
                <a:latin typeface="Verdana"/>
                <a:cs typeface="Verdana"/>
              </a:rPr>
              <a:t>y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ou</a:t>
            </a:r>
            <a:r>
              <a:rPr lang="en-US" sz="1500" dirty="0">
                <a:latin typeface="Verdana"/>
                <a:cs typeface="Verdana"/>
              </a:rPr>
              <a:t>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actually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begin writing 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your essay, you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will need to </a:t>
            </a:r>
            <a:r>
              <a:rPr sz="1500" dirty="0">
                <a:solidFill>
                  <a:srgbClr val="003366"/>
                </a:solidFill>
                <a:latin typeface="Verdana"/>
                <a:cs typeface="Verdana"/>
              </a:rPr>
              <a:t>do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the  following</a:t>
            </a:r>
            <a:r>
              <a:rPr sz="1500" spc="-11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sz="1500" spc="-4" dirty="0">
                <a:solidFill>
                  <a:srgbClr val="003366"/>
                </a:solidFill>
                <a:latin typeface="Verdana"/>
                <a:cs typeface="Verdana"/>
              </a:rPr>
              <a:t>things:</a:t>
            </a:r>
            <a:endParaRPr sz="1500" dirty="0">
              <a:latin typeface="Verdana"/>
              <a:cs typeface="Verdana"/>
            </a:endParaRPr>
          </a:p>
          <a:p>
            <a:pPr marL="1244917" indent="-492443">
              <a:spcBef>
                <a:spcPts val="409"/>
              </a:spcBef>
              <a:buClr>
                <a:srgbClr val="9A0000"/>
              </a:buClr>
              <a:buSzPct val="45833"/>
              <a:buFont typeface="Arial"/>
              <a:buChar char="●"/>
              <a:tabLst>
                <a:tab pos="1009650" algn="l"/>
                <a:tab pos="1010126" algn="l"/>
              </a:tabLst>
            </a:pPr>
            <a:r>
              <a:rPr lang="en-US" b="1" spc="-8" dirty="0">
                <a:solidFill>
                  <a:srgbClr val="003366"/>
                </a:solidFill>
                <a:latin typeface="Verdana"/>
                <a:cs typeface="Verdana"/>
              </a:rPr>
              <a:t>C</a:t>
            </a:r>
            <a:r>
              <a:rPr b="1" spc="-8" dirty="0">
                <a:solidFill>
                  <a:srgbClr val="003366"/>
                </a:solidFill>
                <a:latin typeface="Verdana"/>
                <a:cs typeface="Verdana"/>
              </a:rPr>
              <a:t>hoose 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a </a:t>
            </a:r>
            <a:r>
              <a:rPr b="1" spc="-4" dirty="0">
                <a:solidFill>
                  <a:srgbClr val="003366"/>
                </a:solidFill>
                <a:latin typeface="Verdana"/>
                <a:cs typeface="Verdana"/>
              </a:rPr>
              <a:t>topic 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to write</a:t>
            </a:r>
            <a:r>
              <a:rPr b="1" spc="11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on</a:t>
            </a:r>
            <a:endParaRPr dirty="0">
              <a:latin typeface="Verdana"/>
              <a:cs typeface="Verdana"/>
            </a:endParaRPr>
          </a:p>
          <a:p>
            <a:pPr>
              <a:spcBef>
                <a:spcPts val="8"/>
              </a:spcBef>
              <a:buClr>
                <a:srgbClr val="9A0000"/>
              </a:buClr>
              <a:buFont typeface="Arial"/>
              <a:buChar char="●"/>
            </a:pPr>
            <a:endParaRPr sz="2100" dirty="0">
              <a:latin typeface="Times New Roman"/>
              <a:cs typeface="Times New Roman"/>
            </a:endParaRPr>
          </a:p>
          <a:p>
            <a:pPr marL="1244917" marR="483394" indent="-492443">
              <a:lnSpc>
                <a:spcPct val="117100"/>
              </a:lnSpc>
              <a:buClr>
                <a:srgbClr val="9A0000"/>
              </a:buClr>
              <a:buSzPct val="45833"/>
              <a:buFont typeface="Arial"/>
              <a:buChar char="●"/>
              <a:tabLst>
                <a:tab pos="1009650" algn="l"/>
                <a:tab pos="1010126" algn="l"/>
              </a:tabLst>
            </a:pPr>
            <a:r>
              <a:rPr lang="en-US" b="1" spc="-8" dirty="0">
                <a:solidFill>
                  <a:srgbClr val="003366"/>
                </a:solidFill>
                <a:latin typeface="Verdana"/>
                <a:cs typeface="Verdana"/>
              </a:rPr>
              <a:t>B</a:t>
            </a:r>
            <a:r>
              <a:rPr b="1" spc="-8" dirty="0">
                <a:solidFill>
                  <a:srgbClr val="003366"/>
                </a:solidFill>
                <a:latin typeface="Verdana"/>
                <a:cs typeface="Verdana"/>
              </a:rPr>
              <a:t>rainstorm </a:t>
            </a:r>
            <a:r>
              <a:rPr b="1" spc="-4" dirty="0">
                <a:solidFill>
                  <a:srgbClr val="003366"/>
                </a:solidFill>
                <a:latin typeface="Verdana"/>
                <a:cs typeface="Verdana"/>
              </a:rPr>
              <a:t>or generate 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ideas </a:t>
            </a:r>
            <a:r>
              <a:rPr b="1" spc="-4" dirty="0">
                <a:solidFill>
                  <a:srgbClr val="003366"/>
                </a:solidFill>
                <a:latin typeface="Verdana"/>
                <a:cs typeface="Verdana"/>
              </a:rPr>
              <a:t>for  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your topic</a:t>
            </a:r>
            <a:endParaRPr dirty="0">
              <a:latin typeface="Verdana"/>
              <a:cs typeface="Verdana"/>
            </a:endParaRPr>
          </a:p>
          <a:p>
            <a:pPr>
              <a:spcBef>
                <a:spcPts val="15"/>
              </a:spcBef>
              <a:buClr>
                <a:srgbClr val="9A0000"/>
              </a:buClr>
              <a:buFont typeface="Arial"/>
              <a:buChar char="●"/>
            </a:pPr>
            <a:endParaRPr sz="2175" dirty="0">
              <a:latin typeface="Times New Roman"/>
              <a:cs typeface="Times New Roman"/>
            </a:endParaRPr>
          </a:p>
          <a:p>
            <a:pPr marL="1244917" indent="-492443">
              <a:buClr>
                <a:srgbClr val="9A0000"/>
              </a:buClr>
              <a:buSzPct val="45833"/>
              <a:buFont typeface="Arial"/>
              <a:buChar char="●"/>
              <a:tabLst>
                <a:tab pos="1009650" algn="l"/>
                <a:tab pos="1010126" algn="l"/>
              </a:tabLst>
            </a:pPr>
            <a:r>
              <a:rPr lang="en-US" b="1" spc="-8" dirty="0">
                <a:solidFill>
                  <a:srgbClr val="003366"/>
                </a:solidFill>
                <a:latin typeface="Verdana"/>
                <a:cs typeface="Verdana"/>
              </a:rPr>
              <a:t>F</a:t>
            </a:r>
            <a:r>
              <a:rPr b="1" spc="-8" dirty="0">
                <a:solidFill>
                  <a:srgbClr val="003366"/>
                </a:solidFill>
                <a:latin typeface="Verdana"/>
                <a:cs typeface="Verdana"/>
              </a:rPr>
              <a:t>ocus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on </a:t>
            </a:r>
            <a:r>
              <a:rPr b="1" spc="-4" dirty="0">
                <a:solidFill>
                  <a:srgbClr val="003366"/>
                </a:solidFill>
                <a:latin typeface="Verdana"/>
                <a:cs typeface="Verdana"/>
              </a:rPr>
              <a:t>central</a:t>
            </a:r>
            <a:r>
              <a:rPr b="1" spc="19" dirty="0">
                <a:solidFill>
                  <a:srgbClr val="003366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003366"/>
                </a:solidFill>
                <a:latin typeface="Verdana"/>
                <a:cs typeface="Verdana"/>
              </a:rPr>
              <a:t>ideas</a:t>
            </a:r>
            <a:endParaRPr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6221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7071" y="1103648"/>
            <a:ext cx="2690495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pc="-191" dirty="0"/>
              <a:t>Pre-Writing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61965"/>
            <a:ext cx="7482840" cy="1268135"/>
          </a:xfrm>
          <a:prstGeom prst="rect">
            <a:avLst/>
          </a:prstGeom>
        </p:spPr>
        <p:txBody>
          <a:bodyPr vert="horz" wrap="square" lIns="0" tIns="82391" rIns="0" bIns="0" rtlCol="0">
            <a:spAutoFit/>
          </a:bodyPr>
          <a:lstStyle/>
          <a:p>
            <a:pPr marL="266700" indent="-257175">
              <a:spcBef>
                <a:spcPts val="649"/>
              </a:spcBef>
              <a:buChar char="•"/>
              <a:tabLst>
                <a:tab pos="266700" algn="l"/>
                <a:tab pos="267176" algn="l"/>
              </a:tabLst>
            </a:pPr>
            <a:r>
              <a:rPr sz="2400" spc="-105" dirty="0">
                <a:latin typeface="Arial"/>
                <a:cs typeface="Arial"/>
              </a:rPr>
              <a:t>First </a:t>
            </a:r>
            <a:r>
              <a:rPr sz="2400" spc="-146" dirty="0">
                <a:latin typeface="Arial"/>
                <a:cs typeface="Arial"/>
              </a:rPr>
              <a:t>stage </a:t>
            </a:r>
            <a:r>
              <a:rPr sz="2400" spc="-4" dirty="0">
                <a:latin typeface="Arial"/>
                <a:cs typeface="Arial"/>
              </a:rPr>
              <a:t>of </a:t>
            </a:r>
            <a:r>
              <a:rPr sz="2400" spc="-34" dirty="0">
                <a:latin typeface="Arial"/>
                <a:cs typeface="Arial"/>
              </a:rPr>
              <a:t>the </a:t>
            </a:r>
            <a:r>
              <a:rPr sz="2400" spc="-15" dirty="0">
                <a:latin typeface="Arial"/>
                <a:cs typeface="Arial"/>
              </a:rPr>
              <a:t>writing</a:t>
            </a:r>
            <a:r>
              <a:rPr sz="2400" spc="-330" dirty="0">
                <a:latin typeface="Arial"/>
                <a:cs typeface="Arial"/>
              </a:rPr>
              <a:t> </a:t>
            </a:r>
            <a:r>
              <a:rPr sz="2400" spc="-146" dirty="0">
                <a:latin typeface="Arial"/>
                <a:cs typeface="Arial"/>
              </a:rPr>
              <a:t>process</a:t>
            </a:r>
            <a:endParaRPr sz="2400" dirty="0">
              <a:latin typeface="Arial"/>
              <a:cs typeface="Arial"/>
            </a:endParaRPr>
          </a:p>
          <a:p>
            <a:pPr marL="266700" marR="3810" indent="-257175">
              <a:spcBef>
                <a:spcPts val="578"/>
              </a:spcBef>
              <a:buChar char="•"/>
              <a:tabLst>
                <a:tab pos="266700" algn="l"/>
                <a:tab pos="267176" algn="l"/>
              </a:tabLst>
            </a:pPr>
            <a:r>
              <a:rPr sz="2400" spc="-146" dirty="0">
                <a:latin typeface="Arial"/>
                <a:cs typeface="Arial"/>
              </a:rPr>
              <a:t>Helps </a:t>
            </a:r>
            <a:r>
              <a:rPr sz="2400" spc="-169" dirty="0">
                <a:latin typeface="Arial"/>
                <a:cs typeface="Arial"/>
              </a:rPr>
              <a:t>us </a:t>
            </a:r>
            <a:r>
              <a:rPr sz="2400" spc="-109" dirty="0">
                <a:latin typeface="Arial"/>
                <a:cs typeface="Arial"/>
              </a:rPr>
              <a:t>discover </a:t>
            </a:r>
            <a:r>
              <a:rPr sz="2400" spc="-38" dirty="0">
                <a:latin typeface="Arial"/>
                <a:cs typeface="Arial"/>
              </a:rPr>
              <a:t>our </a:t>
            </a:r>
            <a:r>
              <a:rPr sz="2400" spc="-8" dirty="0">
                <a:latin typeface="Arial"/>
                <a:cs typeface="Arial"/>
              </a:rPr>
              <a:t>initial </a:t>
            </a:r>
            <a:r>
              <a:rPr sz="2400" spc="-127" dirty="0">
                <a:latin typeface="Arial"/>
                <a:cs typeface="Arial"/>
              </a:rPr>
              <a:t>ideas </a:t>
            </a:r>
            <a:r>
              <a:rPr sz="2400" spc="-53" dirty="0">
                <a:latin typeface="Arial"/>
                <a:cs typeface="Arial"/>
              </a:rPr>
              <a:t>about </a:t>
            </a:r>
            <a:r>
              <a:rPr sz="2400" spc="-184" dirty="0">
                <a:latin typeface="Arial"/>
                <a:cs typeface="Arial"/>
              </a:rPr>
              <a:t>a  </a:t>
            </a:r>
            <a:r>
              <a:rPr sz="2400" spc="-83" dirty="0">
                <a:latin typeface="Arial"/>
                <a:cs typeface="Arial"/>
              </a:rPr>
              <a:t>subject </a:t>
            </a:r>
            <a:r>
              <a:rPr sz="2400" spc="-109" dirty="0">
                <a:latin typeface="Arial"/>
                <a:cs typeface="Arial"/>
              </a:rPr>
              <a:t>and </a:t>
            </a:r>
            <a:r>
              <a:rPr sz="2400" spc="-8" dirty="0">
                <a:latin typeface="Arial"/>
                <a:cs typeface="Arial"/>
              </a:rPr>
              <a:t>put </a:t>
            </a:r>
            <a:r>
              <a:rPr sz="2400" spc="-41" dirty="0">
                <a:latin typeface="Arial"/>
                <a:cs typeface="Arial"/>
              </a:rPr>
              <a:t>them </a:t>
            </a:r>
            <a:r>
              <a:rPr sz="2400" spc="-71" dirty="0">
                <a:latin typeface="Arial"/>
                <a:cs typeface="Arial"/>
              </a:rPr>
              <a:t>on </a:t>
            </a:r>
            <a:r>
              <a:rPr sz="2400" spc="-120" dirty="0">
                <a:latin typeface="Arial"/>
                <a:cs typeface="Arial"/>
              </a:rPr>
              <a:t>paper, </a:t>
            </a:r>
            <a:r>
              <a:rPr sz="2400" spc="-64" dirty="0">
                <a:latin typeface="Arial"/>
                <a:cs typeface="Arial"/>
              </a:rPr>
              <a:t>though</a:t>
            </a:r>
            <a:r>
              <a:rPr sz="2400" spc="-454" dirty="0">
                <a:latin typeface="Arial"/>
                <a:cs typeface="Arial"/>
              </a:rPr>
              <a:t> </a:t>
            </a:r>
            <a:r>
              <a:rPr sz="2400" spc="-4" dirty="0">
                <a:latin typeface="Arial"/>
                <a:cs typeface="Arial"/>
              </a:rPr>
              <a:t>not  </a:t>
            </a:r>
            <a:r>
              <a:rPr sz="2400" spc="-101" dirty="0">
                <a:latin typeface="Arial"/>
                <a:cs typeface="Arial"/>
              </a:rPr>
              <a:t>usually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124" dirty="0">
                <a:latin typeface="Arial"/>
                <a:cs typeface="Arial"/>
              </a:rPr>
              <a:t>organized</a:t>
            </a:r>
            <a:r>
              <a:rPr sz="2400" spc="-214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form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746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139" y="1103648"/>
            <a:ext cx="7338695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pc="-315" dirty="0"/>
              <a:t>Common </a:t>
            </a:r>
            <a:r>
              <a:rPr spc="-188" dirty="0"/>
              <a:t>Pre-Writing</a:t>
            </a:r>
            <a:r>
              <a:rPr spc="-98" dirty="0"/>
              <a:t> </a:t>
            </a:r>
            <a:r>
              <a:rPr spc="-244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3896" y="2376073"/>
            <a:ext cx="4145915" cy="2697212"/>
          </a:xfrm>
          <a:prstGeom prst="rect">
            <a:avLst/>
          </a:prstGeom>
        </p:spPr>
        <p:txBody>
          <a:bodyPr vert="horz" wrap="square" lIns="0" tIns="82867" rIns="0" bIns="0" rtlCol="0">
            <a:spAutoFit/>
          </a:bodyPr>
          <a:lstStyle/>
          <a:p>
            <a:pPr marL="395764" indent="-386238">
              <a:spcBef>
                <a:spcPts val="652"/>
              </a:spcBef>
              <a:buAutoNum type="arabicPeriod"/>
              <a:tabLst>
                <a:tab pos="395764" algn="l"/>
                <a:tab pos="396240" algn="l"/>
              </a:tabLst>
            </a:pPr>
            <a:r>
              <a:rPr sz="2400" spc="-68" dirty="0">
                <a:latin typeface="Arial"/>
                <a:cs typeface="Arial"/>
              </a:rPr>
              <a:t>Free</a:t>
            </a:r>
            <a:r>
              <a:rPr lang="en-US" sz="2400" spc="-68" dirty="0">
                <a:latin typeface="Arial"/>
                <a:cs typeface="Arial"/>
              </a:rPr>
              <a:t> </a:t>
            </a:r>
            <a:r>
              <a:rPr sz="2400" spc="-68" dirty="0">
                <a:latin typeface="Arial"/>
                <a:cs typeface="Arial"/>
              </a:rPr>
              <a:t>writing</a:t>
            </a:r>
            <a:endParaRPr lang="en-US" sz="2400" spc="-68" dirty="0">
              <a:latin typeface="Arial"/>
              <a:cs typeface="Arial"/>
            </a:endParaRPr>
          </a:p>
          <a:p>
            <a:pPr marL="395764" indent="-386238">
              <a:spcBef>
                <a:spcPts val="652"/>
              </a:spcBef>
              <a:buAutoNum type="arabicPeriod"/>
              <a:tabLst>
                <a:tab pos="395764" algn="l"/>
                <a:tab pos="396240" algn="l"/>
              </a:tabLst>
            </a:pPr>
            <a:r>
              <a:rPr lang="en-US" sz="2400" spc="-68" dirty="0">
                <a:latin typeface="Arial"/>
                <a:cs typeface="Arial"/>
              </a:rPr>
              <a:t>Brainstorming</a:t>
            </a:r>
            <a:endParaRPr sz="2400" dirty="0">
              <a:latin typeface="Arial"/>
              <a:cs typeface="Arial"/>
            </a:endParaRPr>
          </a:p>
          <a:p>
            <a:pPr marL="395764" indent="-386238">
              <a:spcBef>
                <a:spcPts val="578"/>
              </a:spcBef>
              <a:buAutoNum type="arabicPeriod"/>
              <a:tabLst>
                <a:tab pos="395764" algn="l"/>
                <a:tab pos="396240" algn="l"/>
              </a:tabLst>
            </a:pPr>
            <a:r>
              <a:rPr sz="2400" spc="-75" dirty="0">
                <a:latin typeface="Arial"/>
                <a:cs typeface="Arial"/>
              </a:rPr>
              <a:t>Listing</a:t>
            </a:r>
            <a:endParaRPr sz="2400" dirty="0">
              <a:latin typeface="Arial"/>
              <a:cs typeface="Arial"/>
            </a:endParaRPr>
          </a:p>
          <a:p>
            <a:pPr marL="395764" indent="-386238">
              <a:spcBef>
                <a:spcPts val="578"/>
              </a:spcBef>
              <a:buAutoNum type="arabicPeriod"/>
              <a:tabLst>
                <a:tab pos="395764" algn="l"/>
                <a:tab pos="396240" algn="l"/>
              </a:tabLst>
            </a:pPr>
            <a:r>
              <a:rPr sz="2400" spc="-75" dirty="0">
                <a:latin typeface="Arial"/>
                <a:cs typeface="Arial"/>
              </a:rPr>
              <a:t>Clustering/Mapping</a:t>
            </a:r>
            <a:endParaRPr sz="2400" dirty="0">
              <a:latin typeface="Arial"/>
              <a:cs typeface="Arial"/>
            </a:endParaRPr>
          </a:p>
          <a:p>
            <a:pPr marL="395764" indent="-386238">
              <a:spcBef>
                <a:spcPts val="578"/>
              </a:spcBef>
              <a:buAutoNum type="arabicPeriod"/>
              <a:tabLst>
                <a:tab pos="395764" algn="l"/>
                <a:tab pos="396240" algn="l"/>
              </a:tabLst>
            </a:pPr>
            <a:r>
              <a:rPr sz="2400" spc="-94" dirty="0">
                <a:latin typeface="Arial"/>
                <a:cs typeface="Arial"/>
              </a:rPr>
              <a:t>Journalistic</a:t>
            </a:r>
            <a:r>
              <a:rPr sz="2400" spc="-116" dirty="0">
                <a:latin typeface="Arial"/>
                <a:cs typeface="Arial"/>
              </a:rPr>
              <a:t> </a:t>
            </a:r>
            <a:r>
              <a:rPr sz="2400" spc="-116" dirty="0">
                <a:latin typeface="Arial"/>
                <a:cs typeface="Arial"/>
              </a:rPr>
              <a:t>Questions</a:t>
            </a:r>
            <a:endParaRPr lang="en-US" sz="2400" spc="-116" dirty="0">
              <a:latin typeface="Arial"/>
              <a:cs typeface="Arial"/>
            </a:endParaRPr>
          </a:p>
          <a:p>
            <a:pPr marL="395764" indent="-386238">
              <a:spcBef>
                <a:spcPts val="578"/>
              </a:spcBef>
              <a:buAutoNum type="arabicPeriod"/>
              <a:tabLst>
                <a:tab pos="395764" algn="l"/>
                <a:tab pos="396240" algn="l"/>
              </a:tabLst>
            </a:pPr>
            <a:r>
              <a:rPr lang="en-US" sz="2400" spc="-116" dirty="0">
                <a:latin typeface="Arial"/>
                <a:cs typeface="Arial"/>
              </a:rPr>
              <a:t>Outlining 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723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1227" y="1103648"/>
            <a:ext cx="3241675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pc="-101" dirty="0"/>
              <a:t>1.</a:t>
            </a:r>
            <a:r>
              <a:rPr spc="-210" dirty="0"/>
              <a:t> </a:t>
            </a:r>
            <a:r>
              <a:rPr spc="-195" dirty="0"/>
              <a:t>Freewriting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879" y="2420086"/>
            <a:ext cx="8040370" cy="237997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395764" marR="3810" indent="-386238">
              <a:spcBef>
                <a:spcPts val="79"/>
              </a:spcBef>
              <a:buChar char="•"/>
              <a:tabLst>
                <a:tab pos="395764" algn="l"/>
                <a:tab pos="396240" algn="l"/>
              </a:tabLst>
            </a:pPr>
            <a:r>
              <a:rPr sz="2400" spc="-79" dirty="0">
                <a:latin typeface="Arial"/>
                <a:cs typeface="Arial"/>
              </a:rPr>
              <a:t>Jotting </a:t>
            </a:r>
            <a:r>
              <a:rPr sz="2400" spc="-60" dirty="0">
                <a:latin typeface="Arial"/>
                <a:cs typeface="Arial"/>
              </a:rPr>
              <a:t>down </a:t>
            </a:r>
            <a:r>
              <a:rPr sz="2400" spc="-49" dirty="0">
                <a:latin typeface="Arial"/>
                <a:cs typeface="Arial"/>
              </a:rPr>
              <a:t>all </a:t>
            </a:r>
            <a:r>
              <a:rPr sz="2400" spc="-131" dirty="0">
                <a:latin typeface="Arial"/>
                <a:cs typeface="Arial"/>
              </a:rPr>
              <a:t>ideas </a:t>
            </a:r>
            <a:r>
              <a:rPr sz="2400" spc="-71" dirty="0">
                <a:latin typeface="Arial"/>
                <a:cs typeface="Arial"/>
              </a:rPr>
              <a:t>on </a:t>
            </a:r>
            <a:r>
              <a:rPr sz="2400" spc="-184" dirty="0">
                <a:latin typeface="Arial"/>
                <a:cs typeface="Arial"/>
              </a:rPr>
              <a:t>a </a:t>
            </a:r>
            <a:r>
              <a:rPr sz="2400" spc="-49" dirty="0">
                <a:latin typeface="Arial"/>
                <a:cs typeface="Arial"/>
              </a:rPr>
              <a:t>particular </a:t>
            </a:r>
            <a:r>
              <a:rPr sz="2400" spc="-45" dirty="0">
                <a:latin typeface="Arial"/>
                <a:cs typeface="Arial"/>
              </a:rPr>
              <a:t>topic</a:t>
            </a:r>
            <a:r>
              <a:rPr sz="2400" spc="-341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on  </a:t>
            </a:r>
            <a:r>
              <a:rPr sz="2400" spc="-90" dirty="0">
                <a:latin typeface="Arial"/>
                <a:cs typeface="Arial"/>
              </a:rPr>
              <a:t>paper </a:t>
            </a:r>
            <a:r>
              <a:rPr sz="2400" spc="-127" dirty="0">
                <a:latin typeface="Arial"/>
                <a:cs typeface="Arial"/>
              </a:rPr>
              <a:t>even </a:t>
            </a:r>
            <a:r>
              <a:rPr sz="2400" spc="-75" dirty="0">
                <a:latin typeface="Arial"/>
                <a:cs typeface="Arial"/>
              </a:rPr>
              <a:t>before </a:t>
            </a:r>
            <a:r>
              <a:rPr sz="2400" spc="-113" dirty="0">
                <a:latin typeface="Arial"/>
                <a:cs typeface="Arial"/>
              </a:rPr>
              <a:t>researching </a:t>
            </a:r>
            <a:r>
              <a:rPr sz="2400" spc="-56" dirty="0">
                <a:latin typeface="Arial"/>
                <a:cs typeface="Arial"/>
              </a:rPr>
              <a:t>about</a:t>
            </a:r>
            <a:r>
              <a:rPr sz="2400" spc="-244" dirty="0">
                <a:latin typeface="Arial"/>
                <a:cs typeface="Arial"/>
              </a:rPr>
              <a:t> </a:t>
            </a:r>
            <a:r>
              <a:rPr sz="2400" spc="75" dirty="0">
                <a:latin typeface="Arial"/>
                <a:cs typeface="Arial"/>
              </a:rPr>
              <a:t>it</a:t>
            </a:r>
            <a:r>
              <a:rPr lang="en-US" sz="2400" spc="7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395764" marR="3810" indent="-386238">
              <a:spcBef>
                <a:spcPts val="578"/>
              </a:spcBef>
              <a:buChar char="•"/>
              <a:tabLst>
                <a:tab pos="395764" algn="l"/>
                <a:tab pos="396240" algn="l"/>
              </a:tabLst>
            </a:pPr>
            <a:r>
              <a:rPr sz="2400" spc="-184" dirty="0">
                <a:latin typeface="Arial"/>
                <a:cs typeface="Arial"/>
              </a:rPr>
              <a:t>Does </a:t>
            </a:r>
            <a:r>
              <a:rPr sz="2400" spc="-4" dirty="0">
                <a:latin typeface="Arial"/>
                <a:cs typeface="Arial"/>
              </a:rPr>
              <a:t>not </a:t>
            </a:r>
            <a:r>
              <a:rPr sz="2400" spc="-56" dirty="0">
                <a:latin typeface="Arial"/>
                <a:cs typeface="Arial"/>
              </a:rPr>
              <a:t>require </a:t>
            </a:r>
            <a:r>
              <a:rPr sz="2400" spc="-79" dirty="0">
                <a:latin typeface="Arial"/>
                <a:cs typeface="Arial"/>
              </a:rPr>
              <a:t>complete </a:t>
            </a:r>
            <a:r>
              <a:rPr sz="2400" spc="-127" dirty="0">
                <a:latin typeface="Arial"/>
                <a:cs typeface="Arial"/>
              </a:rPr>
              <a:t>sentences, </a:t>
            </a:r>
            <a:r>
              <a:rPr sz="2400" spc="-60" dirty="0">
                <a:latin typeface="Arial"/>
                <a:cs typeface="Arial"/>
              </a:rPr>
              <a:t>proper  </a:t>
            </a:r>
            <a:r>
              <a:rPr sz="2400" spc="-86" dirty="0">
                <a:latin typeface="Arial"/>
                <a:cs typeface="Arial"/>
              </a:rPr>
              <a:t>spelling, </a:t>
            </a:r>
            <a:r>
              <a:rPr sz="2400" spc="-19" dirty="0">
                <a:latin typeface="Arial"/>
                <a:cs typeface="Arial"/>
              </a:rPr>
              <a:t>or </a:t>
            </a:r>
            <a:r>
              <a:rPr sz="2400" spc="-60" dirty="0">
                <a:latin typeface="Arial"/>
                <a:cs typeface="Arial"/>
              </a:rPr>
              <a:t>correct </a:t>
            </a:r>
            <a:r>
              <a:rPr sz="2400" spc="-53" dirty="0">
                <a:latin typeface="Arial"/>
                <a:cs typeface="Arial"/>
              </a:rPr>
              <a:t>punctuation </a:t>
            </a:r>
            <a:r>
              <a:rPr sz="2400" spc="-109" dirty="0">
                <a:latin typeface="Arial"/>
                <a:cs typeface="Arial"/>
              </a:rPr>
              <a:t>and</a:t>
            </a:r>
            <a:r>
              <a:rPr sz="2400" spc="-405" dirty="0">
                <a:latin typeface="Arial"/>
                <a:cs typeface="Arial"/>
              </a:rPr>
              <a:t> </a:t>
            </a:r>
            <a:r>
              <a:rPr sz="2400" spc="-101" dirty="0">
                <a:latin typeface="Arial"/>
                <a:cs typeface="Arial"/>
              </a:rPr>
              <a:t>grammar</a:t>
            </a:r>
            <a:r>
              <a:rPr lang="en-US" sz="2400" spc="-101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395764" marR="275749" indent="-386238">
              <a:spcBef>
                <a:spcPts val="578"/>
              </a:spcBef>
              <a:buChar char="•"/>
              <a:tabLst>
                <a:tab pos="395764" algn="l"/>
                <a:tab pos="396240" algn="l"/>
              </a:tabLst>
            </a:pPr>
            <a:r>
              <a:rPr sz="2400" spc="-60" dirty="0">
                <a:latin typeface="Arial"/>
                <a:cs typeface="Arial"/>
              </a:rPr>
              <a:t>About </a:t>
            </a:r>
            <a:r>
              <a:rPr sz="2400" spc="-120" dirty="0">
                <a:latin typeface="Arial"/>
                <a:cs typeface="Arial"/>
              </a:rPr>
              <a:t>10 </a:t>
            </a:r>
            <a:r>
              <a:rPr sz="2400" spc="15" dirty="0">
                <a:latin typeface="Arial"/>
                <a:cs typeface="Arial"/>
              </a:rPr>
              <a:t>to </a:t>
            </a:r>
            <a:r>
              <a:rPr sz="2400" spc="-120" dirty="0">
                <a:latin typeface="Arial"/>
                <a:cs typeface="Arial"/>
              </a:rPr>
              <a:t>15 </a:t>
            </a:r>
            <a:r>
              <a:rPr sz="2400" spc="-75" dirty="0">
                <a:latin typeface="Arial"/>
                <a:cs typeface="Arial"/>
              </a:rPr>
              <a:t>minutes </a:t>
            </a:r>
            <a:r>
              <a:rPr sz="2400" spc="1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write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-503" dirty="0">
                <a:latin typeface="Arial"/>
                <a:cs typeface="Arial"/>
              </a:rPr>
              <a:t> </a:t>
            </a:r>
            <a:r>
              <a:rPr sz="2400" spc="-71" dirty="0">
                <a:latin typeface="Arial"/>
                <a:cs typeface="Arial"/>
              </a:rPr>
              <a:t>everything  </a:t>
            </a:r>
            <a:r>
              <a:rPr sz="2400" spc="-4" dirty="0">
                <a:latin typeface="Arial"/>
                <a:cs typeface="Arial"/>
              </a:rPr>
              <a:t>that </a:t>
            </a:r>
            <a:r>
              <a:rPr sz="2400" spc="-153" dirty="0">
                <a:latin typeface="Arial"/>
                <a:cs typeface="Arial"/>
              </a:rPr>
              <a:t>comes </a:t>
            </a:r>
            <a:r>
              <a:rPr sz="2400" spc="15" dirty="0">
                <a:latin typeface="Arial"/>
                <a:cs typeface="Arial"/>
              </a:rPr>
              <a:t>to </a:t>
            </a:r>
            <a:r>
              <a:rPr sz="2400" spc="-56" dirty="0">
                <a:latin typeface="Arial"/>
                <a:cs typeface="Arial"/>
              </a:rPr>
              <a:t>mind </a:t>
            </a:r>
            <a:r>
              <a:rPr sz="2400" spc="-127" dirty="0">
                <a:latin typeface="Arial"/>
                <a:cs typeface="Arial"/>
              </a:rPr>
              <a:t>even </a:t>
            </a:r>
            <a:r>
              <a:rPr sz="2400" spc="41" dirty="0">
                <a:latin typeface="Arial"/>
                <a:cs typeface="Arial"/>
              </a:rPr>
              <a:t>if </a:t>
            </a:r>
            <a:r>
              <a:rPr sz="2400" spc="75" dirty="0">
                <a:latin typeface="Arial"/>
                <a:cs typeface="Arial"/>
              </a:rPr>
              <a:t>it </a:t>
            </a:r>
            <a:r>
              <a:rPr sz="2400" spc="-64" dirty="0">
                <a:latin typeface="Arial"/>
                <a:cs typeface="Arial"/>
              </a:rPr>
              <a:t>doesn’t  </a:t>
            </a:r>
            <a:r>
              <a:rPr sz="2400" spc="-120" dirty="0">
                <a:latin typeface="Arial"/>
                <a:cs typeface="Arial"/>
              </a:rPr>
              <a:t>necessarily </a:t>
            </a:r>
            <a:r>
              <a:rPr sz="2400" spc="-150" dirty="0">
                <a:latin typeface="Arial"/>
                <a:cs typeface="Arial"/>
              </a:rPr>
              <a:t>make </a:t>
            </a:r>
            <a:r>
              <a:rPr sz="2400" spc="-180" dirty="0">
                <a:latin typeface="Arial"/>
                <a:cs typeface="Arial"/>
              </a:rPr>
              <a:t>sense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56" dirty="0">
                <a:latin typeface="Arial"/>
                <a:cs typeface="Arial"/>
              </a:rPr>
              <a:t>yet.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698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1643" y="1103648"/>
            <a:ext cx="2682875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pc="-195" dirty="0"/>
              <a:t>Freewriting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538" y="1629272"/>
            <a:ext cx="8009890" cy="4470038"/>
          </a:xfrm>
          <a:prstGeom prst="rect">
            <a:avLst/>
          </a:prstGeom>
        </p:spPr>
        <p:txBody>
          <a:bodyPr vert="horz" wrap="square" lIns="0" tIns="67151" rIns="0" bIns="0" rtlCol="0">
            <a:spAutoFit/>
          </a:bodyPr>
          <a:lstStyle/>
          <a:p>
            <a:pPr marL="395764" marR="365760" indent="-386715">
              <a:lnSpc>
                <a:spcPts val="1875"/>
              </a:lnSpc>
              <a:spcBef>
                <a:spcPts val="529"/>
              </a:spcBef>
              <a:tabLst>
                <a:tab pos="971550" algn="l"/>
              </a:tabLst>
            </a:pPr>
            <a:r>
              <a:rPr lang="en-US" sz="1950" spc="-127" dirty="0">
                <a:latin typeface="Arial"/>
                <a:cs typeface="Arial"/>
              </a:rPr>
              <a:t> </a:t>
            </a:r>
            <a:r>
              <a:rPr lang="en-US" sz="1950" spc="-127" dirty="0">
                <a:latin typeface="Arial"/>
                <a:cs typeface="Arial"/>
              </a:rPr>
              <a:t>      </a:t>
            </a:r>
            <a:r>
              <a:rPr sz="1950" u="sng" spc="-127" dirty="0">
                <a:latin typeface="Arial"/>
                <a:cs typeface="Arial"/>
              </a:rPr>
              <a:t>Example</a:t>
            </a:r>
            <a:r>
              <a:rPr lang="en-US" sz="1950" u="sng" spc="-127" dirty="0">
                <a:latin typeface="Arial"/>
                <a:cs typeface="Arial"/>
              </a:rPr>
              <a:t> </a:t>
            </a:r>
            <a:r>
              <a:rPr sz="1950" u="sng" spc="-56" dirty="0">
                <a:latin typeface="Arial"/>
                <a:cs typeface="Arial"/>
              </a:rPr>
              <a:t>(Free writing</a:t>
            </a:r>
            <a:r>
              <a:rPr sz="1950" u="sng" spc="-116" dirty="0">
                <a:latin typeface="Arial"/>
                <a:cs typeface="Arial"/>
              </a:rPr>
              <a:t> </a:t>
            </a:r>
            <a:r>
              <a:rPr sz="1950" u="sng" spc="-4" dirty="0">
                <a:latin typeface="Arial"/>
                <a:cs typeface="Arial"/>
              </a:rPr>
              <a:t>of</a:t>
            </a:r>
            <a:r>
              <a:rPr sz="1950" u="sng" spc="-109" dirty="0">
                <a:latin typeface="Arial"/>
                <a:cs typeface="Arial"/>
              </a:rPr>
              <a:t> </a:t>
            </a:r>
            <a:r>
              <a:rPr sz="1950" u="sng" spc="-150" dirty="0">
                <a:latin typeface="Arial"/>
                <a:cs typeface="Arial"/>
              </a:rPr>
              <a:t>a</a:t>
            </a:r>
            <a:r>
              <a:rPr sz="1950" u="sng" spc="-101" dirty="0">
                <a:latin typeface="Arial"/>
                <a:cs typeface="Arial"/>
              </a:rPr>
              <a:t> </a:t>
            </a:r>
            <a:r>
              <a:rPr sz="1950" u="sng" spc="-45" dirty="0">
                <a:latin typeface="Arial"/>
                <a:cs typeface="Arial"/>
              </a:rPr>
              <a:t>student</a:t>
            </a:r>
            <a:r>
              <a:rPr sz="1950" u="sng" spc="-124" dirty="0">
                <a:latin typeface="Arial"/>
                <a:cs typeface="Arial"/>
              </a:rPr>
              <a:t> </a:t>
            </a:r>
            <a:r>
              <a:rPr sz="1950" u="sng" spc="-41" dirty="0">
                <a:latin typeface="Arial"/>
                <a:cs typeface="Arial"/>
              </a:rPr>
              <a:t>who</a:t>
            </a:r>
            <a:r>
              <a:rPr sz="1950" u="sng" spc="-109" dirty="0">
                <a:latin typeface="Arial"/>
                <a:cs typeface="Arial"/>
              </a:rPr>
              <a:t> </a:t>
            </a:r>
            <a:r>
              <a:rPr sz="1950" u="sng" spc="-116" dirty="0">
                <a:latin typeface="Arial"/>
                <a:cs typeface="Arial"/>
              </a:rPr>
              <a:t>needs</a:t>
            </a:r>
            <a:r>
              <a:rPr sz="1950" u="sng" spc="-135" dirty="0">
                <a:latin typeface="Arial"/>
                <a:cs typeface="Arial"/>
              </a:rPr>
              <a:t> </a:t>
            </a:r>
            <a:r>
              <a:rPr sz="1950" u="sng" spc="19" dirty="0">
                <a:latin typeface="Arial"/>
                <a:cs typeface="Arial"/>
              </a:rPr>
              <a:t>to</a:t>
            </a:r>
            <a:r>
              <a:rPr sz="1950" u="sng" spc="-105" dirty="0">
                <a:latin typeface="Arial"/>
                <a:cs typeface="Arial"/>
              </a:rPr>
              <a:t> </a:t>
            </a:r>
            <a:r>
              <a:rPr sz="1950" u="sng" spc="4" dirty="0">
                <a:latin typeface="Arial"/>
                <a:cs typeface="Arial"/>
              </a:rPr>
              <a:t>write</a:t>
            </a:r>
            <a:r>
              <a:rPr sz="1950" u="sng" spc="-109" dirty="0">
                <a:latin typeface="Arial"/>
                <a:cs typeface="Arial"/>
              </a:rPr>
              <a:t> </a:t>
            </a:r>
            <a:r>
              <a:rPr sz="1950" u="sng" spc="-150" dirty="0">
                <a:latin typeface="Arial"/>
                <a:cs typeface="Arial"/>
              </a:rPr>
              <a:t>a  </a:t>
            </a:r>
            <a:r>
              <a:rPr sz="1950" u="sng" spc="-75" dirty="0">
                <a:latin typeface="Arial"/>
                <a:cs typeface="Arial"/>
              </a:rPr>
              <a:t>paper </a:t>
            </a:r>
            <a:r>
              <a:rPr sz="1950" u="sng" spc="-45" dirty="0">
                <a:latin typeface="Arial"/>
                <a:cs typeface="Arial"/>
              </a:rPr>
              <a:t>about </a:t>
            </a:r>
            <a:r>
              <a:rPr sz="1950" u="sng" spc="-23" dirty="0">
                <a:latin typeface="Arial"/>
                <a:cs typeface="Arial"/>
              </a:rPr>
              <a:t>the</a:t>
            </a:r>
            <a:r>
              <a:rPr lang="en-US" sz="1950" u="sng" spc="-206" dirty="0">
                <a:latin typeface="Arial"/>
                <a:cs typeface="Arial"/>
              </a:rPr>
              <a:t> </a:t>
            </a:r>
            <a:r>
              <a:rPr sz="1950" u="sng" spc="-49" dirty="0">
                <a:latin typeface="Arial"/>
                <a:cs typeface="Arial"/>
              </a:rPr>
              <a:t>environment</a:t>
            </a:r>
            <a:r>
              <a:rPr sz="1950" u="sng" spc="-49" dirty="0">
                <a:latin typeface="Arial"/>
                <a:cs typeface="Arial"/>
              </a:rPr>
              <a:t>):</a:t>
            </a:r>
            <a:endParaRPr sz="1950" u="sng" dirty="0">
              <a:latin typeface="Arial"/>
              <a:cs typeface="Arial"/>
            </a:endParaRPr>
          </a:p>
          <a:p>
            <a:pPr algn="just">
              <a:spcBef>
                <a:spcPts val="1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95764" marR="325279" indent="-386715" algn="just">
              <a:lnSpc>
                <a:spcPct val="80000"/>
              </a:lnSpc>
              <a:spcBef>
                <a:spcPts val="4"/>
              </a:spcBef>
            </a:pPr>
            <a:r>
              <a:rPr lang="en-US" sz="2400" i="1" spc="-49" dirty="0">
                <a:latin typeface="Trebuchet MS"/>
                <a:cs typeface="Trebuchet MS"/>
              </a:rPr>
              <a:t>       </a:t>
            </a:r>
            <a:r>
              <a:rPr sz="2400" i="1" spc="-49" dirty="0">
                <a:latin typeface="Trebuchet MS"/>
                <a:cs typeface="Trebuchet MS"/>
              </a:rPr>
              <a:t>I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75" dirty="0">
                <a:latin typeface="Trebuchet MS"/>
                <a:cs typeface="Trebuchet MS"/>
              </a:rPr>
              <a:t>have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113" dirty="0">
                <a:latin typeface="Trebuchet MS"/>
                <a:cs typeface="Trebuchet MS"/>
              </a:rPr>
              <a:t>to</a:t>
            </a:r>
            <a:r>
              <a:rPr sz="2400" i="1" spc="-146" dirty="0">
                <a:latin typeface="Trebuchet MS"/>
                <a:cs typeface="Trebuchet MS"/>
              </a:rPr>
              <a:t> </a:t>
            </a:r>
            <a:r>
              <a:rPr sz="2400" i="1" spc="-120" dirty="0">
                <a:latin typeface="Trebuchet MS"/>
                <a:cs typeface="Trebuchet MS"/>
              </a:rPr>
              <a:t>write</a:t>
            </a:r>
            <a:r>
              <a:rPr sz="2400" i="1" spc="-146" dirty="0">
                <a:latin typeface="Trebuchet MS"/>
                <a:cs typeface="Trebuchet MS"/>
              </a:rPr>
              <a:t> </a:t>
            </a:r>
            <a:r>
              <a:rPr sz="2400" i="1" spc="-23" dirty="0">
                <a:latin typeface="Trebuchet MS"/>
                <a:cs typeface="Trebuchet MS"/>
              </a:rPr>
              <a:t>a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86" dirty="0">
                <a:latin typeface="Trebuchet MS"/>
                <a:cs typeface="Trebuchet MS"/>
              </a:rPr>
              <a:t>paper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79" dirty="0">
                <a:latin typeface="Trebuchet MS"/>
                <a:cs typeface="Trebuchet MS"/>
              </a:rPr>
              <a:t>about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113" dirty="0">
                <a:latin typeface="Trebuchet MS"/>
                <a:cs typeface="Trebuchet MS"/>
              </a:rPr>
              <a:t>the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105" dirty="0">
                <a:latin typeface="Trebuchet MS"/>
                <a:cs typeface="Trebuchet MS"/>
              </a:rPr>
              <a:t>environment.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49" dirty="0">
                <a:latin typeface="Trebuchet MS"/>
                <a:cs typeface="Trebuchet MS"/>
              </a:rPr>
              <a:t>I</a:t>
            </a:r>
            <a:r>
              <a:rPr sz="2400" i="1" spc="-158" dirty="0">
                <a:latin typeface="Trebuchet MS"/>
                <a:cs typeface="Trebuchet MS"/>
              </a:rPr>
              <a:t> </a:t>
            </a:r>
            <a:r>
              <a:rPr sz="2400" i="1" spc="-75" dirty="0">
                <a:latin typeface="Trebuchet MS"/>
                <a:cs typeface="Trebuchet MS"/>
              </a:rPr>
              <a:t>have</a:t>
            </a:r>
            <a:r>
              <a:rPr sz="2400" i="1" spc="-131" dirty="0">
                <a:latin typeface="Trebuchet MS"/>
                <a:cs typeface="Trebuchet MS"/>
              </a:rPr>
              <a:t> </a:t>
            </a:r>
            <a:r>
              <a:rPr sz="2400" i="1" spc="-53" dirty="0">
                <a:latin typeface="Trebuchet MS"/>
                <a:cs typeface="Trebuchet MS"/>
              </a:rPr>
              <a:t>no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86" dirty="0">
                <a:latin typeface="Trebuchet MS"/>
                <a:cs typeface="Trebuchet MS"/>
              </a:rPr>
              <a:t>idea  </a:t>
            </a:r>
            <a:r>
              <a:rPr sz="2400" i="1" spc="-98" dirty="0">
                <a:latin typeface="Trebuchet MS"/>
                <a:cs typeface="Trebuchet MS"/>
              </a:rPr>
              <a:t>where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109" dirty="0">
                <a:latin typeface="Trebuchet MS"/>
                <a:cs typeface="Trebuchet MS"/>
              </a:rPr>
              <a:t>to</a:t>
            </a:r>
            <a:r>
              <a:rPr sz="2400" i="1" spc="-146" dirty="0">
                <a:latin typeface="Trebuchet MS"/>
                <a:cs typeface="Trebuchet MS"/>
              </a:rPr>
              <a:t> </a:t>
            </a:r>
            <a:r>
              <a:rPr sz="2400" i="1" spc="-105" dirty="0">
                <a:latin typeface="Trebuchet MS"/>
                <a:cs typeface="Trebuchet MS"/>
              </a:rPr>
              <a:t>start!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lang="en-US" sz="2400" i="1" spc="-49" dirty="0">
                <a:latin typeface="Trebuchet MS"/>
                <a:cs typeface="Trebuchet MS"/>
              </a:rPr>
              <a:t>I </a:t>
            </a:r>
            <a:r>
              <a:rPr sz="2400" i="1" spc="-64" dirty="0">
                <a:latin typeface="Trebuchet MS"/>
                <a:cs typeface="Trebuchet MS"/>
              </a:rPr>
              <a:t>know</a:t>
            </a:r>
            <a:r>
              <a:rPr sz="2400" i="1" spc="-146" dirty="0">
                <a:latin typeface="Trebuchet MS"/>
                <a:cs typeface="Trebuchet MS"/>
              </a:rPr>
              <a:t> </a:t>
            </a:r>
            <a:r>
              <a:rPr sz="2400" i="1" spc="-116" dirty="0">
                <a:latin typeface="Trebuchet MS"/>
                <a:cs typeface="Trebuchet MS"/>
              </a:rPr>
              <a:t>there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90" dirty="0">
                <a:latin typeface="Trebuchet MS"/>
                <a:cs typeface="Trebuchet MS"/>
              </a:rPr>
              <a:t>are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68" dirty="0">
                <a:latin typeface="Trebuchet MS"/>
                <a:cs typeface="Trebuchet MS"/>
              </a:rPr>
              <a:t>many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90" dirty="0">
                <a:latin typeface="Trebuchet MS"/>
                <a:cs typeface="Trebuchet MS"/>
              </a:rPr>
              <a:t>problems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109" dirty="0">
                <a:latin typeface="Trebuchet MS"/>
                <a:cs typeface="Trebuchet MS"/>
              </a:rPr>
              <a:t>with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113" dirty="0" smtClean="0">
                <a:latin typeface="Trebuchet MS"/>
                <a:cs typeface="Trebuchet MS"/>
              </a:rPr>
              <a:t>the</a:t>
            </a:r>
            <a:r>
              <a:rPr lang="en-US" sz="2400" dirty="0">
                <a:latin typeface="Trebuchet MS"/>
                <a:cs typeface="Trebuchet MS"/>
              </a:rPr>
              <a:t> </a:t>
            </a:r>
            <a:r>
              <a:rPr sz="2400" i="1" spc="-105" dirty="0" smtClean="0">
                <a:latin typeface="Trebuchet MS"/>
                <a:cs typeface="Trebuchet MS"/>
              </a:rPr>
              <a:t>environment</a:t>
            </a:r>
            <a:r>
              <a:rPr sz="2400" i="1" spc="-105" dirty="0">
                <a:latin typeface="Trebuchet MS"/>
                <a:cs typeface="Trebuchet MS"/>
              </a:rPr>
              <a:t>,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105" dirty="0">
                <a:latin typeface="Trebuchet MS"/>
                <a:cs typeface="Trebuchet MS"/>
              </a:rPr>
              <a:t>but</a:t>
            </a:r>
            <a:r>
              <a:rPr sz="2400" i="1" spc="-153" dirty="0">
                <a:latin typeface="Trebuchet MS"/>
                <a:cs typeface="Trebuchet MS"/>
              </a:rPr>
              <a:t> </a:t>
            </a:r>
            <a:r>
              <a:rPr sz="2400" i="1" spc="-49" dirty="0">
                <a:latin typeface="Trebuchet MS"/>
                <a:cs typeface="Trebuchet MS"/>
              </a:rPr>
              <a:t>I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113" dirty="0">
                <a:latin typeface="Trebuchet MS"/>
                <a:cs typeface="Trebuchet MS"/>
              </a:rPr>
              <a:t>don’t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60" dirty="0">
                <a:latin typeface="Trebuchet MS"/>
                <a:cs typeface="Trebuchet MS"/>
              </a:rPr>
              <a:t>know</a:t>
            </a:r>
            <a:r>
              <a:rPr sz="2400" i="1" spc="-153" dirty="0">
                <a:latin typeface="Trebuchet MS"/>
                <a:cs typeface="Trebuchet MS"/>
              </a:rPr>
              <a:t> </a:t>
            </a:r>
            <a:r>
              <a:rPr sz="2400" i="1" spc="-79" dirty="0">
                <a:latin typeface="Trebuchet MS"/>
                <a:cs typeface="Trebuchet MS"/>
              </a:rPr>
              <a:t>much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75" dirty="0">
                <a:latin typeface="Trebuchet MS"/>
                <a:cs typeface="Trebuchet MS"/>
              </a:rPr>
              <a:t>about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101" dirty="0">
                <a:latin typeface="Trebuchet MS"/>
                <a:cs typeface="Trebuchet MS"/>
              </a:rPr>
              <a:t>this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124" dirty="0">
                <a:latin typeface="Trebuchet MS"/>
                <a:cs typeface="Trebuchet MS"/>
              </a:rPr>
              <a:t>topic.</a:t>
            </a:r>
            <a:r>
              <a:rPr sz="2400" i="1" spc="-153" dirty="0">
                <a:latin typeface="Trebuchet MS"/>
                <a:cs typeface="Trebuchet MS"/>
              </a:rPr>
              <a:t> </a:t>
            </a:r>
            <a:r>
              <a:rPr sz="2400" i="1" spc="-26" dirty="0" smtClean="0">
                <a:latin typeface="Trebuchet MS"/>
                <a:cs typeface="Trebuchet MS"/>
              </a:rPr>
              <a:t>Maybe</a:t>
            </a:r>
            <a:r>
              <a:rPr lang="en-US" sz="2400" dirty="0">
                <a:latin typeface="Trebuchet MS"/>
                <a:cs typeface="Trebuchet MS"/>
              </a:rPr>
              <a:t> </a:t>
            </a:r>
            <a:r>
              <a:rPr sz="2400" i="1" spc="-49" dirty="0" smtClean="0">
                <a:latin typeface="Trebuchet MS"/>
                <a:cs typeface="Trebuchet MS"/>
              </a:rPr>
              <a:t>I</a:t>
            </a:r>
            <a:r>
              <a:rPr sz="2400" i="1" spc="-143" dirty="0" smtClean="0">
                <a:latin typeface="Trebuchet MS"/>
                <a:cs typeface="Trebuchet MS"/>
              </a:rPr>
              <a:t> </a:t>
            </a:r>
            <a:r>
              <a:rPr sz="2400" i="1" spc="-94" dirty="0">
                <a:latin typeface="Trebuchet MS"/>
                <a:cs typeface="Trebuchet MS"/>
              </a:rPr>
              <a:t>could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120" dirty="0">
                <a:latin typeface="Trebuchet MS"/>
                <a:cs typeface="Trebuchet MS"/>
              </a:rPr>
              <a:t>take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23" dirty="0">
                <a:latin typeface="Trebuchet MS"/>
                <a:cs typeface="Trebuchet MS"/>
              </a:rPr>
              <a:t>a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86" dirty="0">
                <a:latin typeface="Trebuchet MS"/>
                <a:cs typeface="Trebuchet MS"/>
              </a:rPr>
              <a:t>look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90" dirty="0">
                <a:latin typeface="Trebuchet MS"/>
                <a:cs typeface="Trebuchet MS"/>
              </a:rPr>
              <a:t>at</a:t>
            </a:r>
            <a:r>
              <a:rPr sz="2400" i="1" spc="-150" dirty="0">
                <a:latin typeface="Trebuchet MS"/>
                <a:cs typeface="Trebuchet MS"/>
              </a:rPr>
              <a:t> </a:t>
            </a:r>
            <a:r>
              <a:rPr sz="2400" i="1" spc="-98" dirty="0">
                <a:latin typeface="Trebuchet MS"/>
                <a:cs typeface="Trebuchet MS"/>
              </a:rPr>
              <a:t>my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75" dirty="0">
                <a:latin typeface="Trebuchet MS"/>
                <a:cs typeface="Trebuchet MS"/>
              </a:rPr>
              <a:t>biology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64" dirty="0">
                <a:latin typeface="Trebuchet MS"/>
                <a:cs typeface="Trebuchet MS"/>
              </a:rPr>
              <a:t>book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109" dirty="0">
                <a:latin typeface="Trebuchet MS"/>
                <a:cs typeface="Trebuchet MS"/>
              </a:rPr>
              <a:t>to</a:t>
            </a:r>
            <a:r>
              <a:rPr sz="2400" i="1" spc="-146" dirty="0">
                <a:latin typeface="Trebuchet MS"/>
                <a:cs typeface="Trebuchet MS"/>
              </a:rPr>
              <a:t> </a:t>
            </a:r>
            <a:r>
              <a:rPr sz="2400" i="1" spc="-83" dirty="0">
                <a:latin typeface="Trebuchet MS"/>
                <a:cs typeface="Trebuchet MS"/>
              </a:rPr>
              <a:t>come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79" dirty="0">
                <a:latin typeface="Trebuchet MS"/>
                <a:cs typeface="Trebuchet MS"/>
              </a:rPr>
              <a:t>up</a:t>
            </a:r>
            <a:r>
              <a:rPr sz="2400" i="1" spc="-139" dirty="0">
                <a:latin typeface="Trebuchet MS"/>
                <a:cs typeface="Trebuchet MS"/>
              </a:rPr>
              <a:t> </a:t>
            </a:r>
            <a:r>
              <a:rPr sz="2400" i="1" spc="-109" dirty="0">
                <a:latin typeface="Trebuchet MS"/>
                <a:cs typeface="Trebuchet MS"/>
              </a:rPr>
              <a:t>with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68" dirty="0">
                <a:latin typeface="Trebuchet MS"/>
                <a:cs typeface="Trebuchet MS"/>
              </a:rPr>
              <a:t>some  </a:t>
            </a:r>
            <a:r>
              <a:rPr sz="2400" i="1" spc="-98" dirty="0">
                <a:latin typeface="Trebuchet MS"/>
                <a:cs typeface="Trebuchet MS"/>
              </a:rPr>
              <a:t>ideas. </a:t>
            </a:r>
            <a:r>
              <a:rPr sz="2400" i="1" spc="-49" dirty="0">
                <a:latin typeface="Trebuchet MS"/>
                <a:cs typeface="Trebuchet MS"/>
              </a:rPr>
              <a:t>I </a:t>
            </a:r>
            <a:r>
              <a:rPr sz="2400" i="1" spc="-64" dirty="0">
                <a:latin typeface="Trebuchet MS"/>
                <a:cs typeface="Trebuchet MS"/>
              </a:rPr>
              <a:t>know </a:t>
            </a:r>
            <a:r>
              <a:rPr sz="2400" i="1" spc="-98" dirty="0">
                <a:latin typeface="Trebuchet MS"/>
                <a:cs typeface="Trebuchet MS"/>
              </a:rPr>
              <a:t>my </a:t>
            </a:r>
            <a:r>
              <a:rPr sz="2400" i="1" spc="-75" dirty="0">
                <a:latin typeface="Trebuchet MS"/>
                <a:cs typeface="Trebuchet MS"/>
              </a:rPr>
              <a:t>biology </a:t>
            </a:r>
            <a:r>
              <a:rPr sz="2400" i="1" spc="-90" dirty="0">
                <a:latin typeface="Trebuchet MS"/>
                <a:cs typeface="Trebuchet MS"/>
              </a:rPr>
              <a:t>professor </a:t>
            </a:r>
            <a:r>
              <a:rPr sz="2400" i="1" spc="-86" dirty="0">
                <a:latin typeface="Trebuchet MS"/>
                <a:cs typeface="Trebuchet MS"/>
              </a:rPr>
              <a:t>is </a:t>
            </a:r>
            <a:r>
              <a:rPr sz="2400" i="1" spc="-68" dirty="0">
                <a:latin typeface="Trebuchet MS"/>
                <a:cs typeface="Trebuchet MS"/>
              </a:rPr>
              <a:t>also </a:t>
            </a:r>
            <a:r>
              <a:rPr sz="2400" i="1" spc="-113" dirty="0">
                <a:latin typeface="Trebuchet MS"/>
                <a:cs typeface="Trebuchet MS"/>
              </a:rPr>
              <a:t>really </a:t>
            </a:r>
            <a:r>
              <a:rPr sz="2400" i="1" spc="-109" dirty="0">
                <a:latin typeface="Trebuchet MS"/>
                <a:cs typeface="Trebuchet MS"/>
              </a:rPr>
              <a:t>into </a:t>
            </a:r>
            <a:r>
              <a:rPr sz="2400" i="1" spc="-113" dirty="0">
                <a:latin typeface="Trebuchet MS"/>
                <a:cs typeface="Trebuchet MS"/>
              </a:rPr>
              <a:t>the  </a:t>
            </a:r>
            <a:r>
              <a:rPr sz="2400" i="1" spc="-105" dirty="0">
                <a:latin typeface="Trebuchet MS"/>
                <a:cs typeface="Trebuchet MS"/>
              </a:rPr>
              <a:t>environment, </a:t>
            </a:r>
            <a:r>
              <a:rPr sz="2400" i="1" spc="-38" dirty="0">
                <a:latin typeface="Trebuchet MS"/>
                <a:cs typeface="Trebuchet MS"/>
              </a:rPr>
              <a:t>so </a:t>
            </a:r>
            <a:r>
              <a:rPr sz="2400" i="1" spc="-75" dirty="0">
                <a:latin typeface="Trebuchet MS"/>
                <a:cs typeface="Trebuchet MS"/>
              </a:rPr>
              <a:t>maybe </a:t>
            </a:r>
            <a:r>
              <a:rPr sz="2400" i="1" spc="-49" dirty="0">
                <a:latin typeface="Trebuchet MS"/>
                <a:cs typeface="Trebuchet MS"/>
              </a:rPr>
              <a:t>I </a:t>
            </a:r>
            <a:r>
              <a:rPr sz="2400" i="1" spc="-94" dirty="0">
                <a:latin typeface="Trebuchet MS"/>
                <a:cs typeface="Trebuchet MS"/>
              </a:rPr>
              <a:t>could </a:t>
            </a:r>
            <a:r>
              <a:rPr sz="2400" i="1" spc="-49" dirty="0">
                <a:latin typeface="Trebuchet MS"/>
                <a:cs typeface="Trebuchet MS"/>
              </a:rPr>
              <a:t>ask </a:t>
            </a:r>
            <a:r>
              <a:rPr sz="2400" i="1" spc="-124" dirty="0">
                <a:latin typeface="Trebuchet MS"/>
                <a:cs typeface="Trebuchet MS"/>
              </a:rPr>
              <a:t>for </a:t>
            </a:r>
            <a:r>
              <a:rPr sz="2400" i="1" spc="-86" dirty="0">
                <a:latin typeface="Trebuchet MS"/>
                <a:cs typeface="Trebuchet MS"/>
              </a:rPr>
              <a:t>his </a:t>
            </a:r>
            <a:r>
              <a:rPr sz="2400" i="1" spc="-127" dirty="0">
                <a:latin typeface="Trebuchet MS"/>
                <a:cs typeface="Trebuchet MS"/>
              </a:rPr>
              <a:t>help. </a:t>
            </a:r>
            <a:r>
              <a:rPr sz="2400" i="1" spc="-49" dirty="0">
                <a:latin typeface="Trebuchet MS"/>
                <a:cs typeface="Trebuchet MS"/>
              </a:rPr>
              <a:t>I </a:t>
            </a:r>
            <a:r>
              <a:rPr sz="2400" i="1" spc="-101" dirty="0">
                <a:latin typeface="Trebuchet MS"/>
                <a:cs typeface="Trebuchet MS"/>
              </a:rPr>
              <a:t>remember  </a:t>
            </a:r>
            <a:r>
              <a:rPr sz="2400" i="1" spc="-98" dirty="0">
                <a:latin typeface="Trebuchet MS"/>
                <a:cs typeface="Trebuchet MS"/>
              </a:rPr>
              <a:t>he </a:t>
            </a:r>
            <a:r>
              <a:rPr sz="2400" i="1" spc="-34" dirty="0">
                <a:latin typeface="Trebuchet MS"/>
                <a:cs typeface="Trebuchet MS"/>
              </a:rPr>
              <a:t>was </a:t>
            </a:r>
            <a:r>
              <a:rPr sz="2400" i="1" spc="-94" dirty="0">
                <a:latin typeface="Trebuchet MS"/>
                <a:cs typeface="Trebuchet MS"/>
              </a:rPr>
              <a:t>talking </a:t>
            </a:r>
            <a:r>
              <a:rPr sz="2400" i="1" spc="-79" dirty="0">
                <a:latin typeface="Trebuchet MS"/>
                <a:cs typeface="Trebuchet MS"/>
              </a:rPr>
              <a:t>about </a:t>
            </a:r>
            <a:r>
              <a:rPr sz="2400" i="1" spc="-109" dirty="0">
                <a:latin typeface="Trebuchet MS"/>
                <a:cs typeface="Trebuchet MS"/>
              </a:rPr>
              <a:t>hybrid </a:t>
            </a:r>
            <a:r>
              <a:rPr sz="2400" i="1" spc="-71" dirty="0">
                <a:latin typeface="Trebuchet MS"/>
                <a:cs typeface="Trebuchet MS"/>
              </a:rPr>
              <a:t>cars </a:t>
            </a:r>
            <a:r>
              <a:rPr sz="2400" i="1" spc="-101" dirty="0">
                <a:latin typeface="Trebuchet MS"/>
                <a:cs typeface="Trebuchet MS"/>
              </a:rPr>
              <a:t>in </a:t>
            </a:r>
            <a:r>
              <a:rPr sz="2400" i="1" spc="-68" dirty="0">
                <a:latin typeface="Trebuchet MS"/>
                <a:cs typeface="Trebuchet MS"/>
              </a:rPr>
              <a:t>class </a:t>
            </a:r>
            <a:r>
              <a:rPr sz="2400" i="1" spc="-113" dirty="0">
                <a:latin typeface="Trebuchet MS"/>
                <a:cs typeface="Trebuchet MS"/>
              </a:rPr>
              <a:t>the </a:t>
            </a:r>
            <a:r>
              <a:rPr sz="2400" i="1" spc="-105" dirty="0">
                <a:latin typeface="Trebuchet MS"/>
                <a:cs typeface="Trebuchet MS"/>
              </a:rPr>
              <a:t>other </a:t>
            </a:r>
            <a:r>
              <a:rPr sz="2400" i="1" spc="-64" dirty="0">
                <a:latin typeface="Trebuchet MS"/>
                <a:cs typeface="Trebuchet MS"/>
              </a:rPr>
              <a:t>day </a:t>
            </a:r>
            <a:r>
              <a:rPr sz="2400" i="1" spc="-56" dirty="0">
                <a:latin typeface="Trebuchet MS"/>
                <a:cs typeface="Trebuchet MS"/>
              </a:rPr>
              <a:t>and  </a:t>
            </a:r>
            <a:r>
              <a:rPr sz="2400" i="1" spc="-64" dirty="0">
                <a:latin typeface="Trebuchet MS"/>
                <a:cs typeface="Trebuchet MS"/>
              </a:rPr>
              <a:t>how </a:t>
            </a:r>
            <a:r>
              <a:rPr sz="2400" i="1" spc="-79" dirty="0">
                <a:latin typeface="Trebuchet MS"/>
                <a:cs typeface="Trebuchet MS"/>
              </a:rPr>
              <a:t>much </a:t>
            </a:r>
            <a:r>
              <a:rPr sz="2400" i="1" spc="-131" dirty="0">
                <a:latin typeface="Trebuchet MS"/>
                <a:cs typeface="Trebuchet MS"/>
              </a:rPr>
              <a:t>better </a:t>
            </a:r>
            <a:r>
              <a:rPr sz="2400" i="1" spc="-83" dirty="0">
                <a:latin typeface="Trebuchet MS"/>
                <a:cs typeface="Trebuchet MS"/>
              </a:rPr>
              <a:t>those </a:t>
            </a:r>
            <a:r>
              <a:rPr sz="2400" i="1" spc="-90" dirty="0">
                <a:latin typeface="Trebuchet MS"/>
                <a:cs typeface="Trebuchet MS"/>
              </a:rPr>
              <a:t>are </a:t>
            </a:r>
            <a:r>
              <a:rPr sz="2400" i="1" spc="-124" dirty="0">
                <a:latin typeface="Trebuchet MS"/>
                <a:cs typeface="Trebuchet MS"/>
              </a:rPr>
              <a:t>for </a:t>
            </a:r>
            <a:r>
              <a:rPr sz="2400" i="1" spc="-113" dirty="0">
                <a:latin typeface="Trebuchet MS"/>
                <a:cs typeface="Trebuchet MS"/>
              </a:rPr>
              <a:t>the </a:t>
            </a:r>
            <a:r>
              <a:rPr sz="2400" i="1" spc="-105" dirty="0">
                <a:latin typeface="Trebuchet MS"/>
                <a:cs typeface="Trebuchet MS"/>
              </a:rPr>
              <a:t>environment. </a:t>
            </a:r>
            <a:r>
              <a:rPr sz="2400" i="1" spc="-49" dirty="0">
                <a:latin typeface="Trebuchet MS"/>
                <a:cs typeface="Trebuchet MS"/>
              </a:rPr>
              <a:t>What </a:t>
            </a:r>
            <a:r>
              <a:rPr sz="2400" i="1" spc="-86" dirty="0">
                <a:latin typeface="Trebuchet MS"/>
                <a:cs typeface="Trebuchet MS"/>
              </a:rPr>
              <a:t>is </a:t>
            </a:r>
            <a:r>
              <a:rPr sz="2400" i="1" spc="-23" dirty="0">
                <a:latin typeface="Trebuchet MS"/>
                <a:cs typeface="Trebuchet MS"/>
              </a:rPr>
              <a:t>a  </a:t>
            </a:r>
            <a:r>
              <a:rPr sz="2400" i="1" spc="-109" dirty="0">
                <a:latin typeface="Trebuchet MS"/>
                <a:cs typeface="Trebuchet MS"/>
              </a:rPr>
              <a:t>hybrid </a:t>
            </a:r>
            <a:r>
              <a:rPr sz="2400" i="1" spc="-19" dirty="0">
                <a:latin typeface="Trebuchet MS"/>
                <a:cs typeface="Trebuchet MS"/>
              </a:rPr>
              <a:t>car? </a:t>
            </a:r>
            <a:r>
              <a:rPr sz="2400" i="1" spc="-49" dirty="0">
                <a:latin typeface="Trebuchet MS"/>
                <a:cs typeface="Trebuchet MS"/>
              </a:rPr>
              <a:t>I </a:t>
            </a:r>
            <a:r>
              <a:rPr sz="2400" i="1" spc="-64" dirty="0">
                <a:latin typeface="Trebuchet MS"/>
                <a:cs typeface="Trebuchet MS"/>
              </a:rPr>
              <a:t>know </a:t>
            </a:r>
            <a:r>
              <a:rPr sz="2400" i="1" spc="-146" dirty="0">
                <a:latin typeface="Trebuchet MS"/>
                <a:cs typeface="Trebuchet MS"/>
              </a:rPr>
              <a:t>it </a:t>
            </a:r>
            <a:r>
              <a:rPr sz="2400" i="1" spc="-64" dirty="0">
                <a:latin typeface="Trebuchet MS"/>
                <a:cs typeface="Trebuchet MS"/>
              </a:rPr>
              <a:t>uses </a:t>
            </a:r>
            <a:r>
              <a:rPr sz="2400" i="1" spc="-68" dirty="0">
                <a:latin typeface="Trebuchet MS"/>
                <a:cs typeface="Trebuchet MS"/>
              </a:rPr>
              <a:t>some </a:t>
            </a:r>
            <a:r>
              <a:rPr sz="2400" i="1" spc="-90" dirty="0">
                <a:latin typeface="Trebuchet MS"/>
                <a:cs typeface="Trebuchet MS"/>
              </a:rPr>
              <a:t>sort </a:t>
            </a:r>
            <a:r>
              <a:rPr sz="2400" i="1" spc="-113" dirty="0">
                <a:latin typeface="Trebuchet MS"/>
                <a:cs typeface="Trebuchet MS"/>
              </a:rPr>
              <a:t>of </a:t>
            </a:r>
            <a:r>
              <a:rPr sz="2400" i="1" spc="-109" dirty="0">
                <a:latin typeface="Trebuchet MS"/>
                <a:cs typeface="Trebuchet MS"/>
              </a:rPr>
              <a:t>alternative </a:t>
            </a:r>
            <a:r>
              <a:rPr sz="2400" i="1" spc="-135" dirty="0">
                <a:latin typeface="Trebuchet MS"/>
                <a:cs typeface="Trebuchet MS"/>
              </a:rPr>
              <a:t>fuel </a:t>
            </a:r>
            <a:r>
              <a:rPr sz="2400" i="1" spc="-56" dirty="0">
                <a:latin typeface="Trebuchet MS"/>
                <a:cs typeface="Trebuchet MS"/>
              </a:rPr>
              <a:t>and  </a:t>
            </a:r>
            <a:r>
              <a:rPr sz="2400" i="1" spc="-105" dirty="0">
                <a:latin typeface="Trebuchet MS"/>
                <a:cs typeface="Trebuchet MS"/>
              </a:rPr>
              <a:t>they </a:t>
            </a:r>
            <a:r>
              <a:rPr sz="2400" i="1" spc="-90" dirty="0">
                <a:latin typeface="Trebuchet MS"/>
                <a:cs typeface="Trebuchet MS"/>
              </a:rPr>
              <a:t>are </a:t>
            </a:r>
            <a:r>
              <a:rPr sz="2400" i="1" spc="-75" dirty="0">
                <a:latin typeface="Trebuchet MS"/>
                <a:cs typeface="Trebuchet MS"/>
              </a:rPr>
              <a:t>becoming </a:t>
            </a:r>
            <a:r>
              <a:rPr sz="2400" i="1" spc="-101" dirty="0">
                <a:latin typeface="Trebuchet MS"/>
                <a:cs typeface="Trebuchet MS"/>
              </a:rPr>
              <a:t>very </a:t>
            </a:r>
            <a:r>
              <a:rPr sz="2400" i="1" spc="-120" dirty="0">
                <a:latin typeface="Trebuchet MS"/>
                <a:cs typeface="Trebuchet MS"/>
              </a:rPr>
              <a:t>popular. </a:t>
            </a:r>
            <a:r>
              <a:rPr sz="2400" i="1" spc="-26" dirty="0">
                <a:latin typeface="Trebuchet MS"/>
                <a:cs typeface="Trebuchet MS"/>
              </a:rPr>
              <a:t>Maybe </a:t>
            </a:r>
            <a:r>
              <a:rPr sz="2400" i="1" spc="-101" dirty="0">
                <a:latin typeface="Trebuchet MS"/>
                <a:cs typeface="Trebuchet MS"/>
              </a:rPr>
              <a:t>that </a:t>
            </a:r>
            <a:r>
              <a:rPr sz="2400" i="1" spc="-86" dirty="0">
                <a:latin typeface="Trebuchet MS"/>
                <a:cs typeface="Trebuchet MS"/>
              </a:rPr>
              <a:t>is </a:t>
            </a:r>
            <a:r>
              <a:rPr sz="2400" i="1" spc="-75" dirty="0">
                <a:latin typeface="Trebuchet MS"/>
                <a:cs typeface="Trebuchet MS"/>
              </a:rPr>
              <a:t>something </a:t>
            </a:r>
            <a:r>
              <a:rPr sz="2400" i="1" spc="-49" dirty="0">
                <a:latin typeface="Trebuchet MS"/>
                <a:cs typeface="Trebuchet MS"/>
              </a:rPr>
              <a:t>I  </a:t>
            </a:r>
            <a:r>
              <a:rPr sz="2400" i="1" spc="-94" dirty="0">
                <a:latin typeface="Trebuchet MS"/>
                <a:cs typeface="Trebuchet MS"/>
              </a:rPr>
              <a:t>could </a:t>
            </a:r>
            <a:r>
              <a:rPr sz="2400" i="1" spc="-120" dirty="0">
                <a:latin typeface="Trebuchet MS"/>
                <a:cs typeface="Trebuchet MS"/>
              </a:rPr>
              <a:t>write</a:t>
            </a:r>
            <a:r>
              <a:rPr sz="2400" i="1" spc="-188" dirty="0">
                <a:latin typeface="Trebuchet MS"/>
                <a:cs typeface="Trebuchet MS"/>
              </a:rPr>
              <a:t> </a:t>
            </a:r>
            <a:r>
              <a:rPr sz="2400" i="1" spc="-79" dirty="0">
                <a:latin typeface="Trebuchet MS"/>
                <a:cs typeface="Trebuchet MS"/>
              </a:rPr>
              <a:t>about…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83328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072203"/>
            <a:ext cx="7543800" cy="52880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Free Writing: Sample 2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890" y="1752600"/>
            <a:ext cx="7879939" cy="4800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600" dirty="0"/>
              <a:t>The literacy rate in Pakistan is 60%. It means that 40% people are illiterate. In rural areas, people are un-educated because they are in pursuance of their livelihood instead of getting education in schools. our country is slow towards progress. </a:t>
            </a:r>
            <a:r>
              <a:rPr lang="en-US" sz="2600" b="1" dirty="0"/>
              <a:t>Illiterate people </a:t>
            </a:r>
            <a:r>
              <a:rPr lang="en-US" sz="2600" dirty="0"/>
              <a:t>do not know how to react on things. The most common </a:t>
            </a:r>
            <a:r>
              <a:rPr lang="en-US" sz="2600" u="sng" dirty="0">
                <a:solidFill>
                  <a:srgbClr val="FF0000"/>
                </a:solidFill>
              </a:rPr>
              <a:t>cause of illiteracy </a:t>
            </a:r>
            <a:r>
              <a:rPr lang="en-US" sz="2600" dirty="0"/>
              <a:t>is that </a:t>
            </a:r>
            <a:r>
              <a:rPr lang="en-US" sz="2600" dirty="0">
                <a:solidFill>
                  <a:srgbClr val="FF0000"/>
                </a:solidFill>
              </a:rPr>
              <a:t>education </a:t>
            </a:r>
            <a:r>
              <a:rPr lang="en-US" sz="2600" dirty="0"/>
              <a:t>is not considered a priority. There is no job for un-educated people. That is why the </a:t>
            </a:r>
            <a:r>
              <a:rPr lang="en-US" sz="2600" dirty="0">
                <a:solidFill>
                  <a:srgbClr val="FF0000"/>
                </a:solidFill>
              </a:rPr>
              <a:t>crime ratio </a:t>
            </a:r>
            <a:r>
              <a:rPr lang="en-US" sz="2600" dirty="0"/>
              <a:t>is high in our society due to illiteracy. </a:t>
            </a:r>
            <a:r>
              <a:rPr lang="en-US" sz="2600" dirty="0">
                <a:solidFill>
                  <a:srgbClr val="FF0000"/>
                </a:solidFill>
              </a:rPr>
              <a:t>Rural people </a:t>
            </a:r>
            <a:r>
              <a:rPr lang="en-US" sz="2600" dirty="0"/>
              <a:t>face problems for employment because they are totally un-educated. </a:t>
            </a:r>
            <a:r>
              <a:rPr lang="en-US" sz="2600" u="sng" dirty="0"/>
              <a:t>Government should also take steps to establish schools and colleges in </a:t>
            </a:r>
            <a:r>
              <a:rPr lang="en-US" sz="2600" dirty="0"/>
              <a:t>villages so that children who are living in villages may not travel to cities to get </a:t>
            </a:r>
            <a:r>
              <a:rPr lang="en-US" sz="2600" dirty="0"/>
              <a:t>education.</a:t>
            </a:r>
            <a:endParaRPr lang="en-US" sz="2600" dirty="0"/>
          </a:p>
          <a:p>
            <a:pPr algn="just"/>
            <a:r>
              <a:rPr lang="en-US" sz="2600" dirty="0"/>
              <a:t>Illiteracy </a:t>
            </a:r>
            <a:r>
              <a:rPr lang="en-US" sz="2600" dirty="0"/>
              <a:t>is a big problem because the illiterate people are unable to understand the new </a:t>
            </a:r>
            <a:r>
              <a:rPr lang="en-US" sz="2600" dirty="0">
                <a:solidFill>
                  <a:srgbClr val="FF0000"/>
                </a:solidFill>
              </a:rPr>
              <a:t>techniques of social life</a:t>
            </a:r>
            <a:r>
              <a:rPr lang="en-US" sz="2600" dirty="0"/>
              <a:t>. They do not enjoy the life. They do not understand the new policies. Every individual has right to get education in better institutions. Illiteracy </a:t>
            </a:r>
            <a:r>
              <a:rPr lang="en-US" sz="2600" dirty="0">
                <a:solidFill>
                  <a:srgbClr val="FF0000"/>
                </a:solidFill>
              </a:rPr>
              <a:t>minimizes the social relations in the society </a:t>
            </a:r>
            <a:r>
              <a:rPr lang="en-US" sz="2600" dirty="0"/>
              <a:t>which leads to less development of resources. Illiterate person is unable to read books, magazine, articles, and other reading materials</a:t>
            </a:r>
            <a:r>
              <a:rPr lang="en-US" sz="2200" dirty="0"/>
              <a:t>.  </a:t>
            </a:r>
          </a:p>
          <a:p>
            <a:pPr algn="jus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8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on a Topic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5 mins and write on a topic ‘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Celebrities’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any pause.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consider spelling or grammatical errors.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continue writing.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93034">
            <a:off x="6634905" y="3874966"/>
            <a:ext cx="1421606" cy="19087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81269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Brainstorming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Jotting down ideas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Phrases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Clauses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Sentences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Visual Aids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319433"/>
            <a:ext cx="3367021" cy="30763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126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541" y="1063229"/>
            <a:ext cx="3029755" cy="4438382"/>
          </a:xfrm>
        </p:spPr>
        <p:txBody>
          <a:bodyPr>
            <a:normAutofit/>
          </a:bodyPr>
          <a:lstStyle/>
          <a:p>
            <a:pPr marL="85725" indent="0">
              <a:buNone/>
            </a:pPr>
            <a:r>
              <a:rPr lang="en-US" sz="3225" dirty="0"/>
              <a:t>Why is the Sky Blue ?</a:t>
            </a:r>
          </a:p>
          <a:p>
            <a:pPr marL="85725" indent="0">
              <a:buNone/>
            </a:pPr>
            <a:endParaRPr lang="en-US" sz="3225" dirty="0"/>
          </a:p>
          <a:p>
            <a:pPr marL="85725" indent="0">
              <a:buNone/>
            </a:pPr>
            <a:endParaRPr lang="en-US" sz="3225" dirty="0"/>
          </a:p>
          <a:p>
            <a:pPr marL="85725" indent="0">
              <a:buNone/>
            </a:pPr>
            <a:r>
              <a:rPr lang="en-US" sz="3225" dirty="0"/>
              <a:t>One thing you would change about school. </a:t>
            </a:r>
            <a:endParaRPr lang="en-US" sz="3225" dirty="0"/>
          </a:p>
          <a:p>
            <a:pPr marL="85725" indent="0">
              <a:buNone/>
            </a:pPr>
            <a:endParaRPr lang="en-US" sz="4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220" y="946275"/>
            <a:ext cx="4389120" cy="21945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390" y="3372655"/>
            <a:ext cx="4465951" cy="219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3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1796"/>
            <a:ext cx="3271234" cy="4646054"/>
          </a:xfrm>
        </p:spPr>
        <p:txBody>
          <a:bodyPr>
            <a:normAutofit/>
          </a:bodyPr>
          <a:lstStyle/>
          <a:p>
            <a:r>
              <a:rPr lang="en-US" sz="3000" dirty="0"/>
              <a:t>Pretend you are ant. Write about your view of the </a:t>
            </a:r>
            <a:r>
              <a:rPr lang="en-US" sz="3000" dirty="0"/>
              <a:t>world.</a:t>
            </a:r>
          </a:p>
          <a:p>
            <a:endParaRPr lang="en-US" sz="3000" dirty="0"/>
          </a:p>
          <a:p>
            <a:r>
              <a:rPr lang="en-US" sz="3000" dirty="0"/>
              <a:t>One mistake you have made in your life.</a:t>
            </a:r>
          </a:p>
          <a:p>
            <a:endParaRPr lang="en-US" sz="3000" dirty="0"/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980" y="1011797"/>
            <a:ext cx="4164706" cy="2463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694" y="3600450"/>
            <a:ext cx="3931276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0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9410"/>
            <a:ext cx="3145665" cy="4578440"/>
          </a:xfrm>
        </p:spPr>
        <p:txBody>
          <a:bodyPr>
            <a:normAutofit/>
          </a:bodyPr>
          <a:lstStyle/>
          <a:p>
            <a:r>
              <a:rPr lang="en-US" sz="3000" dirty="0"/>
              <a:t>You just found a magic </a:t>
            </a:r>
            <a:r>
              <a:rPr lang="en-US" sz="3000" dirty="0"/>
              <a:t>wand</a:t>
            </a:r>
            <a:r>
              <a:rPr lang="en-US" sz="3000" dirty="0"/>
              <a:t>. Write about what you would do with it </a:t>
            </a:r>
            <a:r>
              <a:rPr lang="en-US" sz="3000" dirty="0"/>
              <a:t>?</a:t>
            </a:r>
          </a:p>
          <a:p>
            <a:r>
              <a:rPr lang="en-US" sz="3000" dirty="0"/>
              <a:t>What would it be like to have 10 brothers and sisters ?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indent="0">
              <a:buNone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967" y="857250"/>
            <a:ext cx="2474595" cy="34966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34" y="3726019"/>
            <a:ext cx="3786188" cy="21191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1540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775"/>
            <a:ext cx="3580327" cy="4617076"/>
          </a:xfrm>
        </p:spPr>
        <p:txBody>
          <a:bodyPr>
            <a:normAutofit lnSpcReduction="10000"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What would you do if you saw someone being bullied ?</a:t>
            </a:r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you could go anywhere around the world, where would you go and why 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067" y="1118701"/>
            <a:ext cx="4286250" cy="23217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178" y="3518346"/>
            <a:ext cx="4390488" cy="23809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869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177" y="1063228"/>
            <a:ext cx="6874099" cy="1783808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Do you like rain ?</a:t>
            </a:r>
          </a:p>
          <a:p>
            <a:pPr marL="85725" indent="0">
              <a:buNone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Do you like Surprises ?</a:t>
            </a:r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indent="0">
              <a:buNone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177" y="3360540"/>
            <a:ext cx="4356328" cy="21701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37" y="3086100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347" y="1103647"/>
            <a:ext cx="6532511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101" dirty="0"/>
              <a:t>3</a:t>
            </a:r>
            <a:r>
              <a:rPr spc="-101" dirty="0"/>
              <a:t>.</a:t>
            </a:r>
            <a:r>
              <a:rPr spc="-214" dirty="0"/>
              <a:t> </a:t>
            </a:r>
            <a:r>
              <a:rPr spc="-225" dirty="0"/>
              <a:t>Listing</a:t>
            </a:r>
            <a:endParaRPr spc="-225" dirty="0"/>
          </a:p>
        </p:txBody>
      </p:sp>
      <p:sp>
        <p:nvSpPr>
          <p:cNvPr id="3" name="object 3"/>
          <p:cNvSpPr txBox="1"/>
          <p:nvPr/>
        </p:nvSpPr>
        <p:spPr>
          <a:xfrm>
            <a:off x="535941" y="2062696"/>
            <a:ext cx="7847330" cy="3575177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6" marR="3810">
              <a:spcBef>
                <a:spcPts val="79"/>
              </a:spcBef>
              <a:tabLst>
                <a:tab pos="395764" algn="l"/>
                <a:tab pos="396240" algn="l"/>
              </a:tabLst>
            </a:pPr>
            <a:r>
              <a:rPr sz="3000" spc="-101" dirty="0">
                <a:latin typeface="Arial"/>
                <a:cs typeface="Arial"/>
              </a:rPr>
              <a:t>Capturing </a:t>
            </a:r>
            <a:r>
              <a:rPr sz="3000" spc="-49" dirty="0">
                <a:latin typeface="Arial"/>
                <a:cs typeface="Arial"/>
              </a:rPr>
              <a:t>all </a:t>
            </a:r>
            <a:r>
              <a:rPr sz="3000" spc="-64" dirty="0">
                <a:latin typeface="Arial"/>
                <a:cs typeface="Arial"/>
              </a:rPr>
              <a:t>thoughts, </a:t>
            </a:r>
            <a:r>
              <a:rPr sz="3000" spc="-120" dirty="0">
                <a:latin typeface="Arial"/>
                <a:cs typeface="Arial"/>
              </a:rPr>
              <a:t>ideas, </a:t>
            </a:r>
            <a:r>
              <a:rPr sz="3000" spc="-113" dirty="0">
                <a:latin typeface="Arial"/>
                <a:cs typeface="Arial"/>
              </a:rPr>
              <a:t>and</a:t>
            </a:r>
            <a:r>
              <a:rPr sz="3000" spc="-259" dirty="0">
                <a:latin typeface="Arial"/>
                <a:cs typeface="Arial"/>
              </a:rPr>
              <a:t> </a:t>
            </a:r>
            <a:r>
              <a:rPr sz="3000" spc="-86" dirty="0">
                <a:latin typeface="Arial"/>
                <a:cs typeface="Arial"/>
              </a:rPr>
              <a:t>fragments  </a:t>
            </a:r>
            <a:r>
              <a:rPr sz="3000" spc="-30" dirty="0">
                <a:latin typeface="Arial"/>
                <a:cs typeface="Arial"/>
              </a:rPr>
              <a:t>in </a:t>
            </a:r>
            <a:r>
              <a:rPr sz="3000" spc="-127" dirty="0">
                <a:latin typeface="Arial"/>
                <a:cs typeface="Arial"/>
              </a:rPr>
              <a:t>one’s </a:t>
            </a:r>
            <a:r>
              <a:rPr sz="3000" spc="-120" dirty="0">
                <a:latin typeface="Arial"/>
                <a:cs typeface="Arial"/>
              </a:rPr>
              <a:t>head </a:t>
            </a:r>
            <a:r>
              <a:rPr sz="3000" spc="-113" dirty="0">
                <a:latin typeface="Arial"/>
                <a:cs typeface="Arial"/>
              </a:rPr>
              <a:t>and </a:t>
            </a:r>
            <a:r>
              <a:rPr sz="3000" spc="-15" dirty="0">
                <a:latin typeface="Arial"/>
                <a:cs typeface="Arial"/>
              </a:rPr>
              <a:t>writing </a:t>
            </a:r>
            <a:r>
              <a:rPr sz="3000" spc="-41" dirty="0">
                <a:latin typeface="Arial"/>
                <a:cs typeface="Arial"/>
              </a:rPr>
              <a:t>them </a:t>
            </a:r>
            <a:r>
              <a:rPr sz="3000" spc="-60" dirty="0">
                <a:latin typeface="Arial"/>
                <a:cs typeface="Arial"/>
              </a:rPr>
              <a:t>down </a:t>
            </a:r>
            <a:r>
              <a:rPr sz="3000" spc="-75" dirty="0">
                <a:latin typeface="Arial"/>
                <a:cs typeface="Arial"/>
              </a:rPr>
              <a:t>on  </a:t>
            </a:r>
            <a:r>
              <a:rPr sz="3000" spc="-90" dirty="0">
                <a:latin typeface="Arial"/>
                <a:cs typeface="Arial"/>
              </a:rPr>
              <a:t>paper</a:t>
            </a:r>
            <a:endParaRPr sz="3000" dirty="0">
              <a:latin typeface="Arial"/>
              <a:cs typeface="Arial"/>
            </a:endParaRPr>
          </a:p>
          <a:p>
            <a:pPr marL="9526">
              <a:spcBef>
                <a:spcPts val="578"/>
              </a:spcBef>
              <a:tabLst>
                <a:tab pos="395764" algn="l"/>
                <a:tab pos="396240" algn="l"/>
              </a:tabLst>
            </a:pPr>
            <a:r>
              <a:rPr sz="3000" spc="-101" dirty="0">
                <a:latin typeface="Arial"/>
                <a:cs typeface="Arial"/>
              </a:rPr>
              <a:t>Similar </a:t>
            </a:r>
            <a:r>
              <a:rPr sz="3000" spc="19" dirty="0">
                <a:latin typeface="Arial"/>
                <a:cs typeface="Arial"/>
              </a:rPr>
              <a:t>to </a:t>
            </a:r>
            <a:r>
              <a:rPr sz="3000" spc="-30" dirty="0">
                <a:latin typeface="Arial"/>
                <a:cs typeface="Arial"/>
              </a:rPr>
              <a:t>freewriting,</a:t>
            </a:r>
            <a:r>
              <a:rPr sz="3000" spc="-281" dirty="0">
                <a:latin typeface="Arial"/>
                <a:cs typeface="Arial"/>
              </a:rPr>
              <a:t> </a:t>
            </a:r>
            <a:r>
              <a:rPr sz="3000" spc="-15" dirty="0">
                <a:latin typeface="Arial"/>
                <a:cs typeface="Arial"/>
              </a:rPr>
              <a:t>but:</a:t>
            </a:r>
            <a:endParaRPr sz="3000" dirty="0">
              <a:latin typeface="Arial"/>
              <a:cs typeface="Arial"/>
            </a:endParaRPr>
          </a:p>
          <a:p>
            <a:pPr marL="695325" lvl="1" indent="-385286">
              <a:spcBef>
                <a:spcPts val="518"/>
              </a:spcBef>
              <a:buFont typeface="Wingdings"/>
              <a:buChar char=""/>
              <a:tabLst>
                <a:tab pos="695325" algn="l"/>
                <a:tab pos="695801" algn="l"/>
              </a:tabLst>
            </a:pPr>
            <a:r>
              <a:rPr sz="3000" spc="-64" dirty="0">
                <a:latin typeface="Arial"/>
                <a:cs typeface="Arial"/>
              </a:rPr>
              <a:t>Freewriting </a:t>
            </a:r>
            <a:r>
              <a:rPr sz="3000" spc="-184" dirty="0">
                <a:latin typeface="Arial"/>
                <a:cs typeface="Arial"/>
              </a:rPr>
              <a:t>=</a:t>
            </a:r>
            <a:r>
              <a:rPr sz="3000" spc="-143" dirty="0">
                <a:latin typeface="Arial"/>
                <a:cs typeface="Arial"/>
              </a:rPr>
              <a:t> </a:t>
            </a:r>
            <a:r>
              <a:rPr lang="en-US" sz="3000" spc="-101" dirty="0">
                <a:latin typeface="Arial"/>
                <a:cs typeface="Arial"/>
              </a:rPr>
              <a:t>P</a:t>
            </a:r>
            <a:r>
              <a:rPr sz="3000" spc="-101" dirty="0">
                <a:latin typeface="Arial"/>
                <a:cs typeface="Arial"/>
              </a:rPr>
              <a:t>aragraph</a:t>
            </a:r>
            <a:endParaRPr sz="3000" dirty="0">
              <a:latin typeface="Arial"/>
              <a:cs typeface="Arial"/>
            </a:endParaRPr>
          </a:p>
          <a:p>
            <a:pPr marL="695325" lvl="1" indent="-385286">
              <a:spcBef>
                <a:spcPts val="506"/>
              </a:spcBef>
              <a:buFont typeface="Wingdings"/>
              <a:buChar char=""/>
              <a:tabLst>
                <a:tab pos="695325" algn="l"/>
                <a:tab pos="695801" algn="l"/>
              </a:tabLst>
            </a:pPr>
            <a:r>
              <a:rPr lang="en-US" sz="3000" spc="-34" dirty="0">
                <a:latin typeface="Arial"/>
                <a:cs typeface="Arial"/>
              </a:rPr>
              <a:t>L</a:t>
            </a:r>
            <a:r>
              <a:rPr sz="3000" spc="-34" dirty="0">
                <a:latin typeface="Arial"/>
                <a:cs typeface="Arial"/>
              </a:rPr>
              <a:t>ist</a:t>
            </a:r>
            <a:r>
              <a:rPr lang="en-US" sz="3000" spc="-34" dirty="0">
                <a:latin typeface="Arial"/>
                <a:cs typeface="Arial"/>
              </a:rPr>
              <a:t>ing=Jot down </a:t>
            </a:r>
          </a:p>
          <a:p>
            <a:pPr marL="310039" lvl="1">
              <a:spcBef>
                <a:spcPts val="506"/>
              </a:spcBef>
              <a:tabLst>
                <a:tab pos="695325" algn="l"/>
                <a:tab pos="695801" algn="l"/>
              </a:tabLst>
            </a:pPr>
            <a:r>
              <a:rPr lang="en-US" sz="3000" spc="-34" dirty="0">
                <a:latin typeface="Arial"/>
                <a:cs typeface="Arial"/>
              </a:rPr>
              <a:t>                 ideas in form</a:t>
            </a:r>
          </a:p>
          <a:p>
            <a:pPr marL="310039" lvl="1">
              <a:spcBef>
                <a:spcPts val="506"/>
              </a:spcBef>
              <a:tabLst>
                <a:tab pos="695325" algn="l"/>
                <a:tab pos="695801" algn="l"/>
              </a:tabLst>
            </a:pPr>
            <a:r>
              <a:rPr lang="en-US" sz="3000" spc="-34" dirty="0">
                <a:latin typeface="Arial"/>
                <a:cs typeface="Arial"/>
              </a:rPr>
              <a:t> </a:t>
            </a:r>
            <a:r>
              <a:rPr lang="en-US" sz="3000" spc="-34" dirty="0">
                <a:latin typeface="Arial"/>
                <a:cs typeface="Arial"/>
              </a:rPr>
              <a:t>                a list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6897">
            <a:off x="4867275" y="3240578"/>
            <a:ext cx="3552816" cy="23642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1170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3111" y="913147"/>
            <a:ext cx="5043805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pc="-225" dirty="0"/>
              <a:t>Listing</a:t>
            </a:r>
            <a:endParaRPr spc="-2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4917"/>
            <a:ext cx="7839075" cy="1004346"/>
          </a:xfrm>
          <a:prstGeom prst="rect">
            <a:avLst/>
          </a:prstGeom>
        </p:spPr>
        <p:txBody>
          <a:bodyPr vert="horz" wrap="square" lIns="0" tIns="75724" rIns="0" bIns="0" rtlCol="0">
            <a:spAutoFit/>
          </a:bodyPr>
          <a:lstStyle/>
          <a:p>
            <a:pPr marL="395764" marR="3810" indent="-386715">
              <a:lnSpc>
                <a:spcPts val="2160"/>
              </a:lnSpc>
              <a:spcBef>
                <a:spcPts val="596"/>
              </a:spcBef>
            </a:pPr>
            <a:r>
              <a:rPr sz="2250" spc="-150" dirty="0">
                <a:latin typeface="Arial"/>
                <a:cs typeface="Arial"/>
              </a:rPr>
              <a:t>Example </a:t>
            </a:r>
            <a:r>
              <a:rPr sz="2250" spc="-83" dirty="0">
                <a:latin typeface="Arial"/>
                <a:cs typeface="Arial"/>
              </a:rPr>
              <a:t>(</a:t>
            </a:r>
            <a:r>
              <a:rPr lang="en-US" sz="2250" spc="-83" dirty="0">
                <a:latin typeface="Arial"/>
                <a:cs typeface="Arial"/>
              </a:rPr>
              <a:t>Listing </a:t>
            </a:r>
            <a:r>
              <a:rPr sz="2250" spc="-83" dirty="0">
                <a:latin typeface="Arial"/>
                <a:cs typeface="Arial"/>
              </a:rPr>
              <a:t> </a:t>
            </a:r>
            <a:r>
              <a:rPr sz="2250" spc="-4" dirty="0">
                <a:latin typeface="Arial"/>
                <a:cs typeface="Arial"/>
              </a:rPr>
              <a:t>of </a:t>
            </a:r>
            <a:r>
              <a:rPr sz="2250" spc="-176" dirty="0">
                <a:latin typeface="Arial"/>
                <a:cs typeface="Arial"/>
              </a:rPr>
              <a:t>a </a:t>
            </a:r>
            <a:r>
              <a:rPr sz="2250" spc="-56" dirty="0">
                <a:latin typeface="Arial"/>
                <a:cs typeface="Arial"/>
              </a:rPr>
              <a:t>student </a:t>
            </a:r>
            <a:r>
              <a:rPr sz="2250" spc="-53" dirty="0">
                <a:latin typeface="Arial"/>
                <a:cs typeface="Arial"/>
              </a:rPr>
              <a:t>who </a:t>
            </a:r>
            <a:r>
              <a:rPr sz="2250" spc="-135" dirty="0">
                <a:latin typeface="Arial"/>
                <a:cs typeface="Arial"/>
              </a:rPr>
              <a:t>needs</a:t>
            </a:r>
            <a:r>
              <a:rPr sz="2250" spc="-296" dirty="0">
                <a:latin typeface="Arial"/>
                <a:cs typeface="Arial"/>
              </a:rPr>
              <a:t> </a:t>
            </a:r>
            <a:r>
              <a:rPr sz="2250" spc="19" dirty="0">
                <a:latin typeface="Arial"/>
                <a:cs typeface="Arial"/>
              </a:rPr>
              <a:t>to  </a:t>
            </a:r>
            <a:r>
              <a:rPr sz="2250" dirty="0">
                <a:latin typeface="Arial"/>
                <a:cs typeface="Arial"/>
              </a:rPr>
              <a:t>write </a:t>
            </a:r>
            <a:r>
              <a:rPr sz="2250" spc="-176" dirty="0">
                <a:latin typeface="Arial"/>
                <a:cs typeface="Arial"/>
              </a:rPr>
              <a:t>a</a:t>
            </a:r>
            <a:r>
              <a:rPr lang="en-US" sz="2250" spc="-176" dirty="0">
                <a:latin typeface="Arial"/>
                <a:cs typeface="Arial"/>
              </a:rPr>
              <a:t>n essay</a:t>
            </a:r>
            <a:r>
              <a:rPr sz="2250" spc="-86" dirty="0">
                <a:latin typeface="Arial"/>
                <a:cs typeface="Arial"/>
              </a:rPr>
              <a:t> </a:t>
            </a:r>
            <a:r>
              <a:rPr lang="en-US" sz="2250" spc="-53" dirty="0">
                <a:latin typeface="Arial"/>
                <a:cs typeface="Arial"/>
              </a:rPr>
              <a:t>on ‘How to be a successful language learner):</a:t>
            </a:r>
            <a:endParaRPr sz="2250" dirty="0">
              <a:latin typeface="Arial"/>
              <a:cs typeface="Arial"/>
            </a:endParaRPr>
          </a:p>
          <a:p>
            <a:pPr>
              <a:spcBef>
                <a:spcPts val="15"/>
              </a:spcBef>
            </a:pPr>
            <a:endParaRPr sz="2363" dirty="0">
              <a:latin typeface="Times New Roman"/>
              <a:cs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8"/>
          <a:stretch/>
        </p:blipFill>
        <p:spPr>
          <a:xfrm>
            <a:off x="512127" y="2286000"/>
            <a:ext cx="8257632" cy="418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8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lang="en-US" dirty="0" smtClean="0"/>
              <a:t>. Clustering/Mind 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" indent="0">
              <a:buNone/>
            </a:pPr>
            <a:r>
              <a:rPr lang="en-US" sz="3000" b="1" dirty="0"/>
              <a:t>Clustering</a:t>
            </a:r>
            <a:r>
              <a:rPr lang="en-US" sz="3000" dirty="0"/>
              <a:t> </a:t>
            </a:r>
            <a:r>
              <a:rPr lang="en-US" sz="3000" dirty="0"/>
              <a:t>/Mind </a:t>
            </a:r>
            <a:r>
              <a:rPr lang="en-US" sz="3000" dirty="0"/>
              <a:t>mapping </a:t>
            </a:r>
            <a:r>
              <a:rPr lang="en-US" sz="3000" dirty="0"/>
              <a:t>is </a:t>
            </a:r>
            <a:r>
              <a:rPr lang="en-US" sz="3000" dirty="0"/>
              <a:t>a strategy that allows you to explore the relationships between ideas.</a:t>
            </a:r>
          </a:p>
        </p:txBody>
      </p:sp>
    </p:spTree>
    <p:extLst>
      <p:ext uri="{BB962C8B-B14F-4D97-AF65-F5344CB8AC3E}">
        <p14:creationId xmlns:p14="http://schemas.microsoft.com/office/powerpoint/2010/main" val="139921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9226" y="786445"/>
            <a:ext cx="6686549" cy="840615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11430">
              <a:spcBef>
                <a:spcPts val="75"/>
              </a:spcBef>
            </a:pPr>
            <a:r>
              <a:rPr spc="-191" dirty="0"/>
              <a:t>Clustering</a:t>
            </a:r>
            <a:endParaRPr spc="-191" dirty="0"/>
          </a:p>
        </p:txBody>
      </p:sp>
      <p:sp>
        <p:nvSpPr>
          <p:cNvPr id="3" name="object 3"/>
          <p:cNvSpPr txBox="1"/>
          <p:nvPr/>
        </p:nvSpPr>
        <p:spPr>
          <a:xfrm>
            <a:off x="383541" y="1722310"/>
            <a:ext cx="7813675" cy="655468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395764" marR="3810" indent="-386715">
              <a:spcBef>
                <a:spcPts val="71"/>
              </a:spcBef>
            </a:pPr>
            <a:r>
              <a:rPr sz="2100" spc="-139" dirty="0">
                <a:latin typeface="Arial"/>
                <a:cs typeface="Arial"/>
              </a:rPr>
              <a:t>Example </a:t>
            </a:r>
            <a:r>
              <a:rPr sz="2100" spc="-94" dirty="0">
                <a:latin typeface="Arial"/>
                <a:cs typeface="Arial"/>
              </a:rPr>
              <a:t>(Clustering </a:t>
            </a:r>
            <a:r>
              <a:rPr sz="2100" spc="-8" dirty="0">
                <a:latin typeface="Arial"/>
                <a:cs typeface="Arial"/>
              </a:rPr>
              <a:t>of </a:t>
            </a:r>
            <a:r>
              <a:rPr sz="2100" spc="-165" dirty="0">
                <a:latin typeface="Arial"/>
                <a:cs typeface="Arial"/>
              </a:rPr>
              <a:t>a </a:t>
            </a:r>
            <a:r>
              <a:rPr sz="2100" spc="-56" dirty="0">
                <a:latin typeface="Arial"/>
                <a:cs typeface="Arial"/>
              </a:rPr>
              <a:t>student </a:t>
            </a:r>
            <a:r>
              <a:rPr sz="2100" spc="-49" dirty="0">
                <a:latin typeface="Arial"/>
                <a:cs typeface="Arial"/>
              </a:rPr>
              <a:t>who </a:t>
            </a:r>
            <a:r>
              <a:rPr sz="2100" spc="-127" dirty="0">
                <a:latin typeface="Arial"/>
                <a:cs typeface="Arial"/>
              </a:rPr>
              <a:t>needs </a:t>
            </a:r>
            <a:r>
              <a:rPr sz="2100" spc="15" dirty="0">
                <a:latin typeface="Arial"/>
                <a:cs typeface="Arial"/>
              </a:rPr>
              <a:t>to </a:t>
            </a:r>
            <a:r>
              <a:rPr sz="2100" spc="-4" dirty="0">
                <a:latin typeface="Arial"/>
                <a:cs typeface="Arial"/>
              </a:rPr>
              <a:t>write</a:t>
            </a:r>
            <a:r>
              <a:rPr sz="2100" spc="-323" dirty="0">
                <a:latin typeface="Arial"/>
                <a:cs typeface="Arial"/>
              </a:rPr>
              <a:t> </a:t>
            </a:r>
            <a:r>
              <a:rPr sz="2100" spc="-165" dirty="0">
                <a:latin typeface="Arial"/>
                <a:cs typeface="Arial"/>
              </a:rPr>
              <a:t>a</a:t>
            </a:r>
            <a:r>
              <a:rPr lang="en-US" sz="2100" spc="-165" dirty="0">
                <a:latin typeface="Arial"/>
                <a:cs typeface="Arial"/>
              </a:rPr>
              <a:t>n essay</a:t>
            </a:r>
            <a:r>
              <a:rPr sz="2100" spc="-83" dirty="0">
                <a:latin typeface="Arial"/>
                <a:cs typeface="Arial"/>
              </a:rPr>
              <a:t> </a:t>
            </a:r>
            <a:r>
              <a:rPr sz="2100" spc="-68" dirty="0">
                <a:latin typeface="Arial"/>
                <a:cs typeface="Arial"/>
              </a:rPr>
              <a:t>on </a:t>
            </a:r>
            <a:r>
              <a:rPr sz="2100" spc="-26" dirty="0">
                <a:latin typeface="Arial"/>
                <a:cs typeface="Arial"/>
              </a:rPr>
              <a:t>the </a:t>
            </a:r>
            <a:r>
              <a:rPr sz="2100" spc="-98" dirty="0">
                <a:latin typeface="Arial"/>
                <a:cs typeface="Arial"/>
              </a:rPr>
              <a:t>value </a:t>
            </a:r>
            <a:r>
              <a:rPr sz="2100" spc="-8" dirty="0">
                <a:latin typeface="Arial"/>
                <a:cs typeface="Arial"/>
              </a:rPr>
              <a:t>of </a:t>
            </a:r>
            <a:r>
              <a:rPr sz="2100" spc="-165" dirty="0">
                <a:latin typeface="Arial"/>
                <a:cs typeface="Arial"/>
              </a:rPr>
              <a:t>a </a:t>
            </a:r>
            <a:r>
              <a:rPr sz="2100" spc="-98" dirty="0">
                <a:latin typeface="Arial"/>
                <a:cs typeface="Arial"/>
              </a:rPr>
              <a:t>college</a:t>
            </a:r>
            <a:r>
              <a:rPr sz="2100" spc="-326" dirty="0">
                <a:latin typeface="Arial"/>
                <a:cs typeface="Arial"/>
              </a:rPr>
              <a:t> </a:t>
            </a:r>
            <a:r>
              <a:rPr sz="2100" spc="-71" dirty="0">
                <a:latin typeface="Arial"/>
                <a:cs typeface="Arial"/>
              </a:rPr>
              <a:t>education)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90750" y="2533650"/>
            <a:ext cx="4495800" cy="33066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62020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8200"/>
            <a:ext cx="7543800" cy="528803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Mapping :Social Media : Blessing or Curse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316030"/>
              </p:ext>
            </p:extLst>
          </p:nvPr>
        </p:nvGraphicFramePr>
        <p:xfrm>
          <a:off x="838200" y="1905000"/>
          <a:ext cx="7696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899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MAPPING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4" t="5648" r="14155" b="641"/>
          <a:stretch/>
        </p:blipFill>
        <p:spPr>
          <a:xfrm>
            <a:off x="965916" y="2344760"/>
            <a:ext cx="7205729" cy="2827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400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6" t="9325" r="15162"/>
          <a:stretch/>
        </p:blipFill>
        <p:spPr>
          <a:xfrm>
            <a:off x="869324" y="1687938"/>
            <a:ext cx="7727324" cy="3851170"/>
          </a:xfrm>
        </p:spPr>
      </p:pic>
    </p:spTree>
    <p:extLst>
      <p:ext uri="{BB962C8B-B14F-4D97-AF65-F5344CB8AC3E}">
        <p14:creationId xmlns:p14="http://schemas.microsoft.com/office/powerpoint/2010/main" val="402014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4694" y="1225306"/>
            <a:ext cx="6683765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13811">
              <a:spcBef>
                <a:spcPts val="79"/>
              </a:spcBef>
            </a:pPr>
            <a:r>
              <a:rPr spc="-259" dirty="0"/>
              <a:t>Journalistic</a:t>
            </a:r>
            <a:r>
              <a:rPr spc="-221" dirty="0"/>
              <a:t> </a:t>
            </a:r>
            <a:r>
              <a:rPr spc="-263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600" y="2247653"/>
            <a:ext cx="7988800" cy="3555621"/>
          </a:xfrm>
          <a:prstGeom prst="rect">
            <a:avLst/>
          </a:prstGeom>
        </p:spPr>
        <p:txBody>
          <a:bodyPr vert="horz" wrap="square" lIns="0" tIns="64294" rIns="0" bIns="0" rtlCol="0">
            <a:spAutoFit/>
          </a:bodyPr>
          <a:lstStyle/>
          <a:p>
            <a:pPr marL="395764" marR="3810" indent="-386715">
              <a:lnSpc>
                <a:spcPts val="1800"/>
              </a:lnSpc>
              <a:spcBef>
                <a:spcPts val="506"/>
              </a:spcBef>
            </a:pPr>
            <a:r>
              <a:rPr sz="2400" spc="-127" dirty="0">
                <a:latin typeface="Arial"/>
                <a:cs typeface="Arial"/>
              </a:rPr>
              <a:t>Example </a:t>
            </a:r>
            <a:r>
              <a:rPr sz="2400" spc="-90" dirty="0">
                <a:latin typeface="Arial"/>
                <a:cs typeface="Arial"/>
              </a:rPr>
              <a:t>(Questions </a:t>
            </a:r>
            <a:r>
              <a:rPr sz="2400" spc="-4" dirty="0">
                <a:latin typeface="Arial"/>
                <a:cs typeface="Arial"/>
              </a:rPr>
              <a:t>of </a:t>
            </a:r>
            <a:r>
              <a:rPr sz="2400" spc="-146" dirty="0">
                <a:latin typeface="Arial"/>
                <a:cs typeface="Arial"/>
              </a:rPr>
              <a:t>a </a:t>
            </a:r>
            <a:r>
              <a:rPr sz="2400" spc="-49" dirty="0">
                <a:latin typeface="Arial"/>
                <a:cs typeface="Arial"/>
              </a:rPr>
              <a:t>student </a:t>
            </a:r>
            <a:r>
              <a:rPr sz="2400" spc="-45" dirty="0">
                <a:latin typeface="Arial"/>
                <a:cs typeface="Arial"/>
              </a:rPr>
              <a:t>who </a:t>
            </a:r>
            <a:r>
              <a:rPr sz="2400" spc="-113" dirty="0">
                <a:latin typeface="Arial"/>
                <a:cs typeface="Arial"/>
              </a:rPr>
              <a:t>needs </a:t>
            </a:r>
            <a:r>
              <a:rPr sz="2400" spc="19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write </a:t>
            </a:r>
            <a:r>
              <a:rPr sz="2400" spc="-146" dirty="0">
                <a:latin typeface="Arial"/>
                <a:cs typeface="Arial"/>
              </a:rPr>
              <a:t>a</a:t>
            </a:r>
            <a:r>
              <a:rPr sz="2400" spc="-382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report  </a:t>
            </a:r>
            <a:r>
              <a:rPr sz="2400" spc="-60" dirty="0">
                <a:latin typeface="Arial"/>
                <a:cs typeface="Arial"/>
              </a:rPr>
              <a:t>on</a:t>
            </a:r>
            <a:r>
              <a:rPr sz="2400" spc="-101" dirty="0">
                <a:latin typeface="Arial"/>
                <a:cs typeface="Arial"/>
              </a:rPr>
              <a:t> </a:t>
            </a:r>
            <a:r>
              <a:rPr sz="2400" spc="-23" dirty="0">
                <a:latin typeface="Arial"/>
                <a:cs typeface="Arial"/>
              </a:rPr>
              <a:t>the</a:t>
            </a:r>
            <a:r>
              <a:rPr sz="2400" spc="-98" dirty="0">
                <a:latin typeface="Arial"/>
                <a:cs typeface="Arial"/>
              </a:rPr>
              <a:t> </a:t>
            </a:r>
            <a:r>
              <a:rPr sz="2400" spc="-34" dirty="0">
                <a:latin typeface="Arial"/>
                <a:cs typeface="Arial"/>
              </a:rPr>
              <a:t>political</a:t>
            </a:r>
            <a:r>
              <a:rPr sz="2400" spc="-101" dirty="0">
                <a:latin typeface="Arial"/>
                <a:cs typeface="Arial"/>
              </a:rPr>
              <a:t> </a:t>
            </a:r>
            <a:r>
              <a:rPr sz="2400" spc="-34" dirty="0">
                <a:latin typeface="Arial"/>
                <a:cs typeface="Arial"/>
              </a:rPr>
              <a:t>conflict</a:t>
            </a:r>
            <a:r>
              <a:rPr sz="2400" spc="-94" dirty="0">
                <a:latin typeface="Arial"/>
                <a:cs typeface="Arial"/>
              </a:rPr>
              <a:t> </a:t>
            </a:r>
            <a:r>
              <a:rPr sz="2400" spc="-26" dirty="0">
                <a:latin typeface="Arial"/>
                <a:cs typeface="Arial"/>
              </a:rPr>
              <a:t>in</a:t>
            </a:r>
            <a:r>
              <a:rPr sz="2400" spc="-98" dirty="0">
                <a:latin typeface="Arial"/>
                <a:cs typeface="Arial"/>
              </a:rPr>
              <a:t> </a:t>
            </a:r>
            <a:r>
              <a:rPr sz="2400" spc="-23" dirty="0">
                <a:latin typeface="Arial"/>
                <a:cs typeface="Arial"/>
              </a:rPr>
              <a:t>the</a:t>
            </a:r>
            <a:r>
              <a:rPr sz="2400" spc="-101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Middle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East):</a:t>
            </a:r>
            <a:endParaRPr sz="2400" dirty="0">
              <a:latin typeface="Arial"/>
              <a:cs typeface="Arial"/>
            </a:endParaRPr>
          </a:p>
          <a:p>
            <a:pPr>
              <a:spcBef>
                <a:spcPts val="26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266700" indent="-257175"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b="1" i="1" spc="-131" dirty="0">
                <a:latin typeface="Arial"/>
                <a:cs typeface="Arial"/>
              </a:rPr>
              <a:t>Who </a:t>
            </a:r>
            <a:r>
              <a:rPr sz="2400" i="1" spc="-90" dirty="0">
                <a:latin typeface="Trebuchet MS"/>
                <a:cs typeface="Trebuchet MS"/>
              </a:rPr>
              <a:t>is </a:t>
            </a:r>
            <a:r>
              <a:rPr sz="2400" i="1" spc="-105" dirty="0">
                <a:latin typeface="Trebuchet MS"/>
                <a:cs typeface="Trebuchet MS"/>
              </a:rPr>
              <a:t>involved in </a:t>
            </a:r>
            <a:r>
              <a:rPr sz="2400" i="1" spc="-120" dirty="0">
                <a:latin typeface="Trebuchet MS"/>
                <a:cs typeface="Trebuchet MS"/>
              </a:rPr>
              <a:t>the</a:t>
            </a:r>
            <a:r>
              <a:rPr sz="2400" i="1" spc="-244" dirty="0">
                <a:latin typeface="Trebuchet MS"/>
                <a:cs typeface="Trebuchet MS"/>
              </a:rPr>
              <a:t> </a:t>
            </a:r>
            <a:r>
              <a:rPr sz="2400" i="1" spc="-90" dirty="0">
                <a:latin typeface="Trebuchet MS"/>
                <a:cs typeface="Trebuchet MS"/>
              </a:rPr>
              <a:t>conflict?</a:t>
            </a:r>
            <a:endParaRPr sz="2400" dirty="0">
              <a:latin typeface="Trebuchet MS"/>
              <a:cs typeface="Trebuchet MS"/>
            </a:endParaRPr>
          </a:p>
          <a:p>
            <a:pPr marL="266700" marR="495776" indent="-257175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b="1" i="1" spc="-68" dirty="0">
                <a:latin typeface="Arial"/>
                <a:cs typeface="Arial"/>
              </a:rPr>
              <a:t>What</a:t>
            </a:r>
            <a:r>
              <a:rPr sz="2400" b="1" i="1" spc="-113" dirty="0">
                <a:latin typeface="Arial"/>
                <a:cs typeface="Arial"/>
              </a:rPr>
              <a:t> </a:t>
            </a:r>
            <a:r>
              <a:rPr sz="2400" i="1" spc="-71" dirty="0">
                <a:latin typeface="Trebuchet MS"/>
                <a:cs typeface="Trebuchet MS"/>
              </a:rPr>
              <a:t>issues</a:t>
            </a:r>
            <a:r>
              <a:rPr sz="2400" i="1" spc="-135" dirty="0">
                <a:latin typeface="Trebuchet MS"/>
                <a:cs typeface="Trebuchet MS"/>
              </a:rPr>
              <a:t> </a:t>
            </a:r>
            <a:r>
              <a:rPr sz="2400" i="1" spc="-83" dirty="0">
                <a:latin typeface="Trebuchet MS"/>
                <a:cs typeface="Trebuchet MS"/>
              </a:rPr>
              <a:t>most</a:t>
            </a:r>
            <a:r>
              <a:rPr sz="2400" i="1" spc="-150" dirty="0">
                <a:latin typeface="Trebuchet MS"/>
                <a:cs typeface="Trebuchet MS"/>
              </a:rPr>
              <a:t> </a:t>
            </a:r>
            <a:r>
              <a:rPr sz="2400" i="1" spc="-116" dirty="0">
                <a:latin typeface="Trebuchet MS"/>
                <a:cs typeface="Trebuchet MS"/>
              </a:rPr>
              <a:t>clearly</a:t>
            </a:r>
            <a:r>
              <a:rPr sz="2400" i="1" spc="-146" dirty="0">
                <a:latin typeface="Trebuchet MS"/>
                <a:cs typeface="Trebuchet MS"/>
              </a:rPr>
              <a:t> </a:t>
            </a:r>
            <a:r>
              <a:rPr sz="2400" i="1" spc="-109" dirty="0">
                <a:latin typeface="Trebuchet MS"/>
                <a:cs typeface="Trebuchet MS"/>
              </a:rPr>
              <a:t>divide</a:t>
            </a:r>
            <a:r>
              <a:rPr sz="2400" i="1" spc="-143" dirty="0">
                <a:latin typeface="Trebuchet MS"/>
                <a:cs typeface="Trebuchet MS"/>
              </a:rPr>
              <a:t> </a:t>
            </a:r>
            <a:r>
              <a:rPr sz="2400" i="1" spc="-86" dirty="0">
                <a:latin typeface="Trebuchet MS"/>
                <a:cs typeface="Trebuchet MS"/>
              </a:rPr>
              <a:t>those</a:t>
            </a:r>
            <a:r>
              <a:rPr sz="2400" i="1" spc="-127" dirty="0">
                <a:latin typeface="Trebuchet MS"/>
                <a:cs typeface="Trebuchet MS"/>
              </a:rPr>
              <a:t> </a:t>
            </a:r>
            <a:r>
              <a:rPr sz="2400" i="1" spc="-53" dirty="0">
                <a:latin typeface="Trebuchet MS"/>
                <a:cs typeface="Trebuchet MS"/>
              </a:rPr>
              <a:t>engaged</a:t>
            </a:r>
            <a:r>
              <a:rPr sz="2400" i="1" spc="-124" dirty="0">
                <a:latin typeface="Trebuchet MS"/>
                <a:cs typeface="Trebuchet MS"/>
              </a:rPr>
              <a:t> </a:t>
            </a:r>
            <a:r>
              <a:rPr sz="2400" i="1" spc="-105" dirty="0">
                <a:latin typeface="Trebuchet MS"/>
                <a:cs typeface="Trebuchet MS"/>
              </a:rPr>
              <a:t>in</a:t>
            </a:r>
            <a:r>
              <a:rPr sz="2400" i="1" spc="-146" dirty="0">
                <a:latin typeface="Trebuchet MS"/>
                <a:cs typeface="Trebuchet MS"/>
              </a:rPr>
              <a:t> </a:t>
            </a:r>
            <a:r>
              <a:rPr sz="2400" i="1" spc="-105" dirty="0">
                <a:latin typeface="Trebuchet MS"/>
                <a:cs typeface="Trebuchet MS"/>
              </a:rPr>
              <a:t>this  </a:t>
            </a:r>
            <a:r>
              <a:rPr sz="2400" i="1" spc="-71" dirty="0">
                <a:latin typeface="Trebuchet MS"/>
                <a:cs typeface="Trebuchet MS"/>
              </a:rPr>
              <a:t>dispute?</a:t>
            </a:r>
            <a:endParaRPr sz="2400" dirty="0">
              <a:latin typeface="Trebuchet MS"/>
              <a:cs typeface="Trebuchet MS"/>
            </a:endParaRPr>
          </a:p>
          <a:p>
            <a:pPr marL="266700" marR="159544" indent="-257175">
              <a:lnSpc>
                <a:spcPts val="1800"/>
              </a:lnSpc>
              <a:spcBef>
                <a:spcPts val="450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b="1" i="1" spc="-131" dirty="0">
                <a:latin typeface="Arial"/>
                <a:cs typeface="Arial"/>
              </a:rPr>
              <a:t>When </a:t>
            </a:r>
            <a:r>
              <a:rPr sz="2400" i="1" spc="-109" dirty="0">
                <a:latin typeface="Trebuchet MS"/>
                <a:cs typeface="Trebuchet MS"/>
              </a:rPr>
              <a:t>did </a:t>
            </a:r>
            <a:r>
              <a:rPr sz="2400" i="1" spc="-120" dirty="0">
                <a:latin typeface="Trebuchet MS"/>
                <a:cs typeface="Trebuchet MS"/>
              </a:rPr>
              <a:t>the </a:t>
            </a:r>
            <a:r>
              <a:rPr sz="2400" i="1" spc="-105" dirty="0">
                <a:latin typeface="Trebuchet MS"/>
                <a:cs typeface="Trebuchet MS"/>
              </a:rPr>
              <a:t>troubles in </a:t>
            </a:r>
            <a:r>
              <a:rPr sz="2400" i="1" spc="-120" dirty="0">
                <a:latin typeface="Trebuchet MS"/>
                <a:cs typeface="Trebuchet MS"/>
              </a:rPr>
              <a:t>the </a:t>
            </a:r>
            <a:r>
              <a:rPr sz="2400" i="1" spc="-71" dirty="0">
                <a:latin typeface="Trebuchet MS"/>
                <a:cs typeface="Trebuchet MS"/>
              </a:rPr>
              <a:t>Middle </a:t>
            </a:r>
            <a:r>
              <a:rPr sz="2400" i="1" spc="-90" dirty="0">
                <a:latin typeface="Trebuchet MS"/>
                <a:cs typeface="Trebuchet MS"/>
              </a:rPr>
              <a:t>East </a:t>
            </a:r>
            <a:r>
              <a:rPr sz="2400" i="1" spc="-105" dirty="0">
                <a:latin typeface="Trebuchet MS"/>
                <a:cs typeface="Trebuchet MS"/>
              </a:rPr>
              <a:t>begin, </a:t>
            </a:r>
            <a:r>
              <a:rPr sz="2400" i="1" spc="-60" dirty="0">
                <a:latin typeface="Trebuchet MS"/>
                <a:cs typeface="Trebuchet MS"/>
              </a:rPr>
              <a:t>and</a:t>
            </a:r>
            <a:r>
              <a:rPr sz="2400" i="1" spc="-360" dirty="0">
                <a:latin typeface="Trebuchet MS"/>
                <a:cs typeface="Trebuchet MS"/>
              </a:rPr>
              <a:t> </a:t>
            </a:r>
            <a:r>
              <a:rPr sz="2400" i="1" spc="-68" dirty="0">
                <a:latin typeface="Trebuchet MS"/>
                <a:cs typeface="Trebuchet MS"/>
              </a:rPr>
              <a:t>how  </a:t>
            </a:r>
            <a:r>
              <a:rPr sz="2400" i="1" spc="-79" dirty="0">
                <a:latin typeface="Trebuchet MS"/>
                <a:cs typeface="Trebuchet MS"/>
              </a:rPr>
              <a:t>have </a:t>
            </a:r>
            <a:r>
              <a:rPr sz="2400" i="1" spc="-116" dirty="0">
                <a:latin typeface="Trebuchet MS"/>
                <a:cs typeface="Trebuchet MS"/>
              </a:rPr>
              <a:t>they </a:t>
            </a:r>
            <a:r>
              <a:rPr sz="2400" i="1" spc="-101" dirty="0">
                <a:latin typeface="Trebuchet MS"/>
                <a:cs typeface="Trebuchet MS"/>
              </a:rPr>
              <a:t>developed </a:t>
            </a:r>
            <a:r>
              <a:rPr sz="2400" i="1" spc="-98" dirty="0">
                <a:latin typeface="Trebuchet MS"/>
                <a:cs typeface="Trebuchet MS"/>
              </a:rPr>
              <a:t>over</a:t>
            </a:r>
            <a:r>
              <a:rPr sz="2400" i="1" spc="-229" dirty="0">
                <a:latin typeface="Trebuchet MS"/>
                <a:cs typeface="Trebuchet MS"/>
              </a:rPr>
              <a:t> </a:t>
            </a:r>
            <a:r>
              <a:rPr sz="2400" i="1" spc="-64" dirty="0">
                <a:latin typeface="Trebuchet MS"/>
                <a:cs typeface="Trebuchet MS"/>
              </a:rPr>
              <a:t>time?</a:t>
            </a:r>
            <a:endParaRPr sz="2400" dirty="0">
              <a:latin typeface="Trebuchet MS"/>
              <a:cs typeface="Trebuchet MS"/>
            </a:endParaRPr>
          </a:p>
          <a:p>
            <a:pPr marL="266700" indent="-257175">
              <a:spcBef>
                <a:spcPts val="15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b="1" i="1" spc="-113" dirty="0">
                <a:latin typeface="Arial"/>
                <a:cs typeface="Arial"/>
              </a:rPr>
              <a:t>Where </a:t>
            </a:r>
            <a:r>
              <a:rPr sz="2400" i="1" spc="-71" dirty="0">
                <a:latin typeface="Trebuchet MS"/>
                <a:cs typeface="Trebuchet MS"/>
              </a:rPr>
              <a:t>does </a:t>
            </a:r>
            <a:r>
              <a:rPr sz="2400" i="1" spc="-120" dirty="0">
                <a:latin typeface="Trebuchet MS"/>
                <a:cs typeface="Trebuchet MS"/>
              </a:rPr>
              <a:t>the </a:t>
            </a:r>
            <a:r>
              <a:rPr sz="2400" i="1" spc="-124" dirty="0">
                <a:latin typeface="Trebuchet MS"/>
                <a:cs typeface="Trebuchet MS"/>
              </a:rPr>
              <a:t>conflict </a:t>
            </a:r>
            <a:r>
              <a:rPr sz="2400" i="1" spc="-90" dirty="0">
                <a:latin typeface="Trebuchet MS"/>
                <a:cs typeface="Trebuchet MS"/>
              </a:rPr>
              <a:t>seem </a:t>
            </a:r>
            <a:r>
              <a:rPr sz="2400" i="1" spc="-83" dirty="0">
                <a:latin typeface="Trebuchet MS"/>
                <a:cs typeface="Trebuchet MS"/>
              </a:rPr>
              <a:t>most </a:t>
            </a:r>
            <a:r>
              <a:rPr sz="2400" i="1" spc="-101" dirty="0">
                <a:latin typeface="Trebuchet MS"/>
                <a:cs typeface="Trebuchet MS"/>
              </a:rPr>
              <a:t>heated </a:t>
            </a:r>
            <a:r>
              <a:rPr sz="2400" i="1" spc="-98" dirty="0">
                <a:latin typeface="Trebuchet MS"/>
                <a:cs typeface="Trebuchet MS"/>
              </a:rPr>
              <a:t>or</a:t>
            </a:r>
            <a:r>
              <a:rPr sz="2400" i="1" spc="-353" dirty="0">
                <a:latin typeface="Trebuchet MS"/>
                <a:cs typeface="Trebuchet MS"/>
              </a:rPr>
              <a:t> </a:t>
            </a:r>
            <a:r>
              <a:rPr sz="2400" i="1" spc="-79" dirty="0">
                <a:latin typeface="Trebuchet MS"/>
                <a:cs typeface="Trebuchet MS"/>
              </a:rPr>
              <a:t>violent?</a:t>
            </a:r>
            <a:endParaRPr sz="2400" dirty="0">
              <a:latin typeface="Trebuchet MS"/>
              <a:cs typeface="Trebuchet MS"/>
            </a:endParaRPr>
          </a:p>
          <a:p>
            <a:pPr marL="266700" marR="273844" indent="-257175">
              <a:lnSpc>
                <a:spcPts val="1800"/>
              </a:lnSpc>
              <a:spcBef>
                <a:spcPts val="439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b="1" i="1" spc="-139" dirty="0">
                <a:latin typeface="Arial"/>
                <a:cs typeface="Arial"/>
              </a:rPr>
              <a:t>Why </a:t>
            </a:r>
            <a:r>
              <a:rPr sz="2400" i="1" spc="-79" dirty="0">
                <a:latin typeface="Trebuchet MS"/>
                <a:cs typeface="Trebuchet MS"/>
              </a:rPr>
              <a:t>have </a:t>
            </a:r>
            <a:r>
              <a:rPr sz="2400" i="1" spc="-90" dirty="0">
                <a:latin typeface="Trebuchet MS"/>
                <a:cs typeface="Trebuchet MS"/>
              </a:rPr>
              <a:t>those </a:t>
            </a:r>
            <a:r>
              <a:rPr sz="2400" i="1" spc="-101" dirty="0">
                <a:latin typeface="Trebuchet MS"/>
                <a:cs typeface="Trebuchet MS"/>
              </a:rPr>
              <a:t>living </a:t>
            </a:r>
            <a:r>
              <a:rPr sz="2400" i="1" spc="-105" dirty="0">
                <a:latin typeface="Trebuchet MS"/>
                <a:cs typeface="Trebuchet MS"/>
              </a:rPr>
              <a:t>in </a:t>
            </a:r>
            <a:r>
              <a:rPr sz="2400" i="1" spc="-109" dirty="0">
                <a:latin typeface="Trebuchet MS"/>
                <a:cs typeface="Trebuchet MS"/>
              </a:rPr>
              <a:t>this </a:t>
            </a:r>
            <a:r>
              <a:rPr sz="2400" i="1" spc="-79" dirty="0">
                <a:latin typeface="Trebuchet MS"/>
                <a:cs typeface="Trebuchet MS"/>
              </a:rPr>
              <a:t>area </a:t>
            </a:r>
            <a:r>
              <a:rPr sz="2400" i="1" spc="-101" dirty="0">
                <a:latin typeface="Trebuchet MS"/>
                <a:cs typeface="Trebuchet MS"/>
              </a:rPr>
              <a:t>found </a:t>
            </a:r>
            <a:r>
              <a:rPr sz="2400" i="1" spc="-153" dirty="0">
                <a:latin typeface="Trebuchet MS"/>
                <a:cs typeface="Trebuchet MS"/>
              </a:rPr>
              <a:t>it </a:t>
            </a:r>
            <a:r>
              <a:rPr sz="2400" i="1" spc="-41" dirty="0">
                <a:latin typeface="Trebuchet MS"/>
                <a:cs typeface="Trebuchet MS"/>
              </a:rPr>
              <a:t>so</a:t>
            </a:r>
            <a:r>
              <a:rPr sz="2400" i="1" spc="-338" dirty="0">
                <a:latin typeface="Trebuchet MS"/>
                <a:cs typeface="Trebuchet MS"/>
              </a:rPr>
              <a:t> </a:t>
            </a:r>
            <a:r>
              <a:rPr sz="2400" i="1" spc="-143" dirty="0">
                <a:latin typeface="Trebuchet MS"/>
                <a:cs typeface="Trebuchet MS"/>
              </a:rPr>
              <a:t>difficult </a:t>
            </a:r>
            <a:r>
              <a:rPr sz="2400" i="1" spc="-116" dirty="0">
                <a:latin typeface="Trebuchet MS"/>
                <a:cs typeface="Trebuchet MS"/>
              </a:rPr>
              <a:t>to  </a:t>
            </a:r>
            <a:r>
              <a:rPr sz="2400" i="1" spc="-105" dirty="0">
                <a:latin typeface="Trebuchet MS"/>
                <a:cs typeface="Trebuchet MS"/>
              </a:rPr>
              <a:t>resolve </a:t>
            </a:r>
            <a:r>
              <a:rPr sz="2400" i="1" spc="-120" dirty="0">
                <a:latin typeface="Trebuchet MS"/>
                <a:cs typeface="Trebuchet MS"/>
              </a:rPr>
              <a:t>the</a:t>
            </a:r>
            <a:r>
              <a:rPr sz="2400" i="1" spc="-153" dirty="0">
                <a:latin typeface="Trebuchet MS"/>
                <a:cs typeface="Trebuchet MS"/>
              </a:rPr>
              <a:t> </a:t>
            </a:r>
            <a:r>
              <a:rPr sz="2400" i="1" spc="-71" dirty="0">
                <a:latin typeface="Trebuchet MS"/>
                <a:cs typeface="Trebuchet MS"/>
              </a:rPr>
              <a:t>situation?</a:t>
            </a:r>
            <a:endParaRPr sz="2400" dirty="0">
              <a:latin typeface="Trebuchet MS"/>
              <a:cs typeface="Trebuchet MS"/>
            </a:endParaRPr>
          </a:p>
          <a:p>
            <a:pPr marL="266700" indent="-257175">
              <a:spcBef>
                <a:spcPts val="15"/>
              </a:spcBef>
              <a:buFont typeface="Arial"/>
              <a:buChar char="•"/>
              <a:tabLst>
                <a:tab pos="266700" algn="l"/>
                <a:tab pos="267176" algn="l"/>
              </a:tabLst>
            </a:pPr>
            <a:r>
              <a:rPr sz="2400" b="1" i="1" spc="-135" dirty="0">
                <a:latin typeface="Arial"/>
                <a:cs typeface="Arial"/>
              </a:rPr>
              <a:t>How </a:t>
            </a:r>
            <a:r>
              <a:rPr sz="2400" i="1" spc="-94" dirty="0">
                <a:latin typeface="Trebuchet MS"/>
                <a:cs typeface="Trebuchet MS"/>
              </a:rPr>
              <a:t>might </a:t>
            </a:r>
            <a:r>
              <a:rPr sz="2400" i="1" spc="-105" dirty="0">
                <a:latin typeface="Trebuchet MS"/>
                <a:cs typeface="Trebuchet MS"/>
              </a:rPr>
              <a:t>this </a:t>
            </a:r>
            <a:r>
              <a:rPr sz="2400" i="1" spc="-124" dirty="0">
                <a:latin typeface="Trebuchet MS"/>
                <a:cs typeface="Trebuchet MS"/>
              </a:rPr>
              <a:t>conflict </a:t>
            </a:r>
            <a:r>
              <a:rPr sz="2400" i="1" spc="-101" dirty="0">
                <a:latin typeface="Trebuchet MS"/>
                <a:cs typeface="Trebuchet MS"/>
              </a:rPr>
              <a:t>be</a:t>
            </a:r>
            <a:r>
              <a:rPr sz="2400" i="1" spc="-210" dirty="0">
                <a:latin typeface="Trebuchet MS"/>
                <a:cs typeface="Trebuchet MS"/>
              </a:rPr>
              <a:t> </a:t>
            </a:r>
            <a:r>
              <a:rPr sz="2400" i="1" spc="-71" dirty="0">
                <a:latin typeface="Trebuchet MS"/>
                <a:cs typeface="Trebuchet MS"/>
              </a:rPr>
              <a:t>resolved?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7624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258</TotalTime>
  <Words>1349</Words>
  <Application>Microsoft Office PowerPoint</Application>
  <PresentationFormat>On-screen Show (4:3)</PresentationFormat>
  <Paragraphs>183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Times New Roman</vt:lpstr>
      <vt:lpstr>Trebuchet MS</vt:lpstr>
      <vt:lpstr>Verdana</vt:lpstr>
      <vt:lpstr>Wingdings</vt:lpstr>
      <vt:lpstr>Clarity</vt:lpstr>
      <vt:lpstr>PowerPoint Presentation</vt:lpstr>
      <vt:lpstr>Activity: Find Someone Who</vt:lpstr>
      <vt:lpstr>Phrasal verbs</vt:lpstr>
      <vt:lpstr>Task: Phrasal Verbs</vt:lpstr>
      <vt:lpstr>Share some examples!</vt:lpstr>
      <vt:lpstr>WHAT IS READING?</vt:lpstr>
      <vt:lpstr>WHAT IS READING?</vt:lpstr>
      <vt:lpstr>PowerPoint Presentation</vt:lpstr>
      <vt:lpstr>PowerPoint Presentation</vt:lpstr>
      <vt:lpstr>There are 5 stages in the reading process: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Reading Text</vt:lpstr>
      <vt:lpstr>PowerPoint Presentation</vt:lpstr>
      <vt:lpstr>The Writing Process</vt:lpstr>
      <vt:lpstr>Introduction</vt:lpstr>
      <vt:lpstr>Pre-Writing Strategies</vt:lpstr>
      <vt:lpstr>Pre-Writing</vt:lpstr>
      <vt:lpstr>Pre-Writing</vt:lpstr>
      <vt:lpstr>Common Pre-Writing Strategies</vt:lpstr>
      <vt:lpstr>1. Freewriting</vt:lpstr>
      <vt:lpstr>Freewriting</vt:lpstr>
      <vt:lpstr>Free Writing: Sample 2</vt:lpstr>
      <vt:lpstr>Writing on a Topic</vt:lpstr>
      <vt:lpstr>2. Brainstorming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Listing</vt:lpstr>
      <vt:lpstr>Listing</vt:lpstr>
      <vt:lpstr>4. Clustering/Mind mapping</vt:lpstr>
      <vt:lpstr>Clustering</vt:lpstr>
      <vt:lpstr>Mapping :Social Media : Blessing or Curse</vt:lpstr>
      <vt:lpstr>CONCEPT MAPPING </vt:lpstr>
      <vt:lpstr>PowerPoint Presentation</vt:lpstr>
      <vt:lpstr>Journalistic Questions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listening???</dc:title>
  <dc:creator>MARIAM AFTAB</dc:creator>
  <cp:lastModifiedBy>Hassan Abbasi</cp:lastModifiedBy>
  <cp:revision>41</cp:revision>
  <dcterms:created xsi:type="dcterms:W3CDTF">2018-10-08T12:58:27Z</dcterms:created>
  <dcterms:modified xsi:type="dcterms:W3CDTF">2022-11-29T05:25:20Z</dcterms:modified>
</cp:coreProperties>
</file>