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572" y="1580923"/>
            <a:ext cx="8229600" cy="3034619"/>
          </a:xfrm>
        </p:spPr>
        <p:txBody>
          <a:bodyPr>
            <a:noAutofit/>
          </a:bodyPr>
          <a:lstStyle/>
          <a:p>
            <a:r>
              <a:rPr lang="en-US" sz="4800" dirty="0"/>
              <a:t>DLD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Counters and Shift Registers</a:t>
            </a:r>
            <a:endParaRPr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</Words>
  <Application>Microsoft Office PowerPoint</Application>
  <PresentationFormat>On-screen Show (4:3)</PresentationFormat>
  <Paragraphs>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DLD  Counters and Shift Registers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bushra shaikh</cp:lastModifiedBy>
  <cp:revision>3</cp:revision>
  <dcterms:created xsi:type="dcterms:W3CDTF">2013-01-27T09:14:16Z</dcterms:created>
  <dcterms:modified xsi:type="dcterms:W3CDTF">2026-05-12T10:00:58Z</dcterms:modified>
  <cp:category/>
</cp:coreProperties>
</file>