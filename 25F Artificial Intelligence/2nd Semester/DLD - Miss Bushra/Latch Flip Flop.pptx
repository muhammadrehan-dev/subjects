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5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Latches-and-flip-flop-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Latches-and-flip-flop-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Latches-and-flip-flop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Latches-and-flip-flop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Latches-and-flip-flop-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Latches-and-flip-flop-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Latches-and-flip-flop-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Latches-and-flip-flop-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Latches-and-flip-flop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Latches-and-flip-flop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Latches-and-flip-flop-1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Latches-and-flip-flop-1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Latches-and-flip-flop-1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Latches-and-flip-flop-1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Latches-and-flip-flop-1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Latches-and-flip-flop-1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Latches-and-flip-flop-1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Latches-and-flip-flop-1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Latches-and-flip-flop-1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Latches-and-flip-flop-2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Latches-and-flip-flop-2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Latches-and-flip-flop-2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-Latches-and-flip-flop-2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-Latches-and-flip-flop-2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5-Latches-and-flip-flop-2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6-Latches-and-flip-flop-2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7-Latches-and-flip-flop-2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8-Latches-and-flip-flop-2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0-Latches-and-flip-flop-3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bushra shaikh</cp:lastModifiedBy>
  <cp:revision>2</cp:revision>
  <dcterms:created xsi:type="dcterms:W3CDTF">2013-01-27T09:14:16Z</dcterms:created>
  <dcterms:modified xsi:type="dcterms:W3CDTF">2026-04-27T05:33:02Z</dcterms:modified>
  <cp:category/>
</cp:coreProperties>
</file>