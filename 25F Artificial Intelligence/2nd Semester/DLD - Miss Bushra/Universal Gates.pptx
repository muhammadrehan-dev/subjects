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F7D0CC-1E8E-4692-560D-83B8DBE120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NAND and NOR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0AFAC37-FBAE-8D05-B32A-2671D606E8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Universal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Nand-and-nor-as-a-universal-gates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Nand-and-nor-as-a-universal-gates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Nand-and-nor-as-a-universal-gates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Nand-and-nor-as-a-universal-gates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Nand-and-nor-as-a-universal-gates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Nand-and-nor-as-a-universal-gates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Nand-and-nor-as-a-universal-gates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Nand-and-nor-as-a-universal-gates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Nand-and-nor-as-a-universal-gates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Nand-and-nor-as-a-universal-gates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Nand-and-nor-as-a-universal-gates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Nand-and-nor-as-a-universal-gates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Nand-and-nor-as-a-universal-gates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Nand-and-nor-as-a-universal-gates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Nand-and-nor-as-a-universal-gates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</Words>
  <Application>Microsoft Office PowerPoint</Application>
  <PresentationFormat>On-screen Show (4:3)</PresentationFormat>
  <Paragraphs>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NAND and NOR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bushra shaikh</cp:lastModifiedBy>
  <cp:revision>2</cp:revision>
  <dcterms:created xsi:type="dcterms:W3CDTF">2013-01-27T09:14:16Z</dcterms:created>
  <dcterms:modified xsi:type="dcterms:W3CDTF">2026-04-27T05:31:40Z</dcterms:modified>
  <cp:category/>
</cp:coreProperties>
</file>