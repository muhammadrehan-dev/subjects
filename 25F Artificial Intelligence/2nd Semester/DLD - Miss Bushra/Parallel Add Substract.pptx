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4" d="100"/>
          <a:sy n="44" d="100"/>
        </p:scale>
        <p:origin x="1920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32465"/>
            <a:ext cx="8229600" cy="2599192"/>
          </a:xfrm>
        </p:spPr>
        <p:txBody>
          <a:bodyPr>
            <a:normAutofit fontScale="90000"/>
          </a:bodyPr>
          <a:lstStyle/>
          <a:p>
            <a:r>
              <a:rPr lang="en-US" dirty="0"/>
              <a:t>DIGITAL LOGIC DESIGN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</a:t>
            </a:r>
            <a:br>
              <a:rPr lang="en-US" dirty="0"/>
            </a:br>
            <a:r>
              <a:rPr lang="en-US" sz="3100" dirty="0"/>
              <a:t>Parallel Adder/Subtractor</a:t>
            </a:r>
            <a:br>
              <a:rPr lang="en-US" sz="3100" dirty="0"/>
            </a:br>
            <a:r>
              <a:rPr lang="en-US" sz="3100" dirty="0"/>
              <a:t>Binary Multiplier</a:t>
            </a:r>
            <a:br>
              <a:rPr lang="en-US" sz="3100" dirty="0"/>
            </a:br>
            <a:r>
              <a:rPr lang="en-US" sz="3100" dirty="0"/>
              <a:t>Magnitude Comparator</a:t>
            </a:r>
            <a:endParaRPr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17</Words>
  <Application>Microsoft Office PowerPoint</Application>
  <PresentationFormat>On-screen Show (4:3)</PresentationFormat>
  <Paragraphs>1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DIGITAL LOGIC DESIGN  Lecture Parallel Adder/Subtractor Binary Multiplier Magnitude Comparator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bushra shaikh</cp:lastModifiedBy>
  <cp:revision>2</cp:revision>
  <dcterms:created xsi:type="dcterms:W3CDTF">2013-01-27T09:14:16Z</dcterms:created>
  <dcterms:modified xsi:type="dcterms:W3CDTF">2026-04-20T05:21:13Z</dcterms:modified>
  <cp:category/>
</cp:coreProperties>
</file>