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4" r:id="rId1"/>
  </p:sldMasterIdLst>
  <p:sldIdLst>
    <p:sldId id="256" r:id="rId2"/>
    <p:sldId id="257" r:id="rId3"/>
    <p:sldId id="286" r:id="rId4"/>
    <p:sldId id="258" r:id="rId5"/>
    <p:sldId id="259" r:id="rId6"/>
    <p:sldId id="268" r:id="rId7"/>
    <p:sldId id="269" r:id="rId8"/>
    <p:sldId id="263" r:id="rId9"/>
    <p:sldId id="264" r:id="rId10"/>
    <p:sldId id="265" r:id="rId11"/>
    <p:sldId id="266" r:id="rId12"/>
    <p:sldId id="267" r:id="rId13"/>
    <p:sldId id="260" r:id="rId14"/>
    <p:sldId id="261" r:id="rId15"/>
    <p:sldId id="272" r:id="rId16"/>
    <p:sldId id="273" r:id="rId17"/>
    <p:sldId id="274" r:id="rId18"/>
    <p:sldId id="275" r:id="rId19"/>
    <p:sldId id="276" r:id="rId20"/>
    <p:sldId id="277" r:id="rId21"/>
    <p:sldId id="262" r:id="rId22"/>
    <p:sldId id="278" r:id="rId23"/>
    <p:sldId id="279" r:id="rId24"/>
    <p:sldId id="280" r:id="rId25"/>
    <p:sldId id="281" r:id="rId26"/>
    <p:sldId id="282" r:id="rId27"/>
    <p:sldId id="283" r:id="rId28"/>
    <p:sldId id="284" r:id="rId29"/>
    <p:sldId id="285" r:id="rId30"/>
    <p:sldId id="287" r:id="rId31"/>
    <p:sldId id="288" r:id="rId32"/>
    <p:sldId id="289" r:id="rId33"/>
    <p:sldId id="290" r:id="rId34"/>
    <p:sldId id="270" r:id="rId35"/>
    <p:sldId id="271"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E5528F7-87F2-432F-8954-F810B124398F}" v="113" dt="2026-03-10T12:14:55.94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50" d="100"/>
          <a:sy n="50" d="100"/>
        </p:scale>
        <p:origin x="1284" y="3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Uzair Ahmed" userId="93eb32647888501e" providerId="LiveId" clId="{192FBE3E-2B59-43B3-8F88-3672DE7715E3}"/>
    <pc:docChg chg="undo custSel addSld delSld modSld sldOrd">
      <pc:chgData name="Uzair Ahmed" userId="93eb32647888501e" providerId="LiveId" clId="{192FBE3E-2B59-43B3-8F88-3672DE7715E3}" dt="2026-03-10T12:15:31.840" v="5981" actId="20577"/>
      <pc:docMkLst>
        <pc:docMk/>
      </pc:docMkLst>
      <pc:sldChg chg="addSp delSp modSp mod setClrOvrMap">
        <pc:chgData name="Uzair Ahmed" userId="93eb32647888501e" providerId="LiveId" clId="{192FBE3E-2B59-43B3-8F88-3672DE7715E3}" dt="2026-03-10T10:18:15.619" v="4966" actId="20577"/>
        <pc:sldMkLst>
          <pc:docMk/>
          <pc:sldMk cId="1250734724" sldId="256"/>
        </pc:sldMkLst>
        <pc:spChg chg="mod">
          <ac:chgData name="Uzair Ahmed" userId="93eb32647888501e" providerId="LiveId" clId="{192FBE3E-2B59-43B3-8F88-3672DE7715E3}" dt="2026-03-10T10:14:35.737" v="4888" actId="20577"/>
          <ac:spMkLst>
            <pc:docMk/>
            <pc:sldMk cId="1250734724" sldId="256"/>
            <ac:spMk id="2" creationId="{0A6D7F04-FF7F-2AF8-0644-B983129C03C7}"/>
          </ac:spMkLst>
        </pc:spChg>
        <pc:spChg chg="mod ord">
          <ac:chgData name="Uzair Ahmed" userId="93eb32647888501e" providerId="LiveId" clId="{192FBE3E-2B59-43B3-8F88-3672DE7715E3}" dt="2026-03-10T10:18:15.619" v="4966" actId="20577"/>
          <ac:spMkLst>
            <pc:docMk/>
            <pc:sldMk cId="1250734724" sldId="256"/>
            <ac:spMk id="3" creationId="{E04F8D81-1028-D1A7-BB51-DE568E83B038}"/>
          </ac:spMkLst>
        </pc:spChg>
        <pc:spChg chg="add mod">
          <ac:chgData name="Uzair Ahmed" userId="93eb32647888501e" providerId="LiveId" clId="{192FBE3E-2B59-43B3-8F88-3672DE7715E3}" dt="2026-03-10T10:15:46.792" v="4953" actId="20577"/>
          <ac:spMkLst>
            <pc:docMk/>
            <pc:sldMk cId="1250734724" sldId="256"/>
            <ac:spMk id="5" creationId="{DBD39E19-B0D0-E60F-A3EE-F78B3F06A46D}"/>
          </ac:spMkLst>
        </pc:spChg>
        <pc:spChg chg="del">
          <ac:chgData name="Uzair Ahmed" userId="93eb32647888501e" providerId="LiveId" clId="{192FBE3E-2B59-43B3-8F88-3672DE7715E3}" dt="2026-03-10T10:12:42.819" v="4796" actId="26606"/>
          <ac:spMkLst>
            <pc:docMk/>
            <pc:sldMk cId="1250734724" sldId="256"/>
            <ac:spMk id="33" creationId="{B7E2F724-2FB3-4D1D-A730-739B8654C030}"/>
          </ac:spMkLst>
        </pc:spChg>
        <pc:spChg chg="del">
          <ac:chgData name="Uzair Ahmed" userId="93eb32647888501e" providerId="LiveId" clId="{192FBE3E-2B59-43B3-8F88-3672DE7715E3}" dt="2026-03-10T10:12:42.819" v="4796" actId="26606"/>
          <ac:spMkLst>
            <pc:docMk/>
            <pc:sldMk cId="1250734724" sldId="256"/>
            <ac:spMk id="35" creationId="{B2C335F7-F61C-4EB4-80F2-4B1438FE66BB}"/>
          </ac:spMkLst>
        </pc:spChg>
        <pc:spChg chg="add del">
          <ac:chgData name="Uzair Ahmed" userId="93eb32647888501e" providerId="LiveId" clId="{192FBE3E-2B59-43B3-8F88-3672DE7715E3}" dt="2026-03-10T10:12:54.658" v="4799" actId="26606"/>
          <ac:spMkLst>
            <pc:docMk/>
            <pc:sldMk cId="1250734724" sldId="256"/>
            <ac:spMk id="40" creationId="{774A975B-A886-5202-0489-6965514A0D14}"/>
          </ac:spMkLst>
        </pc:spChg>
        <pc:spChg chg="add del">
          <ac:chgData name="Uzair Ahmed" userId="93eb32647888501e" providerId="LiveId" clId="{192FBE3E-2B59-43B3-8F88-3672DE7715E3}" dt="2026-03-10T10:12:54.658" v="4799" actId="26606"/>
          <ac:spMkLst>
            <pc:docMk/>
            <pc:sldMk cId="1250734724" sldId="256"/>
            <ac:spMk id="42" creationId="{4C32CD27-7027-AB2B-38F1-71C08EB84030}"/>
          </ac:spMkLst>
        </pc:spChg>
        <pc:spChg chg="add del">
          <ac:chgData name="Uzair Ahmed" userId="93eb32647888501e" providerId="LiveId" clId="{192FBE3E-2B59-43B3-8F88-3672DE7715E3}" dt="2026-03-10T10:12:54.658" v="4799" actId="26606"/>
          <ac:spMkLst>
            <pc:docMk/>
            <pc:sldMk cId="1250734724" sldId="256"/>
            <ac:spMk id="44" creationId="{C6DD38CD-CFFE-4ABA-3DC8-01ED90559EBE}"/>
          </ac:spMkLst>
        </pc:spChg>
        <pc:spChg chg="add">
          <ac:chgData name="Uzair Ahmed" userId="93eb32647888501e" providerId="LiveId" clId="{192FBE3E-2B59-43B3-8F88-3672DE7715E3}" dt="2026-03-10T10:12:54.658" v="4799" actId="26606"/>
          <ac:spMkLst>
            <pc:docMk/>
            <pc:sldMk cId="1250734724" sldId="256"/>
            <ac:spMk id="1031" creationId="{774A975B-A886-5202-0489-6965514A0D14}"/>
          </ac:spMkLst>
        </pc:spChg>
        <pc:spChg chg="add">
          <ac:chgData name="Uzair Ahmed" userId="93eb32647888501e" providerId="LiveId" clId="{192FBE3E-2B59-43B3-8F88-3672DE7715E3}" dt="2026-03-10T10:12:54.658" v="4799" actId="26606"/>
          <ac:spMkLst>
            <pc:docMk/>
            <pc:sldMk cId="1250734724" sldId="256"/>
            <ac:spMk id="1033" creationId="{4C32CD27-7027-AB2B-38F1-71C08EB84030}"/>
          </ac:spMkLst>
        </pc:spChg>
        <pc:spChg chg="add">
          <ac:chgData name="Uzair Ahmed" userId="93eb32647888501e" providerId="LiveId" clId="{192FBE3E-2B59-43B3-8F88-3672DE7715E3}" dt="2026-03-10T10:12:54.658" v="4799" actId="26606"/>
          <ac:spMkLst>
            <pc:docMk/>
            <pc:sldMk cId="1250734724" sldId="256"/>
            <ac:spMk id="1035" creationId="{C6DD38CD-CFFE-4ABA-3DC8-01ED90559EBE}"/>
          </ac:spMkLst>
        </pc:spChg>
        <pc:picChg chg="del mod ord">
          <ac:chgData name="Uzair Ahmed" userId="93eb32647888501e" providerId="LiveId" clId="{192FBE3E-2B59-43B3-8F88-3672DE7715E3}" dt="2026-03-10T10:12:48.282" v="4797" actId="21"/>
          <ac:picMkLst>
            <pc:docMk/>
            <pc:sldMk cId="1250734724" sldId="256"/>
            <ac:picMk id="4" creationId="{E0BC71A5-CAFA-14CF-AA30-40E0E3EEAA68}"/>
          </ac:picMkLst>
        </pc:picChg>
        <pc:picChg chg="add mod">
          <ac:chgData name="Uzair Ahmed" userId="93eb32647888501e" providerId="LiveId" clId="{192FBE3E-2B59-43B3-8F88-3672DE7715E3}" dt="2026-03-10T10:12:54.658" v="4799" actId="26606"/>
          <ac:picMkLst>
            <pc:docMk/>
            <pc:sldMk cId="1250734724" sldId="256"/>
            <ac:picMk id="1026" creationId="{176B5D31-4D2E-AE6A-946F-8AE941DC4276}"/>
          </ac:picMkLst>
        </pc:picChg>
      </pc:sldChg>
      <pc:sldChg chg="addSp delSp modSp mod">
        <pc:chgData name="Uzair Ahmed" userId="93eb32647888501e" providerId="LiveId" clId="{192FBE3E-2B59-43B3-8F88-3672DE7715E3}" dt="2026-03-10T10:27:45.432" v="5066" actId="26606"/>
        <pc:sldMkLst>
          <pc:docMk/>
          <pc:sldMk cId="3436331937" sldId="258"/>
        </pc:sldMkLst>
        <pc:spChg chg="mod">
          <ac:chgData name="Uzair Ahmed" userId="93eb32647888501e" providerId="LiveId" clId="{192FBE3E-2B59-43B3-8F88-3672DE7715E3}" dt="2026-03-10T10:27:45.321" v="5065" actId="26606"/>
          <ac:spMkLst>
            <pc:docMk/>
            <pc:sldMk cId="3436331937" sldId="258"/>
            <ac:spMk id="2" creationId="{D746FCCC-D79E-D33B-4176-5C4579F80BA9}"/>
          </ac:spMkLst>
        </pc:spChg>
        <pc:spChg chg="add del">
          <ac:chgData name="Uzair Ahmed" userId="93eb32647888501e" providerId="LiveId" clId="{192FBE3E-2B59-43B3-8F88-3672DE7715E3}" dt="2026-03-10T10:27:45.432" v="5066" actId="26606"/>
          <ac:spMkLst>
            <pc:docMk/>
            <pc:sldMk cId="3436331937" sldId="258"/>
            <ac:spMk id="16" creationId="{817D949E-564D-4503-A64E-D22FA3232C29}"/>
          </ac:spMkLst>
        </pc:spChg>
        <pc:spChg chg="add del">
          <ac:chgData name="Uzair Ahmed" userId="93eb32647888501e" providerId="LiveId" clId="{192FBE3E-2B59-43B3-8F88-3672DE7715E3}" dt="2026-03-10T10:27:45.432" v="5066" actId="26606"/>
          <ac:spMkLst>
            <pc:docMk/>
            <pc:sldMk cId="3436331937" sldId="258"/>
            <ac:spMk id="18" creationId="{92BE0106-0C20-465B-A1BE-0BAC2737B1AD}"/>
          </ac:spMkLst>
        </pc:spChg>
        <pc:spChg chg="add del">
          <ac:chgData name="Uzair Ahmed" userId="93eb32647888501e" providerId="LiveId" clId="{192FBE3E-2B59-43B3-8F88-3672DE7715E3}" dt="2026-03-10T10:27:45.432" v="5066" actId="26606"/>
          <ac:spMkLst>
            <pc:docMk/>
            <pc:sldMk cId="3436331937" sldId="258"/>
            <ac:spMk id="20" creationId="{851808AB-2943-464C-A710-F2A18D869334}"/>
          </ac:spMkLst>
        </pc:spChg>
        <pc:spChg chg="add del">
          <ac:chgData name="Uzair Ahmed" userId="93eb32647888501e" providerId="LiveId" clId="{192FBE3E-2B59-43B3-8F88-3672DE7715E3}" dt="2026-03-10T10:27:45.321" v="5065" actId="26606"/>
          <ac:spMkLst>
            <pc:docMk/>
            <pc:sldMk cId="3436331937" sldId="258"/>
            <ac:spMk id="25" creationId="{817D949E-564D-4503-A64E-D22FA3232C29}"/>
          </ac:spMkLst>
        </pc:spChg>
        <pc:spChg chg="add del">
          <ac:chgData name="Uzair Ahmed" userId="93eb32647888501e" providerId="LiveId" clId="{192FBE3E-2B59-43B3-8F88-3672DE7715E3}" dt="2026-03-10T10:27:45.321" v="5065" actId="26606"/>
          <ac:spMkLst>
            <pc:docMk/>
            <pc:sldMk cId="3436331937" sldId="258"/>
            <ac:spMk id="27" creationId="{2C8EEB27-9249-8B3A-C8C2-18F9DC480810}"/>
          </ac:spMkLst>
        </pc:spChg>
        <pc:spChg chg="add del">
          <ac:chgData name="Uzair Ahmed" userId="93eb32647888501e" providerId="LiveId" clId="{192FBE3E-2B59-43B3-8F88-3672DE7715E3}" dt="2026-03-10T10:27:45.321" v="5065" actId="26606"/>
          <ac:spMkLst>
            <pc:docMk/>
            <pc:sldMk cId="3436331937" sldId="258"/>
            <ac:spMk id="29" creationId="{18482CAC-96FF-EBE5-E97D-0BE2B8A51E3F}"/>
          </ac:spMkLst>
        </pc:spChg>
        <pc:spChg chg="add">
          <ac:chgData name="Uzair Ahmed" userId="93eb32647888501e" providerId="LiveId" clId="{192FBE3E-2B59-43B3-8F88-3672DE7715E3}" dt="2026-03-10T10:27:45.432" v="5066" actId="26606"/>
          <ac:spMkLst>
            <pc:docMk/>
            <pc:sldMk cId="3436331937" sldId="258"/>
            <ac:spMk id="31" creationId="{817D949E-564D-4503-A64E-D22FA3232C29}"/>
          </ac:spMkLst>
        </pc:spChg>
        <pc:spChg chg="add">
          <ac:chgData name="Uzair Ahmed" userId="93eb32647888501e" providerId="LiveId" clId="{192FBE3E-2B59-43B3-8F88-3672DE7715E3}" dt="2026-03-10T10:27:45.432" v="5066" actId="26606"/>
          <ac:spMkLst>
            <pc:docMk/>
            <pc:sldMk cId="3436331937" sldId="258"/>
            <ac:spMk id="32" creationId="{92BE0106-0C20-465B-A1BE-0BAC2737B1AD}"/>
          </ac:spMkLst>
        </pc:spChg>
        <pc:spChg chg="add">
          <ac:chgData name="Uzair Ahmed" userId="93eb32647888501e" providerId="LiveId" clId="{192FBE3E-2B59-43B3-8F88-3672DE7715E3}" dt="2026-03-10T10:27:45.432" v="5066" actId="26606"/>
          <ac:spMkLst>
            <pc:docMk/>
            <pc:sldMk cId="3436331937" sldId="258"/>
            <ac:spMk id="33" creationId="{851808AB-2943-464C-A710-F2A18D869334}"/>
          </ac:spMkLst>
        </pc:spChg>
        <pc:graphicFrameChg chg="mod modGraphic">
          <ac:chgData name="Uzair Ahmed" userId="93eb32647888501e" providerId="LiveId" clId="{192FBE3E-2B59-43B3-8F88-3672DE7715E3}" dt="2026-03-10T10:27:45.432" v="5066" actId="26606"/>
          <ac:graphicFrameMkLst>
            <pc:docMk/>
            <pc:sldMk cId="3436331937" sldId="258"/>
            <ac:graphicFrameMk id="5" creationId="{CD5FAEAB-101B-035F-B40A-6A1DC231B96D}"/>
          </ac:graphicFrameMkLst>
        </pc:graphicFrameChg>
      </pc:sldChg>
      <pc:sldChg chg="addSp delSp modSp mod ord">
        <pc:chgData name="Uzair Ahmed" userId="93eb32647888501e" providerId="LiveId" clId="{192FBE3E-2B59-43B3-8F88-3672DE7715E3}" dt="2026-03-03T12:00:19.428" v="3623" actId="26606"/>
        <pc:sldMkLst>
          <pc:docMk/>
          <pc:sldMk cId="1393470648" sldId="260"/>
        </pc:sldMkLst>
        <pc:spChg chg="mod">
          <ac:chgData name="Uzair Ahmed" userId="93eb32647888501e" providerId="LiveId" clId="{192FBE3E-2B59-43B3-8F88-3672DE7715E3}" dt="2026-03-03T12:00:19.428" v="3623" actId="26606"/>
          <ac:spMkLst>
            <pc:docMk/>
            <pc:sldMk cId="1393470648" sldId="260"/>
            <ac:spMk id="2" creationId="{00FDA418-52CE-12E7-D729-40F904ECD68E}"/>
          </ac:spMkLst>
        </pc:spChg>
        <pc:spChg chg="add">
          <ac:chgData name="Uzair Ahmed" userId="93eb32647888501e" providerId="LiveId" clId="{192FBE3E-2B59-43B3-8F88-3672DE7715E3}" dt="2026-03-03T12:00:19.428" v="3623" actId="26606"/>
          <ac:spMkLst>
            <pc:docMk/>
            <pc:sldMk cId="1393470648" sldId="260"/>
            <ac:spMk id="25" creationId="{774A975B-A886-5202-0489-6965514A0D14}"/>
          </ac:spMkLst>
        </pc:spChg>
        <pc:spChg chg="add">
          <ac:chgData name="Uzair Ahmed" userId="93eb32647888501e" providerId="LiveId" clId="{192FBE3E-2B59-43B3-8F88-3672DE7715E3}" dt="2026-03-03T12:00:19.428" v="3623" actId="26606"/>
          <ac:spMkLst>
            <pc:docMk/>
            <pc:sldMk cId="1393470648" sldId="260"/>
            <ac:spMk id="27" creationId="{EA67E988-5919-57BB-C7DE-D3EAD38A3045}"/>
          </ac:spMkLst>
        </pc:spChg>
        <pc:spChg chg="add">
          <ac:chgData name="Uzair Ahmed" userId="93eb32647888501e" providerId="LiveId" clId="{192FBE3E-2B59-43B3-8F88-3672DE7715E3}" dt="2026-03-03T12:00:19.428" v="3623" actId="26606"/>
          <ac:spMkLst>
            <pc:docMk/>
            <pc:sldMk cId="1393470648" sldId="260"/>
            <ac:spMk id="29" creationId="{CD7F9EC8-0E2C-4023-9DD1-73BEF6B80D13}"/>
          </ac:spMkLst>
        </pc:spChg>
        <pc:spChg chg="add">
          <ac:chgData name="Uzair Ahmed" userId="93eb32647888501e" providerId="LiveId" clId="{192FBE3E-2B59-43B3-8F88-3672DE7715E3}" dt="2026-03-03T12:00:19.428" v="3623" actId="26606"/>
          <ac:spMkLst>
            <pc:docMk/>
            <pc:sldMk cId="1393470648" sldId="260"/>
            <ac:spMk id="33" creationId="{C0301BA4-10E6-44CC-9EEC-727EDF3BC4B8}"/>
          </ac:spMkLst>
        </pc:spChg>
      </pc:sldChg>
      <pc:sldChg chg="addSp delSp modSp mod ord setBg">
        <pc:chgData name="Uzair Ahmed" userId="93eb32647888501e" providerId="LiveId" clId="{192FBE3E-2B59-43B3-8F88-3672DE7715E3}" dt="2026-03-10T06:36:23.309" v="3804" actId="26606"/>
        <pc:sldMkLst>
          <pc:docMk/>
          <pc:sldMk cId="1242359107" sldId="261"/>
        </pc:sldMkLst>
        <pc:spChg chg="mod">
          <ac:chgData name="Uzair Ahmed" userId="93eb32647888501e" providerId="LiveId" clId="{192FBE3E-2B59-43B3-8F88-3672DE7715E3}" dt="2026-03-10T06:36:23.309" v="3804" actId="26606"/>
          <ac:spMkLst>
            <pc:docMk/>
            <pc:sldMk cId="1242359107" sldId="261"/>
            <ac:spMk id="2" creationId="{A87B86B5-0EA7-1C82-0850-14E577C2AADF}"/>
          </ac:spMkLst>
        </pc:spChg>
        <pc:spChg chg="mod ord">
          <ac:chgData name="Uzair Ahmed" userId="93eb32647888501e" providerId="LiveId" clId="{192FBE3E-2B59-43B3-8F88-3672DE7715E3}" dt="2026-03-10T06:36:23.297" v="3803" actId="26606"/>
          <ac:spMkLst>
            <pc:docMk/>
            <pc:sldMk cId="1242359107" sldId="261"/>
            <ac:spMk id="3" creationId="{545DC4B4-A381-B619-B9E8-32E0EE956028}"/>
          </ac:spMkLst>
        </pc:spChg>
        <pc:spChg chg="add mod ord">
          <ac:chgData name="Uzair Ahmed" userId="93eb32647888501e" providerId="LiveId" clId="{192FBE3E-2B59-43B3-8F88-3672DE7715E3}" dt="2026-03-03T06:34:16.991" v="130"/>
          <ac:spMkLst>
            <pc:docMk/>
            <pc:sldMk cId="1242359107" sldId="261"/>
            <ac:spMk id="7" creationId="{F853EC7B-F22B-431D-10A2-9F270CECDC35}"/>
          </ac:spMkLst>
        </pc:spChg>
        <pc:spChg chg="add del">
          <ac:chgData name="Uzair Ahmed" userId="93eb32647888501e" providerId="LiveId" clId="{192FBE3E-2B59-43B3-8F88-3672DE7715E3}" dt="2026-03-10T06:36:23.309" v="3804" actId="26606"/>
          <ac:spMkLst>
            <pc:docMk/>
            <pc:sldMk cId="1242359107" sldId="261"/>
            <ac:spMk id="13" creationId="{9EE42DCE-4A4F-44C4-84E5-261B3BEEF1DA}"/>
          </ac:spMkLst>
        </pc:spChg>
        <pc:spChg chg="add del">
          <ac:chgData name="Uzair Ahmed" userId="93eb32647888501e" providerId="LiveId" clId="{192FBE3E-2B59-43B3-8F88-3672DE7715E3}" dt="2026-03-10T06:36:23.309" v="3804" actId="26606"/>
          <ac:spMkLst>
            <pc:docMk/>
            <pc:sldMk cId="1242359107" sldId="261"/>
            <ac:spMk id="15" creationId="{5219862E-7186-427C-8292-92687AF4E592}"/>
          </ac:spMkLst>
        </pc:spChg>
        <pc:spChg chg="add del">
          <ac:chgData name="Uzair Ahmed" userId="93eb32647888501e" providerId="LiveId" clId="{192FBE3E-2B59-43B3-8F88-3672DE7715E3}" dt="2026-03-10T06:36:23.297" v="3803" actId="26606"/>
          <ac:spMkLst>
            <pc:docMk/>
            <pc:sldMk cId="1242359107" sldId="261"/>
            <ac:spMk id="20" creationId="{A082E5AA-6E5F-4FCC-8C41-11E32F833BFC}"/>
          </ac:spMkLst>
        </pc:spChg>
        <pc:spChg chg="add del">
          <ac:chgData name="Uzair Ahmed" userId="93eb32647888501e" providerId="LiveId" clId="{192FBE3E-2B59-43B3-8F88-3672DE7715E3}" dt="2026-03-10T06:36:23.297" v="3803" actId="26606"/>
          <ac:spMkLst>
            <pc:docMk/>
            <pc:sldMk cId="1242359107" sldId="261"/>
            <ac:spMk id="22" creationId="{92BE0106-0C20-465B-A1BE-0BAC2737B1AD}"/>
          </ac:spMkLst>
        </pc:spChg>
        <pc:spChg chg="add del">
          <ac:chgData name="Uzair Ahmed" userId="93eb32647888501e" providerId="LiveId" clId="{192FBE3E-2B59-43B3-8F88-3672DE7715E3}" dt="2026-03-10T06:36:23.297" v="3803" actId="26606"/>
          <ac:spMkLst>
            <pc:docMk/>
            <pc:sldMk cId="1242359107" sldId="261"/>
            <ac:spMk id="24" creationId="{4A3D569D-D3A6-49CA-A483-291E95DACA14}"/>
          </ac:spMkLst>
        </pc:spChg>
        <pc:spChg chg="add">
          <ac:chgData name="Uzair Ahmed" userId="93eb32647888501e" providerId="LiveId" clId="{192FBE3E-2B59-43B3-8F88-3672DE7715E3}" dt="2026-03-10T06:36:23.309" v="3804" actId="26606"/>
          <ac:spMkLst>
            <pc:docMk/>
            <pc:sldMk cId="1242359107" sldId="261"/>
            <ac:spMk id="26" creationId="{9EE42DCE-4A4F-44C4-84E5-261B3BEEF1DA}"/>
          </ac:spMkLst>
        </pc:spChg>
        <pc:spChg chg="add">
          <ac:chgData name="Uzair Ahmed" userId="93eb32647888501e" providerId="LiveId" clId="{192FBE3E-2B59-43B3-8F88-3672DE7715E3}" dt="2026-03-10T06:36:23.309" v="3804" actId="26606"/>
          <ac:spMkLst>
            <pc:docMk/>
            <pc:sldMk cId="1242359107" sldId="261"/>
            <ac:spMk id="27" creationId="{5219862E-7186-427C-8292-92687AF4E592}"/>
          </ac:spMkLst>
        </pc:spChg>
        <pc:picChg chg="mod">
          <ac:chgData name="Uzair Ahmed" userId="93eb32647888501e" providerId="LiveId" clId="{192FBE3E-2B59-43B3-8F88-3672DE7715E3}" dt="2026-03-10T06:36:23.297" v="3803" actId="26606"/>
          <ac:picMkLst>
            <pc:docMk/>
            <pc:sldMk cId="1242359107" sldId="261"/>
            <ac:picMk id="4" creationId="{567FC36D-6ADA-CDE4-4658-1FB016B12422}"/>
          </ac:picMkLst>
        </pc:picChg>
        <pc:picChg chg="add del mod ord">
          <ac:chgData name="Uzair Ahmed" userId="93eb32647888501e" providerId="LiveId" clId="{192FBE3E-2B59-43B3-8F88-3672DE7715E3}" dt="2026-03-10T06:36:23.297" v="3803" actId="26606"/>
          <ac:picMkLst>
            <pc:docMk/>
            <pc:sldMk cId="1242359107" sldId="261"/>
            <ac:picMk id="5" creationId="{38C6F300-CCB2-9DF3-84C8-3B1ECB7F82C1}"/>
          </ac:picMkLst>
        </pc:picChg>
        <pc:picChg chg="mod ord">
          <ac:chgData name="Uzair Ahmed" userId="93eb32647888501e" providerId="LiveId" clId="{192FBE3E-2B59-43B3-8F88-3672DE7715E3}" dt="2026-03-10T06:36:23.297" v="3803" actId="26606"/>
          <ac:picMkLst>
            <pc:docMk/>
            <pc:sldMk cId="1242359107" sldId="261"/>
            <ac:picMk id="8" creationId="{6C50BDF4-93B7-DA00-0069-406A06BD40E4}"/>
          </ac:picMkLst>
        </pc:picChg>
      </pc:sldChg>
      <pc:sldChg chg="addSp modSp mod ord setBg">
        <pc:chgData name="Uzair Ahmed" userId="93eb32647888501e" providerId="LiveId" clId="{192FBE3E-2B59-43B3-8F88-3672DE7715E3}" dt="2026-03-03T07:36:08.793" v="2660"/>
        <pc:sldMkLst>
          <pc:docMk/>
          <pc:sldMk cId="1711962553" sldId="262"/>
        </pc:sldMkLst>
        <pc:spChg chg="mod">
          <ac:chgData name="Uzair Ahmed" userId="93eb32647888501e" providerId="LiveId" clId="{192FBE3E-2B59-43B3-8F88-3672DE7715E3}" dt="2026-03-03T06:46:06.123" v="435" actId="26606"/>
          <ac:spMkLst>
            <pc:docMk/>
            <pc:sldMk cId="1711962553" sldId="262"/>
            <ac:spMk id="2" creationId="{37EAF4ED-052F-471A-C72E-D16C4098FDED}"/>
          </ac:spMkLst>
        </pc:spChg>
        <pc:spChg chg="mod">
          <ac:chgData name="Uzair Ahmed" userId="93eb32647888501e" providerId="LiveId" clId="{192FBE3E-2B59-43B3-8F88-3672DE7715E3}" dt="2026-03-03T06:46:06.123" v="435" actId="26606"/>
          <ac:spMkLst>
            <pc:docMk/>
            <pc:sldMk cId="1711962553" sldId="262"/>
            <ac:spMk id="3" creationId="{4E435BEA-0AF1-A442-8A6F-B079CDD19BC6}"/>
          </ac:spMkLst>
        </pc:spChg>
        <pc:spChg chg="add">
          <ac:chgData name="Uzair Ahmed" userId="93eb32647888501e" providerId="LiveId" clId="{192FBE3E-2B59-43B3-8F88-3672DE7715E3}" dt="2026-03-03T06:46:06.123" v="435" actId="26606"/>
          <ac:spMkLst>
            <pc:docMk/>
            <pc:sldMk cId="1711962553" sldId="262"/>
            <ac:spMk id="12" creationId="{E2EF6F8F-597F-716E-5B22-76DC90B3E7BC}"/>
          </ac:spMkLst>
        </pc:spChg>
        <pc:spChg chg="add">
          <ac:chgData name="Uzair Ahmed" userId="93eb32647888501e" providerId="LiveId" clId="{192FBE3E-2B59-43B3-8F88-3672DE7715E3}" dt="2026-03-03T06:46:06.123" v="435" actId="26606"/>
          <ac:spMkLst>
            <pc:docMk/>
            <pc:sldMk cId="1711962553" sldId="262"/>
            <ac:spMk id="14" creationId="{2AC934FA-18DC-F7A3-0EA7-05EDF7A3219F}"/>
          </ac:spMkLst>
        </pc:spChg>
        <pc:picChg chg="mod">
          <ac:chgData name="Uzair Ahmed" userId="93eb32647888501e" providerId="LiveId" clId="{192FBE3E-2B59-43B3-8F88-3672DE7715E3}" dt="2026-03-03T06:46:06.123" v="435" actId="26606"/>
          <ac:picMkLst>
            <pc:docMk/>
            <pc:sldMk cId="1711962553" sldId="262"/>
            <ac:picMk id="4" creationId="{3330DF8F-47BF-2AB9-3A3F-C388234EA84B}"/>
          </ac:picMkLst>
        </pc:picChg>
        <pc:picChg chg="mod">
          <ac:chgData name="Uzair Ahmed" userId="93eb32647888501e" providerId="LiveId" clId="{192FBE3E-2B59-43B3-8F88-3672DE7715E3}" dt="2026-03-03T06:46:06.123" v="435" actId="26606"/>
          <ac:picMkLst>
            <pc:docMk/>
            <pc:sldMk cId="1711962553" sldId="262"/>
            <ac:picMk id="6" creationId="{DD9D6834-FAA8-17CA-21A8-C528D82EDF83}"/>
          </ac:picMkLst>
        </pc:picChg>
        <pc:picChg chg="mod ord">
          <ac:chgData name="Uzair Ahmed" userId="93eb32647888501e" providerId="LiveId" clId="{192FBE3E-2B59-43B3-8F88-3672DE7715E3}" dt="2026-03-03T06:46:06.123" v="435" actId="26606"/>
          <ac:picMkLst>
            <pc:docMk/>
            <pc:sldMk cId="1711962553" sldId="262"/>
            <ac:picMk id="7" creationId="{6D402AAD-7DDA-402E-C08A-0D273EF9D7CE}"/>
          </ac:picMkLst>
        </pc:picChg>
      </pc:sldChg>
      <pc:sldChg chg="modSp mod">
        <pc:chgData name="Uzair Ahmed" userId="93eb32647888501e" providerId="LiveId" clId="{192FBE3E-2B59-43B3-8F88-3672DE7715E3}" dt="2026-03-03T11:59:03.789" v="3614" actId="20577"/>
        <pc:sldMkLst>
          <pc:docMk/>
          <pc:sldMk cId="224011871" sldId="263"/>
        </pc:sldMkLst>
        <pc:spChg chg="mod">
          <ac:chgData name="Uzair Ahmed" userId="93eb32647888501e" providerId="LiveId" clId="{192FBE3E-2B59-43B3-8F88-3672DE7715E3}" dt="2026-03-03T11:58:43.352" v="3593" actId="313"/>
          <ac:spMkLst>
            <pc:docMk/>
            <pc:sldMk cId="224011871" sldId="263"/>
            <ac:spMk id="2" creationId="{29DE9297-F090-F4F4-94A9-6BF8A180835A}"/>
          </ac:spMkLst>
        </pc:spChg>
        <pc:spChg chg="mod">
          <ac:chgData name="Uzair Ahmed" userId="93eb32647888501e" providerId="LiveId" clId="{192FBE3E-2B59-43B3-8F88-3672DE7715E3}" dt="2026-03-03T11:59:03.789" v="3614" actId="20577"/>
          <ac:spMkLst>
            <pc:docMk/>
            <pc:sldMk cId="224011871" sldId="263"/>
            <ac:spMk id="3" creationId="{2D5EE212-6F01-FB51-849F-BF5987272B11}"/>
          </ac:spMkLst>
        </pc:spChg>
        <pc:picChg chg="mod">
          <ac:chgData name="Uzair Ahmed" userId="93eb32647888501e" providerId="LiveId" clId="{192FBE3E-2B59-43B3-8F88-3672DE7715E3}" dt="2026-03-03T11:58:00.877" v="3584" actId="1076"/>
          <ac:picMkLst>
            <pc:docMk/>
            <pc:sldMk cId="224011871" sldId="263"/>
            <ac:picMk id="4" creationId="{5E9FD855-28DF-EC1E-0CA3-DA2684A0D9C4}"/>
          </ac:picMkLst>
        </pc:picChg>
      </pc:sldChg>
      <pc:sldChg chg="modSp mod">
        <pc:chgData name="Uzair Ahmed" userId="93eb32647888501e" providerId="LiveId" clId="{192FBE3E-2B59-43B3-8F88-3672DE7715E3}" dt="2026-03-03T11:58:37.587" v="3592" actId="313"/>
        <pc:sldMkLst>
          <pc:docMk/>
          <pc:sldMk cId="1789567767" sldId="264"/>
        </pc:sldMkLst>
        <pc:spChg chg="mod">
          <ac:chgData name="Uzair Ahmed" userId="93eb32647888501e" providerId="LiveId" clId="{192FBE3E-2B59-43B3-8F88-3672DE7715E3}" dt="2026-03-03T11:58:37.587" v="3592" actId="313"/>
          <ac:spMkLst>
            <pc:docMk/>
            <pc:sldMk cId="1789567767" sldId="264"/>
            <ac:spMk id="2" creationId="{EF6B5C78-4DD1-8D18-BBFF-878412DCC58F}"/>
          </ac:spMkLst>
        </pc:spChg>
        <pc:spChg chg="mod">
          <ac:chgData name="Uzair Ahmed" userId="93eb32647888501e" providerId="LiveId" clId="{192FBE3E-2B59-43B3-8F88-3672DE7715E3}" dt="2026-03-03T11:58:33.513" v="3591" actId="313"/>
          <ac:spMkLst>
            <pc:docMk/>
            <pc:sldMk cId="1789567767" sldId="264"/>
            <ac:spMk id="3" creationId="{F82C45A6-732B-D2DF-1A44-DF012B57C84E}"/>
          </ac:spMkLst>
        </pc:spChg>
      </pc:sldChg>
      <pc:sldChg chg="modSp new mod">
        <pc:chgData name="Uzair Ahmed" userId="93eb32647888501e" providerId="LiveId" clId="{192FBE3E-2B59-43B3-8F88-3672DE7715E3}" dt="2026-03-03T11:59:12.808" v="3617" actId="20577"/>
        <pc:sldMkLst>
          <pc:docMk/>
          <pc:sldMk cId="541389283" sldId="265"/>
        </pc:sldMkLst>
        <pc:spChg chg="mod">
          <ac:chgData name="Uzair Ahmed" userId="93eb32647888501e" providerId="LiveId" clId="{192FBE3E-2B59-43B3-8F88-3672DE7715E3}" dt="2026-03-03T11:59:12.808" v="3617" actId="20577"/>
          <ac:spMkLst>
            <pc:docMk/>
            <pc:sldMk cId="541389283" sldId="265"/>
            <ac:spMk id="2" creationId="{2A770509-8F42-3533-CDDC-4AAF4C71BC78}"/>
          </ac:spMkLst>
        </pc:spChg>
        <pc:spChg chg="mod">
          <ac:chgData name="Uzair Ahmed" userId="93eb32647888501e" providerId="LiveId" clId="{192FBE3E-2B59-43B3-8F88-3672DE7715E3}" dt="2026-03-03T07:13:26.732" v="1704" actId="20577"/>
          <ac:spMkLst>
            <pc:docMk/>
            <pc:sldMk cId="541389283" sldId="265"/>
            <ac:spMk id="3" creationId="{CBF4D07F-12B3-7845-D50A-CFFEBD8C33B4}"/>
          </ac:spMkLst>
        </pc:spChg>
        <pc:picChg chg="mod">
          <ac:chgData name="Uzair Ahmed" userId="93eb32647888501e" providerId="LiveId" clId="{192FBE3E-2B59-43B3-8F88-3672DE7715E3}" dt="2026-03-03T07:13:43.340" v="1708" actId="14100"/>
          <ac:picMkLst>
            <pc:docMk/>
            <pc:sldMk cId="541389283" sldId="265"/>
            <ac:picMk id="4" creationId="{90FB069A-2A01-9F5E-CB14-25525F959F43}"/>
          </ac:picMkLst>
        </pc:picChg>
      </pc:sldChg>
      <pc:sldChg chg="modSp new mod">
        <pc:chgData name="Uzair Ahmed" userId="93eb32647888501e" providerId="LiveId" clId="{192FBE3E-2B59-43B3-8F88-3672DE7715E3}" dt="2026-03-03T11:59:19.054" v="3620" actId="20577"/>
        <pc:sldMkLst>
          <pc:docMk/>
          <pc:sldMk cId="1482196823" sldId="266"/>
        </pc:sldMkLst>
        <pc:spChg chg="mod">
          <ac:chgData name="Uzair Ahmed" userId="93eb32647888501e" providerId="LiveId" clId="{192FBE3E-2B59-43B3-8F88-3672DE7715E3}" dt="2026-03-03T11:59:19.054" v="3620" actId="20577"/>
          <ac:spMkLst>
            <pc:docMk/>
            <pc:sldMk cId="1482196823" sldId="266"/>
            <ac:spMk id="2" creationId="{A8C84EA7-6006-D052-3CB2-33A688507AF7}"/>
          </ac:spMkLst>
        </pc:spChg>
        <pc:spChg chg="mod">
          <ac:chgData name="Uzair Ahmed" userId="93eb32647888501e" providerId="LiveId" clId="{192FBE3E-2B59-43B3-8F88-3672DE7715E3}" dt="2026-03-03T11:07:38.286" v="3568" actId="313"/>
          <ac:spMkLst>
            <pc:docMk/>
            <pc:sldMk cId="1482196823" sldId="266"/>
            <ac:spMk id="3" creationId="{F960961F-6FF3-5B95-F042-405252C72AEC}"/>
          </ac:spMkLst>
        </pc:spChg>
      </pc:sldChg>
      <pc:sldChg chg="modSp new mod">
        <pc:chgData name="Uzair Ahmed" userId="93eb32647888501e" providerId="LiveId" clId="{192FBE3E-2B59-43B3-8F88-3672DE7715E3}" dt="2026-03-03T11:07:48.847" v="3569" actId="313"/>
        <pc:sldMkLst>
          <pc:docMk/>
          <pc:sldMk cId="871336512" sldId="267"/>
        </pc:sldMkLst>
        <pc:spChg chg="mod">
          <ac:chgData name="Uzair Ahmed" userId="93eb32647888501e" providerId="LiveId" clId="{192FBE3E-2B59-43B3-8F88-3672DE7715E3}" dt="2026-03-03T07:33:05.843" v="2563" actId="20577"/>
          <ac:spMkLst>
            <pc:docMk/>
            <pc:sldMk cId="871336512" sldId="267"/>
            <ac:spMk id="2" creationId="{CD71CB94-3FD5-9742-63E2-B693B0129EF3}"/>
          </ac:spMkLst>
        </pc:spChg>
        <pc:spChg chg="mod">
          <ac:chgData name="Uzair Ahmed" userId="93eb32647888501e" providerId="LiveId" clId="{192FBE3E-2B59-43B3-8F88-3672DE7715E3}" dt="2026-03-03T11:07:48.847" v="3569" actId="313"/>
          <ac:spMkLst>
            <pc:docMk/>
            <pc:sldMk cId="871336512" sldId="267"/>
            <ac:spMk id="3" creationId="{9DB10680-7171-CECE-686E-2FCFC36FB676}"/>
          </ac:spMkLst>
        </pc:spChg>
      </pc:sldChg>
      <pc:sldChg chg="addSp delSp modSp new mod setBg">
        <pc:chgData name="Uzair Ahmed" userId="93eb32647888501e" providerId="LiveId" clId="{192FBE3E-2B59-43B3-8F88-3672DE7715E3}" dt="2026-03-10T10:34:59.175" v="5067" actId="26606"/>
        <pc:sldMkLst>
          <pc:docMk/>
          <pc:sldMk cId="4129632266" sldId="268"/>
        </pc:sldMkLst>
        <pc:spChg chg="add">
          <ac:chgData name="Uzair Ahmed" userId="93eb32647888501e" providerId="LiveId" clId="{192FBE3E-2B59-43B3-8F88-3672DE7715E3}" dt="2026-03-03T07:43:36.075" v="2695" actId="26606"/>
          <ac:spMkLst>
            <pc:docMk/>
            <pc:sldMk cId="4129632266" sldId="268"/>
            <ac:spMk id="8" creationId="{774A975B-A886-5202-0489-6965514A0D14}"/>
          </ac:spMkLst>
        </pc:spChg>
        <pc:spChg chg="add">
          <ac:chgData name="Uzair Ahmed" userId="93eb32647888501e" providerId="LiveId" clId="{192FBE3E-2B59-43B3-8F88-3672DE7715E3}" dt="2026-03-03T07:43:36.075" v="2695" actId="26606"/>
          <ac:spMkLst>
            <pc:docMk/>
            <pc:sldMk cId="4129632266" sldId="268"/>
            <ac:spMk id="10" creationId="{E8BAA160-18A6-38AE-4699-2AD01EF53C77}"/>
          </ac:spMkLst>
        </pc:spChg>
        <pc:spChg chg="add">
          <ac:chgData name="Uzair Ahmed" userId="93eb32647888501e" providerId="LiveId" clId="{192FBE3E-2B59-43B3-8F88-3672DE7715E3}" dt="2026-03-03T07:43:36.075" v="2695" actId="26606"/>
          <ac:spMkLst>
            <pc:docMk/>
            <pc:sldMk cId="4129632266" sldId="268"/>
            <ac:spMk id="12" creationId="{4E17AA97-89A7-45C1-B813-BFF6C23D79E1}"/>
          </ac:spMkLst>
        </pc:spChg>
        <pc:spChg chg="add">
          <ac:chgData name="Uzair Ahmed" userId="93eb32647888501e" providerId="LiveId" clId="{192FBE3E-2B59-43B3-8F88-3672DE7715E3}" dt="2026-03-03T07:43:36.075" v="2695" actId="26606"/>
          <ac:spMkLst>
            <pc:docMk/>
            <pc:sldMk cId="4129632266" sldId="268"/>
            <ac:spMk id="14" creationId="{A91E908F-EF1E-2FDB-BE4D-3F4C56B2F6B8}"/>
          </ac:spMkLst>
        </pc:spChg>
        <pc:spChg chg="add">
          <ac:chgData name="Uzair Ahmed" userId="93eb32647888501e" providerId="LiveId" clId="{192FBE3E-2B59-43B3-8F88-3672DE7715E3}" dt="2026-03-03T07:43:36.075" v="2695" actId="26606"/>
          <ac:spMkLst>
            <pc:docMk/>
            <pc:sldMk cId="4129632266" sldId="268"/>
            <ac:spMk id="16" creationId="{F7A2980E-8F82-6B7D-A838-277407403589}"/>
          </ac:spMkLst>
        </pc:spChg>
        <pc:graphicFrameChg chg="add mod modGraphic">
          <ac:chgData name="Uzair Ahmed" userId="93eb32647888501e" providerId="LiveId" clId="{192FBE3E-2B59-43B3-8F88-3672DE7715E3}" dt="2026-03-10T10:34:59.175" v="5067" actId="26606"/>
          <ac:graphicFrameMkLst>
            <pc:docMk/>
            <pc:sldMk cId="4129632266" sldId="268"/>
            <ac:graphicFrameMk id="4" creationId="{27AFACE5-DB87-08EF-79F2-B82D911D094A}"/>
          </ac:graphicFrameMkLst>
        </pc:graphicFrameChg>
      </pc:sldChg>
      <pc:sldChg chg="addSp delSp modSp new mod setBg">
        <pc:chgData name="Uzair Ahmed" userId="93eb32647888501e" providerId="LiveId" clId="{192FBE3E-2B59-43B3-8F88-3672DE7715E3}" dt="2026-03-10T10:36:18.261" v="5069" actId="26606"/>
        <pc:sldMkLst>
          <pc:docMk/>
          <pc:sldMk cId="45839844" sldId="269"/>
        </pc:sldMkLst>
        <pc:spChg chg="add del">
          <ac:chgData name="Uzair Ahmed" userId="93eb32647888501e" providerId="LiveId" clId="{192FBE3E-2B59-43B3-8F88-3672DE7715E3}" dt="2026-03-10T10:35:48.114" v="5068" actId="26606"/>
          <ac:spMkLst>
            <pc:docMk/>
            <pc:sldMk cId="45839844" sldId="269"/>
            <ac:spMk id="20" creationId="{774A975B-A886-5202-0489-6965514A0D14}"/>
          </ac:spMkLst>
        </pc:spChg>
        <pc:spChg chg="add del">
          <ac:chgData name="Uzair Ahmed" userId="93eb32647888501e" providerId="LiveId" clId="{192FBE3E-2B59-43B3-8F88-3672DE7715E3}" dt="2026-03-10T10:35:48.114" v="5068" actId="26606"/>
          <ac:spMkLst>
            <pc:docMk/>
            <pc:sldMk cId="45839844" sldId="269"/>
            <ac:spMk id="22" creationId="{E8BAA160-18A6-38AE-4699-2AD01EF53C77}"/>
          </ac:spMkLst>
        </pc:spChg>
        <pc:spChg chg="add del">
          <ac:chgData name="Uzair Ahmed" userId="93eb32647888501e" providerId="LiveId" clId="{192FBE3E-2B59-43B3-8F88-3672DE7715E3}" dt="2026-03-10T10:35:48.114" v="5068" actId="26606"/>
          <ac:spMkLst>
            <pc:docMk/>
            <pc:sldMk cId="45839844" sldId="269"/>
            <ac:spMk id="24" creationId="{F420BC5C-C418-4843-B04B-6918968D0982}"/>
          </ac:spMkLst>
        </pc:spChg>
        <pc:spChg chg="add del">
          <ac:chgData name="Uzair Ahmed" userId="93eb32647888501e" providerId="LiveId" clId="{192FBE3E-2B59-43B3-8F88-3672DE7715E3}" dt="2026-03-10T10:35:48.114" v="5068" actId="26606"/>
          <ac:spMkLst>
            <pc:docMk/>
            <pc:sldMk cId="45839844" sldId="269"/>
            <ac:spMk id="26" creationId="{92BE0106-0C20-465B-A1BE-0BAC2737B1AD}"/>
          </ac:spMkLst>
        </pc:spChg>
        <pc:spChg chg="add del">
          <ac:chgData name="Uzair Ahmed" userId="93eb32647888501e" providerId="LiveId" clId="{192FBE3E-2B59-43B3-8F88-3672DE7715E3}" dt="2026-03-10T10:36:18.261" v="5069" actId="26606"/>
          <ac:spMkLst>
            <pc:docMk/>
            <pc:sldMk cId="45839844" sldId="269"/>
            <ac:spMk id="31" creationId="{774A975B-A886-5202-0489-6965514A0D14}"/>
          </ac:spMkLst>
        </pc:spChg>
        <pc:spChg chg="add del">
          <ac:chgData name="Uzair Ahmed" userId="93eb32647888501e" providerId="LiveId" clId="{192FBE3E-2B59-43B3-8F88-3672DE7715E3}" dt="2026-03-10T10:36:18.261" v="5069" actId="26606"/>
          <ac:spMkLst>
            <pc:docMk/>
            <pc:sldMk cId="45839844" sldId="269"/>
            <ac:spMk id="33" creationId="{E8BAA160-18A6-38AE-4699-2AD01EF53C77}"/>
          </ac:spMkLst>
        </pc:spChg>
        <pc:spChg chg="add del">
          <ac:chgData name="Uzair Ahmed" userId="93eb32647888501e" providerId="LiveId" clId="{192FBE3E-2B59-43B3-8F88-3672DE7715E3}" dt="2026-03-10T10:36:18.261" v="5069" actId="26606"/>
          <ac:spMkLst>
            <pc:docMk/>
            <pc:sldMk cId="45839844" sldId="269"/>
            <ac:spMk id="35" creationId="{817D949E-564D-4503-A64E-D22FA3232C29}"/>
          </ac:spMkLst>
        </pc:spChg>
        <pc:spChg chg="add del">
          <ac:chgData name="Uzair Ahmed" userId="93eb32647888501e" providerId="LiveId" clId="{192FBE3E-2B59-43B3-8F88-3672DE7715E3}" dt="2026-03-10T10:36:18.261" v="5069" actId="26606"/>
          <ac:spMkLst>
            <pc:docMk/>
            <pc:sldMk cId="45839844" sldId="269"/>
            <ac:spMk id="37" creationId="{2C8EEB27-9249-8B3A-C8C2-18F9DC480810}"/>
          </ac:spMkLst>
        </pc:spChg>
        <pc:spChg chg="add del">
          <ac:chgData name="Uzair Ahmed" userId="93eb32647888501e" providerId="LiveId" clId="{192FBE3E-2B59-43B3-8F88-3672DE7715E3}" dt="2026-03-10T10:36:18.261" v="5069" actId="26606"/>
          <ac:spMkLst>
            <pc:docMk/>
            <pc:sldMk cId="45839844" sldId="269"/>
            <ac:spMk id="39" creationId="{18482CAC-96FF-EBE5-E97D-0BE2B8A51E3F}"/>
          </ac:spMkLst>
        </pc:spChg>
        <pc:spChg chg="add">
          <ac:chgData name="Uzair Ahmed" userId="93eb32647888501e" providerId="LiveId" clId="{192FBE3E-2B59-43B3-8F88-3672DE7715E3}" dt="2026-03-10T10:36:18.261" v="5069" actId="26606"/>
          <ac:spMkLst>
            <pc:docMk/>
            <pc:sldMk cId="45839844" sldId="269"/>
            <ac:spMk id="44" creationId="{774A975B-A886-5202-0489-6965514A0D14}"/>
          </ac:spMkLst>
        </pc:spChg>
        <pc:spChg chg="add">
          <ac:chgData name="Uzair Ahmed" userId="93eb32647888501e" providerId="LiveId" clId="{192FBE3E-2B59-43B3-8F88-3672DE7715E3}" dt="2026-03-10T10:36:18.261" v="5069" actId="26606"/>
          <ac:spMkLst>
            <pc:docMk/>
            <pc:sldMk cId="45839844" sldId="269"/>
            <ac:spMk id="46" creationId="{E8BAA160-18A6-38AE-4699-2AD01EF53C77}"/>
          </ac:spMkLst>
        </pc:spChg>
        <pc:spChg chg="add">
          <ac:chgData name="Uzair Ahmed" userId="93eb32647888501e" providerId="LiveId" clId="{192FBE3E-2B59-43B3-8F88-3672DE7715E3}" dt="2026-03-10T10:36:18.261" v="5069" actId="26606"/>
          <ac:spMkLst>
            <pc:docMk/>
            <pc:sldMk cId="45839844" sldId="269"/>
            <ac:spMk id="48" creationId="{F420BC5C-C418-4843-B04B-6918968D0982}"/>
          </ac:spMkLst>
        </pc:spChg>
        <pc:spChg chg="add">
          <ac:chgData name="Uzair Ahmed" userId="93eb32647888501e" providerId="LiveId" clId="{192FBE3E-2B59-43B3-8F88-3672DE7715E3}" dt="2026-03-10T10:36:18.261" v="5069" actId="26606"/>
          <ac:spMkLst>
            <pc:docMk/>
            <pc:sldMk cId="45839844" sldId="269"/>
            <ac:spMk id="50" creationId="{92BE0106-0C20-465B-A1BE-0BAC2737B1AD}"/>
          </ac:spMkLst>
        </pc:spChg>
        <pc:graphicFrameChg chg="add mod modGraphic">
          <ac:chgData name="Uzair Ahmed" userId="93eb32647888501e" providerId="LiveId" clId="{192FBE3E-2B59-43B3-8F88-3672DE7715E3}" dt="2026-03-10T10:36:18.261" v="5069" actId="26606"/>
          <ac:graphicFrameMkLst>
            <pc:docMk/>
            <pc:sldMk cId="45839844" sldId="269"/>
            <ac:graphicFrameMk id="5" creationId="{C3F6CE54-B4C5-AA74-B9B6-70AB3E9C29E1}"/>
          </ac:graphicFrameMkLst>
        </pc:graphicFrameChg>
      </pc:sldChg>
      <pc:sldChg chg="addSp modSp new mod setBg">
        <pc:chgData name="Uzair Ahmed" userId="93eb32647888501e" providerId="LiveId" clId="{192FBE3E-2B59-43B3-8F88-3672DE7715E3}" dt="2026-03-03T11:05:32.898" v="3553" actId="26606"/>
        <pc:sldMkLst>
          <pc:docMk/>
          <pc:sldMk cId="4144663912" sldId="270"/>
        </pc:sldMkLst>
        <pc:spChg chg="mod">
          <ac:chgData name="Uzair Ahmed" userId="93eb32647888501e" providerId="LiveId" clId="{192FBE3E-2B59-43B3-8F88-3672DE7715E3}" dt="2026-03-03T11:05:32.898" v="3553" actId="26606"/>
          <ac:spMkLst>
            <pc:docMk/>
            <pc:sldMk cId="4144663912" sldId="270"/>
            <ac:spMk id="2" creationId="{65490283-40A8-A379-3F8F-5A1CFBC01306}"/>
          </ac:spMkLst>
        </pc:spChg>
        <pc:spChg chg="mod">
          <ac:chgData name="Uzair Ahmed" userId="93eb32647888501e" providerId="LiveId" clId="{192FBE3E-2B59-43B3-8F88-3672DE7715E3}" dt="2026-03-03T11:05:32.898" v="3553" actId="26606"/>
          <ac:spMkLst>
            <pc:docMk/>
            <pc:sldMk cId="4144663912" sldId="270"/>
            <ac:spMk id="3" creationId="{25754299-6938-6DA2-E705-32628BABB626}"/>
          </ac:spMkLst>
        </pc:spChg>
        <pc:spChg chg="add">
          <ac:chgData name="Uzair Ahmed" userId="93eb32647888501e" providerId="LiveId" clId="{192FBE3E-2B59-43B3-8F88-3672DE7715E3}" dt="2026-03-03T11:05:32.898" v="3553" actId="26606"/>
          <ac:spMkLst>
            <pc:docMk/>
            <pc:sldMk cId="4144663912" sldId="270"/>
            <ac:spMk id="4103" creationId="{175EAFFD-4A47-DD53-4F76-BD457E18BF1F}"/>
          </ac:spMkLst>
        </pc:spChg>
        <pc:spChg chg="add">
          <ac:chgData name="Uzair Ahmed" userId="93eb32647888501e" providerId="LiveId" clId="{192FBE3E-2B59-43B3-8F88-3672DE7715E3}" dt="2026-03-03T11:05:32.898" v="3553" actId="26606"/>
          <ac:spMkLst>
            <pc:docMk/>
            <pc:sldMk cId="4144663912" sldId="270"/>
            <ac:spMk id="4105" creationId="{7CC1FECC-9CA4-341C-7E20-4728C5147389}"/>
          </ac:spMkLst>
        </pc:spChg>
        <pc:picChg chg="add mod">
          <ac:chgData name="Uzair Ahmed" userId="93eb32647888501e" providerId="LiveId" clId="{192FBE3E-2B59-43B3-8F88-3672DE7715E3}" dt="2026-03-03T11:05:32.898" v="3553" actId="26606"/>
          <ac:picMkLst>
            <pc:docMk/>
            <pc:sldMk cId="4144663912" sldId="270"/>
            <ac:picMk id="4098" creationId="{997CD096-0149-69FB-9F61-7067634FAC91}"/>
          </ac:picMkLst>
        </pc:picChg>
      </pc:sldChg>
      <pc:sldChg chg="addSp delSp modSp new mod setBg">
        <pc:chgData name="Uzair Ahmed" userId="93eb32647888501e" providerId="LiveId" clId="{192FBE3E-2B59-43B3-8F88-3672DE7715E3}" dt="2026-03-03T11:09:08.445" v="3582" actId="33524"/>
        <pc:sldMkLst>
          <pc:docMk/>
          <pc:sldMk cId="2773343122" sldId="271"/>
        </pc:sldMkLst>
        <pc:spChg chg="mod">
          <ac:chgData name="Uzair Ahmed" userId="93eb32647888501e" providerId="LiveId" clId="{192FBE3E-2B59-43B3-8F88-3672DE7715E3}" dt="2026-03-03T11:04:13.768" v="3550" actId="26606"/>
          <ac:spMkLst>
            <pc:docMk/>
            <pc:sldMk cId="2773343122" sldId="271"/>
            <ac:spMk id="2" creationId="{00F15E85-F89B-D9E2-4701-054E89FE0021}"/>
          </ac:spMkLst>
        </pc:spChg>
        <pc:spChg chg="mod">
          <ac:chgData name="Uzair Ahmed" userId="93eb32647888501e" providerId="LiveId" clId="{192FBE3E-2B59-43B3-8F88-3672DE7715E3}" dt="2026-03-03T11:09:08.445" v="3582" actId="33524"/>
          <ac:spMkLst>
            <pc:docMk/>
            <pc:sldMk cId="2773343122" sldId="271"/>
            <ac:spMk id="3" creationId="{8B0EB4C7-6C19-3F41-B47F-FF34386956BF}"/>
          </ac:spMkLst>
        </pc:spChg>
        <pc:spChg chg="add">
          <ac:chgData name="Uzair Ahmed" userId="93eb32647888501e" providerId="LiveId" clId="{192FBE3E-2B59-43B3-8F88-3672DE7715E3}" dt="2026-03-03T11:04:13.768" v="3550" actId="26606"/>
          <ac:spMkLst>
            <pc:docMk/>
            <pc:sldMk cId="2773343122" sldId="271"/>
            <ac:spMk id="2059" creationId="{9EE42DCE-4A4F-44C4-84E5-261B3BEEF1DA}"/>
          </ac:spMkLst>
        </pc:spChg>
        <pc:spChg chg="add">
          <ac:chgData name="Uzair Ahmed" userId="93eb32647888501e" providerId="LiveId" clId="{192FBE3E-2B59-43B3-8F88-3672DE7715E3}" dt="2026-03-03T11:04:13.768" v="3550" actId="26606"/>
          <ac:spMkLst>
            <pc:docMk/>
            <pc:sldMk cId="2773343122" sldId="271"/>
            <ac:spMk id="2060" creationId="{887F59F2-5FBC-40CD-AD35-376AECE49EA6}"/>
          </ac:spMkLst>
        </pc:spChg>
        <pc:picChg chg="mod">
          <ac:chgData name="Uzair Ahmed" userId="93eb32647888501e" providerId="LiveId" clId="{192FBE3E-2B59-43B3-8F88-3672DE7715E3}" dt="2026-03-03T11:04:13.768" v="3550" actId="26606"/>
          <ac:picMkLst>
            <pc:docMk/>
            <pc:sldMk cId="2773343122" sldId="271"/>
            <ac:picMk id="4" creationId="{1590C39E-BF51-DDF1-8AF6-793A1E8EB5CB}"/>
          </ac:picMkLst>
        </pc:picChg>
        <pc:picChg chg="add mod ord">
          <ac:chgData name="Uzair Ahmed" userId="93eb32647888501e" providerId="LiveId" clId="{192FBE3E-2B59-43B3-8F88-3672DE7715E3}" dt="2026-03-03T11:04:13.768" v="3550" actId="26606"/>
          <ac:picMkLst>
            <pc:docMk/>
            <pc:sldMk cId="2773343122" sldId="271"/>
            <ac:picMk id="2050" creationId="{FAD3A0BD-2337-4BE6-B5BE-D5E2B0EDA911}"/>
          </ac:picMkLst>
        </pc:picChg>
      </pc:sldChg>
      <pc:sldChg chg="modSp new mod">
        <pc:chgData name="Uzair Ahmed" userId="93eb32647888501e" providerId="LiveId" clId="{192FBE3E-2B59-43B3-8F88-3672DE7715E3}" dt="2026-03-10T10:19:55.873" v="4973" actId="20577"/>
        <pc:sldMkLst>
          <pc:docMk/>
          <pc:sldMk cId="664871159" sldId="272"/>
        </pc:sldMkLst>
        <pc:spChg chg="mod">
          <ac:chgData name="Uzair Ahmed" userId="93eb32647888501e" providerId="LiveId" clId="{192FBE3E-2B59-43B3-8F88-3672DE7715E3}" dt="2026-03-10T10:19:55.873" v="4973" actId="20577"/>
          <ac:spMkLst>
            <pc:docMk/>
            <pc:sldMk cId="664871159" sldId="272"/>
            <ac:spMk id="2" creationId="{BE225B71-6695-050E-D339-1D235E4AE27F}"/>
          </ac:spMkLst>
        </pc:spChg>
        <pc:spChg chg="mod">
          <ac:chgData name="Uzair Ahmed" userId="93eb32647888501e" providerId="LiveId" clId="{192FBE3E-2B59-43B3-8F88-3672DE7715E3}" dt="2026-03-10T10:19:46.754" v="4970" actId="255"/>
          <ac:spMkLst>
            <pc:docMk/>
            <pc:sldMk cId="664871159" sldId="272"/>
            <ac:spMk id="3" creationId="{2AB3B4B0-D05F-F833-66C3-91AB847D4A41}"/>
          </ac:spMkLst>
        </pc:spChg>
      </pc:sldChg>
      <pc:sldChg chg="new del">
        <pc:chgData name="Uzair Ahmed" userId="93eb32647888501e" providerId="LiveId" clId="{192FBE3E-2B59-43B3-8F88-3672DE7715E3}" dt="2026-03-10T06:29:48.490" v="3768" actId="680"/>
        <pc:sldMkLst>
          <pc:docMk/>
          <pc:sldMk cId="2386950333" sldId="272"/>
        </pc:sldMkLst>
      </pc:sldChg>
      <pc:sldChg chg="addSp modSp new mod setBg">
        <pc:chgData name="Uzair Ahmed" userId="93eb32647888501e" providerId="LiveId" clId="{192FBE3E-2B59-43B3-8F88-3672DE7715E3}" dt="2026-03-10T06:49:24.654" v="4078" actId="313"/>
        <pc:sldMkLst>
          <pc:docMk/>
          <pc:sldMk cId="567683171" sldId="273"/>
        </pc:sldMkLst>
        <pc:spChg chg="mod">
          <ac:chgData name="Uzair Ahmed" userId="93eb32647888501e" providerId="LiveId" clId="{192FBE3E-2B59-43B3-8F88-3672DE7715E3}" dt="2026-03-10T06:48:29.256" v="4076" actId="26606"/>
          <ac:spMkLst>
            <pc:docMk/>
            <pc:sldMk cId="567683171" sldId="273"/>
            <ac:spMk id="2" creationId="{3AF155FB-2154-339F-9D4E-970325F0EAD5}"/>
          </ac:spMkLst>
        </pc:spChg>
        <pc:spChg chg="mod">
          <ac:chgData name="Uzair Ahmed" userId="93eb32647888501e" providerId="LiveId" clId="{192FBE3E-2B59-43B3-8F88-3672DE7715E3}" dt="2026-03-10T06:49:24.654" v="4078" actId="313"/>
          <ac:spMkLst>
            <pc:docMk/>
            <pc:sldMk cId="567683171" sldId="273"/>
            <ac:spMk id="3" creationId="{319039F7-F5D0-C1BA-9985-A29E6F538981}"/>
          </ac:spMkLst>
        </pc:spChg>
        <pc:spChg chg="add">
          <ac:chgData name="Uzair Ahmed" userId="93eb32647888501e" providerId="LiveId" clId="{192FBE3E-2B59-43B3-8F88-3672DE7715E3}" dt="2026-03-10T06:48:29.256" v="4076" actId="26606"/>
          <ac:spMkLst>
            <pc:docMk/>
            <pc:sldMk cId="567683171" sldId="273"/>
            <ac:spMk id="8" creationId="{42C91D93-014B-66D5-D263-730212C94315}"/>
          </ac:spMkLst>
        </pc:spChg>
        <pc:spChg chg="add">
          <ac:chgData name="Uzair Ahmed" userId="93eb32647888501e" providerId="LiveId" clId="{192FBE3E-2B59-43B3-8F88-3672DE7715E3}" dt="2026-03-10T06:48:29.256" v="4076" actId="26606"/>
          <ac:spMkLst>
            <pc:docMk/>
            <pc:sldMk cId="567683171" sldId="273"/>
            <ac:spMk id="10" creationId="{9568B8C9-6702-8441-0D92-220DE92C8861}"/>
          </ac:spMkLst>
        </pc:spChg>
      </pc:sldChg>
      <pc:sldChg chg="modSp new mod">
        <pc:chgData name="Uzair Ahmed" userId="93eb32647888501e" providerId="LiveId" clId="{192FBE3E-2B59-43B3-8F88-3672DE7715E3}" dt="2026-03-10T06:51:15.839" v="4105"/>
        <pc:sldMkLst>
          <pc:docMk/>
          <pc:sldMk cId="1941868742" sldId="274"/>
        </pc:sldMkLst>
        <pc:spChg chg="mod">
          <ac:chgData name="Uzair Ahmed" userId="93eb32647888501e" providerId="LiveId" clId="{192FBE3E-2B59-43B3-8F88-3672DE7715E3}" dt="2026-03-10T06:51:03.009" v="4103" actId="255"/>
          <ac:spMkLst>
            <pc:docMk/>
            <pc:sldMk cId="1941868742" sldId="274"/>
            <ac:spMk id="2" creationId="{65C1C19D-8A9D-96F6-E4D3-2D105DD9532B}"/>
          </ac:spMkLst>
        </pc:spChg>
        <pc:spChg chg="mod">
          <ac:chgData name="Uzair Ahmed" userId="93eb32647888501e" providerId="LiveId" clId="{192FBE3E-2B59-43B3-8F88-3672DE7715E3}" dt="2026-03-10T06:51:15.839" v="4105"/>
          <ac:spMkLst>
            <pc:docMk/>
            <pc:sldMk cId="1941868742" sldId="274"/>
            <ac:spMk id="3" creationId="{8B0F6757-EAF1-C257-874F-25D904598B8F}"/>
          </ac:spMkLst>
        </pc:spChg>
      </pc:sldChg>
      <pc:sldChg chg="addSp modSp new mod">
        <pc:chgData name="Uzair Ahmed" userId="93eb32647888501e" providerId="LiveId" clId="{192FBE3E-2B59-43B3-8F88-3672DE7715E3}" dt="2026-03-10T10:20:24.322" v="4974" actId="255"/>
        <pc:sldMkLst>
          <pc:docMk/>
          <pc:sldMk cId="1011457377" sldId="275"/>
        </pc:sldMkLst>
        <pc:spChg chg="mod">
          <ac:chgData name="Uzair Ahmed" userId="93eb32647888501e" providerId="LiveId" clId="{192FBE3E-2B59-43B3-8F88-3672DE7715E3}" dt="2026-03-10T06:53:03.004" v="4196" actId="27636"/>
          <ac:spMkLst>
            <pc:docMk/>
            <pc:sldMk cId="1011457377" sldId="275"/>
            <ac:spMk id="2" creationId="{8CCF4775-51D6-43D0-13C5-24B8695FAE76}"/>
          </ac:spMkLst>
        </pc:spChg>
        <pc:spChg chg="add mod">
          <ac:chgData name="Uzair Ahmed" userId="93eb32647888501e" providerId="LiveId" clId="{192FBE3E-2B59-43B3-8F88-3672DE7715E3}" dt="2026-03-10T10:20:24.322" v="4974" actId="255"/>
          <ac:spMkLst>
            <pc:docMk/>
            <pc:sldMk cId="1011457377" sldId="275"/>
            <ac:spMk id="3" creationId="{985C4E70-04E6-4EDA-D49F-4377872C567C}"/>
          </ac:spMkLst>
        </pc:spChg>
      </pc:sldChg>
      <pc:sldChg chg="new del">
        <pc:chgData name="Uzair Ahmed" userId="93eb32647888501e" providerId="LiveId" clId="{192FBE3E-2B59-43B3-8F88-3672DE7715E3}" dt="2026-03-10T06:51:45.059" v="4107" actId="680"/>
        <pc:sldMkLst>
          <pc:docMk/>
          <pc:sldMk cId="3092409933" sldId="275"/>
        </pc:sldMkLst>
      </pc:sldChg>
      <pc:sldChg chg="addSp modSp new mod setBg">
        <pc:chgData name="Uzair Ahmed" userId="93eb32647888501e" providerId="LiveId" clId="{192FBE3E-2B59-43B3-8F88-3672DE7715E3}" dt="2026-03-10T07:12:01.574" v="4263" actId="26606"/>
        <pc:sldMkLst>
          <pc:docMk/>
          <pc:sldMk cId="2241663572" sldId="276"/>
        </pc:sldMkLst>
        <pc:spChg chg="mod">
          <ac:chgData name="Uzair Ahmed" userId="93eb32647888501e" providerId="LiveId" clId="{192FBE3E-2B59-43B3-8F88-3672DE7715E3}" dt="2026-03-10T07:12:01.574" v="4263" actId="26606"/>
          <ac:spMkLst>
            <pc:docMk/>
            <pc:sldMk cId="2241663572" sldId="276"/>
            <ac:spMk id="2" creationId="{97EAA797-2C5D-A970-ECC2-D8989083B921}"/>
          </ac:spMkLst>
        </pc:spChg>
        <pc:spChg chg="add mod">
          <ac:chgData name="Uzair Ahmed" userId="93eb32647888501e" providerId="LiveId" clId="{192FBE3E-2B59-43B3-8F88-3672DE7715E3}" dt="2026-03-10T07:12:01.574" v="4263" actId="26606"/>
          <ac:spMkLst>
            <pc:docMk/>
            <pc:sldMk cId="2241663572" sldId="276"/>
            <ac:spMk id="3" creationId="{C73B1EA7-558F-DDFE-097E-AF6433C30186}"/>
          </ac:spMkLst>
        </pc:spChg>
        <pc:spChg chg="add">
          <ac:chgData name="Uzair Ahmed" userId="93eb32647888501e" providerId="LiveId" clId="{192FBE3E-2B59-43B3-8F88-3672DE7715E3}" dt="2026-03-10T07:12:01.574" v="4263" actId="26606"/>
          <ac:spMkLst>
            <pc:docMk/>
            <pc:sldMk cId="2241663572" sldId="276"/>
            <ac:spMk id="8" creationId="{774A975B-A886-5202-0489-6965514A0D14}"/>
          </ac:spMkLst>
        </pc:spChg>
        <pc:spChg chg="add">
          <ac:chgData name="Uzair Ahmed" userId="93eb32647888501e" providerId="LiveId" clId="{192FBE3E-2B59-43B3-8F88-3672DE7715E3}" dt="2026-03-10T07:12:01.574" v="4263" actId="26606"/>
          <ac:spMkLst>
            <pc:docMk/>
            <pc:sldMk cId="2241663572" sldId="276"/>
            <ac:spMk id="10" creationId="{AA083F47-750E-A41F-1E5A-EFB054507C70}"/>
          </ac:spMkLst>
        </pc:spChg>
        <pc:spChg chg="add">
          <ac:chgData name="Uzair Ahmed" userId="93eb32647888501e" providerId="LiveId" clId="{192FBE3E-2B59-43B3-8F88-3672DE7715E3}" dt="2026-03-10T07:12:01.574" v="4263" actId="26606"/>
          <ac:spMkLst>
            <pc:docMk/>
            <pc:sldMk cId="2241663572" sldId="276"/>
            <ac:spMk id="12" creationId="{42C91D93-014B-66D5-D263-730212C94315}"/>
          </ac:spMkLst>
        </pc:spChg>
        <pc:spChg chg="add">
          <ac:chgData name="Uzair Ahmed" userId="93eb32647888501e" providerId="LiveId" clId="{192FBE3E-2B59-43B3-8F88-3672DE7715E3}" dt="2026-03-10T07:12:01.574" v="4263" actId="26606"/>
          <ac:spMkLst>
            <pc:docMk/>
            <pc:sldMk cId="2241663572" sldId="276"/>
            <ac:spMk id="14" creationId="{9568B8C9-6702-8441-0D92-220DE92C8861}"/>
          </ac:spMkLst>
        </pc:spChg>
      </pc:sldChg>
      <pc:sldChg chg="addSp delSp modSp new mod setBg">
        <pc:chgData name="Uzair Ahmed" userId="93eb32647888501e" providerId="LiveId" clId="{192FBE3E-2B59-43B3-8F88-3672DE7715E3}" dt="2026-03-10T07:19:28.570" v="4398" actId="5793"/>
        <pc:sldMkLst>
          <pc:docMk/>
          <pc:sldMk cId="2737263224" sldId="277"/>
        </pc:sldMkLst>
        <pc:spChg chg="mod">
          <ac:chgData name="Uzair Ahmed" userId="93eb32647888501e" providerId="LiveId" clId="{192FBE3E-2B59-43B3-8F88-3672DE7715E3}" dt="2026-03-10T07:17:34.151" v="4374" actId="26606"/>
          <ac:spMkLst>
            <pc:docMk/>
            <pc:sldMk cId="2737263224" sldId="277"/>
            <ac:spMk id="2" creationId="{34096A38-78E1-7FDF-7C6E-B592D442382F}"/>
          </ac:spMkLst>
        </pc:spChg>
        <pc:spChg chg="add mod">
          <ac:chgData name="Uzair Ahmed" userId="93eb32647888501e" providerId="LiveId" clId="{192FBE3E-2B59-43B3-8F88-3672DE7715E3}" dt="2026-03-10T07:19:28.570" v="4398" actId="5793"/>
          <ac:spMkLst>
            <pc:docMk/>
            <pc:sldMk cId="2737263224" sldId="277"/>
            <ac:spMk id="3" creationId="{9D6163A3-6BAB-5C7C-0C38-A9848F121F4A}"/>
          </ac:spMkLst>
        </pc:spChg>
        <pc:spChg chg="add del">
          <ac:chgData name="Uzair Ahmed" userId="93eb32647888501e" providerId="LiveId" clId="{192FBE3E-2B59-43B3-8F88-3672DE7715E3}" dt="2026-03-10T07:17:34.151" v="4374" actId="26606"/>
          <ac:spMkLst>
            <pc:docMk/>
            <pc:sldMk cId="2737263224" sldId="277"/>
            <ac:spMk id="8" creationId="{774A975B-A886-5202-0489-6965514A0D14}"/>
          </ac:spMkLst>
        </pc:spChg>
        <pc:spChg chg="add del">
          <ac:chgData name="Uzair Ahmed" userId="93eb32647888501e" providerId="LiveId" clId="{192FBE3E-2B59-43B3-8F88-3672DE7715E3}" dt="2026-03-10T07:17:34.151" v="4374" actId="26606"/>
          <ac:spMkLst>
            <pc:docMk/>
            <pc:sldMk cId="2737263224" sldId="277"/>
            <ac:spMk id="10" creationId="{AA083F47-750E-A41F-1E5A-EFB054507C70}"/>
          </ac:spMkLst>
        </pc:spChg>
        <pc:spChg chg="add del">
          <ac:chgData name="Uzair Ahmed" userId="93eb32647888501e" providerId="LiveId" clId="{192FBE3E-2B59-43B3-8F88-3672DE7715E3}" dt="2026-03-10T07:17:34.151" v="4374" actId="26606"/>
          <ac:spMkLst>
            <pc:docMk/>
            <pc:sldMk cId="2737263224" sldId="277"/>
            <ac:spMk id="12" creationId="{E1ABDA4C-062F-4E88-A079-2279A6477C12}"/>
          </ac:spMkLst>
        </pc:spChg>
        <pc:spChg chg="add del">
          <ac:chgData name="Uzair Ahmed" userId="93eb32647888501e" providerId="LiveId" clId="{192FBE3E-2B59-43B3-8F88-3672DE7715E3}" dt="2026-03-10T07:17:34.151" v="4374" actId="26606"/>
          <ac:spMkLst>
            <pc:docMk/>
            <pc:sldMk cId="2737263224" sldId="277"/>
            <ac:spMk id="14" creationId="{887F59F2-5FBC-40CD-AD35-376AECE49EA6}"/>
          </ac:spMkLst>
        </pc:spChg>
        <pc:spChg chg="add del">
          <ac:chgData name="Uzair Ahmed" userId="93eb32647888501e" providerId="LiveId" clId="{192FBE3E-2B59-43B3-8F88-3672DE7715E3}" dt="2026-03-10T07:19:10.537" v="4389" actId="26606"/>
          <ac:spMkLst>
            <pc:docMk/>
            <pc:sldMk cId="2737263224" sldId="277"/>
            <ac:spMk id="19" creationId="{774A975B-A886-5202-0489-6965514A0D14}"/>
          </ac:spMkLst>
        </pc:spChg>
        <pc:spChg chg="add del">
          <ac:chgData name="Uzair Ahmed" userId="93eb32647888501e" providerId="LiveId" clId="{192FBE3E-2B59-43B3-8F88-3672DE7715E3}" dt="2026-03-10T07:19:10.537" v="4389" actId="26606"/>
          <ac:spMkLst>
            <pc:docMk/>
            <pc:sldMk cId="2737263224" sldId="277"/>
            <ac:spMk id="21" creationId="{AA083F47-750E-A41F-1E5A-EFB054507C70}"/>
          </ac:spMkLst>
        </pc:spChg>
        <pc:spChg chg="add del">
          <ac:chgData name="Uzair Ahmed" userId="93eb32647888501e" providerId="LiveId" clId="{192FBE3E-2B59-43B3-8F88-3672DE7715E3}" dt="2026-03-10T07:19:10.537" v="4389" actId="26606"/>
          <ac:spMkLst>
            <pc:docMk/>
            <pc:sldMk cId="2737263224" sldId="277"/>
            <ac:spMk id="23" creationId="{42C91D93-014B-66D5-D263-730212C94315}"/>
          </ac:spMkLst>
        </pc:spChg>
        <pc:spChg chg="add del">
          <ac:chgData name="Uzair Ahmed" userId="93eb32647888501e" providerId="LiveId" clId="{192FBE3E-2B59-43B3-8F88-3672DE7715E3}" dt="2026-03-10T07:19:10.537" v="4389" actId="26606"/>
          <ac:spMkLst>
            <pc:docMk/>
            <pc:sldMk cId="2737263224" sldId="277"/>
            <ac:spMk id="25" creationId="{9568B8C9-6702-8441-0D92-220DE92C8861}"/>
          </ac:spMkLst>
        </pc:spChg>
        <pc:spChg chg="add">
          <ac:chgData name="Uzair Ahmed" userId="93eb32647888501e" providerId="LiveId" clId="{192FBE3E-2B59-43B3-8F88-3672DE7715E3}" dt="2026-03-10T07:19:10.537" v="4389" actId="26606"/>
          <ac:spMkLst>
            <pc:docMk/>
            <pc:sldMk cId="2737263224" sldId="277"/>
            <ac:spMk id="30" creationId="{774A975B-A886-5202-0489-6965514A0D14}"/>
          </ac:spMkLst>
        </pc:spChg>
        <pc:spChg chg="add">
          <ac:chgData name="Uzair Ahmed" userId="93eb32647888501e" providerId="LiveId" clId="{192FBE3E-2B59-43B3-8F88-3672DE7715E3}" dt="2026-03-10T07:19:10.537" v="4389" actId="26606"/>
          <ac:spMkLst>
            <pc:docMk/>
            <pc:sldMk cId="2737263224" sldId="277"/>
            <ac:spMk id="32" creationId="{AA083F47-750E-A41F-1E5A-EFB054507C70}"/>
          </ac:spMkLst>
        </pc:spChg>
        <pc:spChg chg="add">
          <ac:chgData name="Uzair Ahmed" userId="93eb32647888501e" providerId="LiveId" clId="{192FBE3E-2B59-43B3-8F88-3672DE7715E3}" dt="2026-03-10T07:19:10.537" v="4389" actId="26606"/>
          <ac:spMkLst>
            <pc:docMk/>
            <pc:sldMk cId="2737263224" sldId="277"/>
            <ac:spMk id="34" creationId="{42C91D93-014B-66D5-D263-730212C94315}"/>
          </ac:spMkLst>
        </pc:spChg>
        <pc:spChg chg="add">
          <ac:chgData name="Uzair Ahmed" userId="93eb32647888501e" providerId="LiveId" clId="{192FBE3E-2B59-43B3-8F88-3672DE7715E3}" dt="2026-03-10T07:19:10.537" v="4389" actId="26606"/>
          <ac:spMkLst>
            <pc:docMk/>
            <pc:sldMk cId="2737263224" sldId="277"/>
            <ac:spMk id="36" creationId="{9568B8C9-6702-8441-0D92-220DE92C8861}"/>
          </ac:spMkLst>
        </pc:spChg>
      </pc:sldChg>
      <pc:sldChg chg="addSp delSp modSp new mod setBg">
        <pc:chgData name="Uzair Ahmed" userId="93eb32647888501e" providerId="LiveId" clId="{192FBE3E-2B59-43B3-8F88-3672DE7715E3}" dt="2026-03-10T07:25:54.774" v="4419" actId="26606"/>
        <pc:sldMkLst>
          <pc:docMk/>
          <pc:sldMk cId="1033074431" sldId="278"/>
        </pc:sldMkLst>
        <pc:spChg chg="mod">
          <ac:chgData name="Uzair Ahmed" userId="93eb32647888501e" providerId="LiveId" clId="{192FBE3E-2B59-43B3-8F88-3672DE7715E3}" dt="2026-03-10T07:25:54.774" v="4419" actId="26606"/>
          <ac:spMkLst>
            <pc:docMk/>
            <pc:sldMk cId="1033074431" sldId="278"/>
            <ac:spMk id="2" creationId="{89D03F24-33C0-5305-2E9B-EC59A386FE31}"/>
          </ac:spMkLst>
        </pc:spChg>
        <pc:spChg chg="mod">
          <ac:chgData name="Uzair Ahmed" userId="93eb32647888501e" providerId="LiveId" clId="{192FBE3E-2B59-43B3-8F88-3672DE7715E3}" dt="2026-03-10T07:25:54.774" v="4419" actId="26606"/>
          <ac:spMkLst>
            <pc:docMk/>
            <pc:sldMk cId="1033074431" sldId="278"/>
            <ac:spMk id="3" creationId="{92D3325B-A3CE-94BA-8CEC-8E43A169E66F}"/>
          </ac:spMkLst>
        </pc:spChg>
        <pc:spChg chg="add del">
          <ac:chgData name="Uzair Ahmed" userId="93eb32647888501e" providerId="LiveId" clId="{192FBE3E-2B59-43B3-8F88-3672DE7715E3}" dt="2026-03-10T07:25:54.759" v="4418" actId="26606"/>
          <ac:spMkLst>
            <pc:docMk/>
            <pc:sldMk cId="1033074431" sldId="278"/>
            <ac:spMk id="8" creationId="{42C91D93-014B-66D5-D263-730212C94315}"/>
          </ac:spMkLst>
        </pc:spChg>
        <pc:spChg chg="add del">
          <ac:chgData name="Uzair Ahmed" userId="93eb32647888501e" providerId="LiveId" clId="{192FBE3E-2B59-43B3-8F88-3672DE7715E3}" dt="2026-03-10T07:25:54.759" v="4418" actId="26606"/>
          <ac:spMkLst>
            <pc:docMk/>
            <pc:sldMk cId="1033074431" sldId="278"/>
            <ac:spMk id="10" creationId="{9568B8C9-6702-8441-0D92-220DE92C8861}"/>
          </ac:spMkLst>
        </pc:spChg>
        <pc:spChg chg="add">
          <ac:chgData name="Uzair Ahmed" userId="93eb32647888501e" providerId="LiveId" clId="{192FBE3E-2B59-43B3-8F88-3672DE7715E3}" dt="2026-03-10T07:25:54.774" v="4419" actId="26606"/>
          <ac:spMkLst>
            <pc:docMk/>
            <pc:sldMk cId="1033074431" sldId="278"/>
            <ac:spMk id="12" creationId="{E1ABDA4C-062F-4E88-A079-2279A6477C12}"/>
          </ac:spMkLst>
        </pc:spChg>
        <pc:spChg chg="add">
          <ac:chgData name="Uzair Ahmed" userId="93eb32647888501e" providerId="LiveId" clId="{192FBE3E-2B59-43B3-8F88-3672DE7715E3}" dt="2026-03-10T07:25:54.774" v="4419" actId="26606"/>
          <ac:spMkLst>
            <pc:docMk/>
            <pc:sldMk cId="1033074431" sldId="278"/>
            <ac:spMk id="13" creationId="{887F59F2-5FBC-40CD-AD35-376AECE49EA6}"/>
          </ac:spMkLst>
        </pc:spChg>
      </pc:sldChg>
      <pc:sldChg chg="addSp delSp modSp new mod setBg">
        <pc:chgData name="Uzair Ahmed" userId="93eb32647888501e" providerId="LiveId" clId="{192FBE3E-2B59-43B3-8F88-3672DE7715E3}" dt="2026-03-10T07:28:32.749" v="4503" actId="22"/>
        <pc:sldMkLst>
          <pc:docMk/>
          <pc:sldMk cId="1529938338" sldId="279"/>
        </pc:sldMkLst>
        <pc:spChg chg="mod">
          <ac:chgData name="Uzair Ahmed" userId="93eb32647888501e" providerId="LiveId" clId="{192FBE3E-2B59-43B3-8F88-3672DE7715E3}" dt="2026-03-10T07:28:25.701" v="4501" actId="26606"/>
          <ac:spMkLst>
            <pc:docMk/>
            <pc:sldMk cId="1529938338" sldId="279"/>
            <ac:spMk id="2" creationId="{94407F15-3E34-CBB1-62AB-6B220AE8D515}"/>
          </ac:spMkLst>
        </pc:spChg>
        <pc:spChg chg="add mod">
          <ac:chgData name="Uzair Ahmed" userId="93eb32647888501e" providerId="LiveId" clId="{192FBE3E-2B59-43B3-8F88-3672DE7715E3}" dt="2026-03-10T07:28:25.701" v="4501" actId="26606"/>
          <ac:spMkLst>
            <pc:docMk/>
            <pc:sldMk cId="1529938338" sldId="279"/>
            <ac:spMk id="3" creationId="{176F5A1A-93DB-854C-69A2-6A70FC956B7B}"/>
          </ac:spMkLst>
        </pc:spChg>
        <pc:spChg chg="add del">
          <ac:chgData name="Uzair Ahmed" userId="93eb32647888501e" providerId="LiveId" clId="{192FBE3E-2B59-43B3-8F88-3672DE7715E3}" dt="2026-03-10T07:28:32.749" v="4503" actId="22"/>
          <ac:spMkLst>
            <pc:docMk/>
            <pc:sldMk cId="1529938338" sldId="279"/>
            <ac:spMk id="5" creationId="{B6FAAB4A-747B-5593-9E6A-BA2DE93D00D7}"/>
          </ac:spMkLst>
        </pc:spChg>
        <pc:spChg chg="add">
          <ac:chgData name="Uzair Ahmed" userId="93eb32647888501e" providerId="LiveId" clId="{192FBE3E-2B59-43B3-8F88-3672DE7715E3}" dt="2026-03-10T07:28:25.701" v="4501" actId="26606"/>
          <ac:spMkLst>
            <pc:docMk/>
            <pc:sldMk cId="1529938338" sldId="279"/>
            <ac:spMk id="8" creationId="{774A975B-A886-5202-0489-6965514A0D14}"/>
          </ac:spMkLst>
        </pc:spChg>
        <pc:spChg chg="add">
          <ac:chgData name="Uzair Ahmed" userId="93eb32647888501e" providerId="LiveId" clId="{192FBE3E-2B59-43B3-8F88-3672DE7715E3}" dt="2026-03-10T07:28:25.701" v="4501" actId="26606"/>
          <ac:spMkLst>
            <pc:docMk/>
            <pc:sldMk cId="1529938338" sldId="279"/>
            <ac:spMk id="10" creationId="{AA083F47-750E-A41F-1E5A-EFB054507C70}"/>
          </ac:spMkLst>
        </pc:spChg>
        <pc:spChg chg="add">
          <ac:chgData name="Uzair Ahmed" userId="93eb32647888501e" providerId="LiveId" clId="{192FBE3E-2B59-43B3-8F88-3672DE7715E3}" dt="2026-03-10T07:28:25.701" v="4501" actId="26606"/>
          <ac:spMkLst>
            <pc:docMk/>
            <pc:sldMk cId="1529938338" sldId="279"/>
            <ac:spMk id="12" creationId="{E1ABDA4C-062F-4E88-A079-2279A6477C12}"/>
          </ac:spMkLst>
        </pc:spChg>
        <pc:spChg chg="add">
          <ac:chgData name="Uzair Ahmed" userId="93eb32647888501e" providerId="LiveId" clId="{192FBE3E-2B59-43B3-8F88-3672DE7715E3}" dt="2026-03-10T07:28:25.701" v="4501" actId="26606"/>
          <ac:spMkLst>
            <pc:docMk/>
            <pc:sldMk cId="1529938338" sldId="279"/>
            <ac:spMk id="14" creationId="{887F59F2-5FBC-40CD-AD35-376AECE49EA6}"/>
          </ac:spMkLst>
        </pc:spChg>
      </pc:sldChg>
      <pc:sldChg chg="addSp delSp modSp new mod ord setBg">
        <pc:chgData name="Uzair Ahmed" userId="93eb32647888501e" providerId="LiveId" clId="{192FBE3E-2B59-43B3-8F88-3672DE7715E3}" dt="2026-03-10T10:53:32.349" v="5312"/>
        <pc:sldMkLst>
          <pc:docMk/>
          <pc:sldMk cId="3346848318" sldId="280"/>
        </pc:sldMkLst>
        <pc:spChg chg="mod">
          <ac:chgData name="Uzair Ahmed" userId="93eb32647888501e" providerId="LiveId" clId="{192FBE3E-2B59-43B3-8F88-3672DE7715E3}" dt="2026-03-10T07:31:10.241" v="4586" actId="26606"/>
          <ac:spMkLst>
            <pc:docMk/>
            <pc:sldMk cId="3346848318" sldId="280"/>
            <ac:spMk id="2" creationId="{1BDDB2EC-821F-BF05-B901-59C6C5CD7AB8}"/>
          </ac:spMkLst>
        </pc:spChg>
        <pc:spChg chg="add del mod">
          <ac:chgData name="Uzair Ahmed" userId="93eb32647888501e" providerId="LiveId" clId="{192FBE3E-2B59-43B3-8F88-3672DE7715E3}" dt="2026-03-10T07:29:53.889" v="4568"/>
          <ac:spMkLst>
            <pc:docMk/>
            <pc:sldMk cId="3346848318" sldId="280"/>
            <ac:spMk id="3" creationId="{F7175CD2-E281-917E-5892-EB8FA14B7670}"/>
          </ac:spMkLst>
        </pc:spChg>
        <pc:spChg chg="add mod">
          <ac:chgData name="Uzair Ahmed" userId="93eb32647888501e" providerId="LiveId" clId="{192FBE3E-2B59-43B3-8F88-3672DE7715E3}" dt="2026-03-10T07:31:17.631" v="4589" actId="20577"/>
          <ac:spMkLst>
            <pc:docMk/>
            <pc:sldMk cId="3346848318" sldId="280"/>
            <ac:spMk id="4" creationId="{288CEE09-0268-3CA9-A8E3-172C7EE365D6}"/>
          </ac:spMkLst>
        </pc:spChg>
        <pc:spChg chg="add">
          <ac:chgData name="Uzair Ahmed" userId="93eb32647888501e" providerId="LiveId" clId="{192FBE3E-2B59-43B3-8F88-3672DE7715E3}" dt="2026-03-10T07:31:10.241" v="4586" actId="26606"/>
          <ac:spMkLst>
            <pc:docMk/>
            <pc:sldMk cId="3346848318" sldId="280"/>
            <ac:spMk id="9" creationId="{774A975B-A886-5202-0489-6965514A0D14}"/>
          </ac:spMkLst>
        </pc:spChg>
        <pc:spChg chg="add">
          <ac:chgData name="Uzair Ahmed" userId="93eb32647888501e" providerId="LiveId" clId="{192FBE3E-2B59-43B3-8F88-3672DE7715E3}" dt="2026-03-10T07:31:10.241" v="4586" actId="26606"/>
          <ac:spMkLst>
            <pc:docMk/>
            <pc:sldMk cId="3346848318" sldId="280"/>
            <ac:spMk id="11" creationId="{AA083F47-750E-A41F-1E5A-EFB054507C70}"/>
          </ac:spMkLst>
        </pc:spChg>
        <pc:spChg chg="add">
          <ac:chgData name="Uzair Ahmed" userId="93eb32647888501e" providerId="LiveId" clId="{192FBE3E-2B59-43B3-8F88-3672DE7715E3}" dt="2026-03-10T07:31:10.241" v="4586" actId="26606"/>
          <ac:spMkLst>
            <pc:docMk/>
            <pc:sldMk cId="3346848318" sldId="280"/>
            <ac:spMk id="13" creationId="{42C91D93-014B-66D5-D263-730212C94315}"/>
          </ac:spMkLst>
        </pc:spChg>
        <pc:spChg chg="add">
          <ac:chgData name="Uzair Ahmed" userId="93eb32647888501e" providerId="LiveId" clId="{192FBE3E-2B59-43B3-8F88-3672DE7715E3}" dt="2026-03-10T07:31:10.241" v="4586" actId="26606"/>
          <ac:spMkLst>
            <pc:docMk/>
            <pc:sldMk cId="3346848318" sldId="280"/>
            <ac:spMk id="15" creationId="{9568B8C9-6702-8441-0D92-220DE92C8861}"/>
          </ac:spMkLst>
        </pc:spChg>
      </pc:sldChg>
      <pc:sldChg chg="addSp modSp new mod">
        <pc:chgData name="Uzair Ahmed" userId="93eb32647888501e" providerId="LiveId" clId="{192FBE3E-2B59-43B3-8F88-3672DE7715E3}" dt="2026-03-10T10:20:59.009" v="4986" actId="20577"/>
        <pc:sldMkLst>
          <pc:docMk/>
          <pc:sldMk cId="2917144406" sldId="281"/>
        </pc:sldMkLst>
        <pc:spChg chg="mod">
          <ac:chgData name="Uzair Ahmed" userId="93eb32647888501e" providerId="LiveId" clId="{192FBE3E-2B59-43B3-8F88-3672DE7715E3}" dt="2026-03-10T10:20:59.009" v="4986" actId="20577"/>
          <ac:spMkLst>
            <pc:docMk/>
            <pc:sldMk cId="2917144406" sldId="281"/>
            <ac:spMk id="2" creationId="{348E082A-B6E9-B824-0362-071F53B90197}"/>
          </ac:spMkLst>
        </pc:spChg>
        <pc:spChg chg="add mod">
          <ac:chgData name="Uzair Ahmed" userId="93eb32647888501e" providerId="LiveId" clId="{192FBE3E-2B59-43B3-8F88-3672DE7715E3}" dt="2026-03-10T07:33:35.275" v="4745" actId="767"/>
          <ac:spMkLst>
            <pc:docMk/>
            <pc:sldMk cId="2917144406" sldId="281"/>
            <ac:spMk id="3" creationId="{F4CCB808-6007-CDCA-1650-3F9B9C4FD437}"/>
          </ac:spMkLst>
        </pc:spChg>
      </pc:sldChg>
      <pc:sldChg chg="addSp modSp new mod setBg">
        <pc:chgData name="Uzair Ahmed" userId="93eb32647888501e" providerId="LiveId" clId="{192FBE3E-2B59-43B3-8F88-3672DE7715E3}" dt="2026-03-10T07:37:04.004" v="4793" actId="26606"/>
        <pc:sldMkLst>
          <pc:docMk/>
          <pc:sldMk cId="3587091625" sldId="282"/>
        </pc:sldMkLst>
        <pc:spChg chg="mod">
          <ac:chgData name="Uzair Ahmed" userId="93eb32647888501e" providerId="LiveId" clId="{192FBE3E-2B59-43B3-8F88-3672DE7715E3}" dt="2026-03-10T07:37:04.004" v="4793" actId="26606"/>
          <ac:spMkLst>
            <pc:docMk/>
            <pc:sldMk cId="3587091625" sldId="282"/>
            <ac:spMk id="2" creationId="{679B310E-FF51-D31D-BAF1-07CF7834FDC2}"/>
          </ac:spMkLst>
        </pc:spChg>
        <pc:spChg chg="add mod">
          <ac:chgData name="Uzair Ahmed" userId="93eb32647888501e" providerId="LiveId" clId="{192FBE3E-2B59-43B3-8F88-3672DE7715E3}" dt="2026-03-10T07:37:04.004" v="4793" actId="26606"/>
          <ac:spMkLst>
            <pc:docMk/>
            <pc:sldMk cId="3587091625" sldId="282"/>
            <ac:spMk id="3" creationId="{F471F81E-D14D-A05F-7B8F-0EDE580E92A7}"/>
          </ac:spMkLst>
        </pc:spChg>
        <pc:spChg chg="add">
          <ac:chgData name="Uzair Ahmed" userId="93eb32647888501e" providerId="LiveId" clId="{192FBE3E-2B59-43B3-8F88-3672DE7715E3}" dt="2026-03-10T07:37:04.004" v="4793" actId="26606"/>
          <ac:spMkLst>
            <pc:docMk/>
            <pc:sldMk cId="3587091625" sldId="282"/>
            <ac:spMk id="8" creationId="{774A975B-A886-5202-0489-6965514A0D14}"/>
          </ac:spMkLst>
        </pc:spChg>
        <pc:spChg chg="add">
          <ac:chgData name="Uzair Ahmed" userId="93eb32647888501e" providerId="LiveId" clId="{192FBE3E-2B59-43B3-8F88-3672DE7715E3}" dt="2026-03-10T07:37:04.004" v="4793" actId="26606"/>
          <ac:spMkLst>
            <pc:docMk/>
            <pc:sldMk cId="3587091625" sldId="282"/>
            <ac:spMk id="10" creationId="{AA083F47-750E-A41F-1E5A-EFB054507C70}"/>
          </ac:spMkLst>
        </pc:spChg>
        <pc:spChg chg="add">
          <ac:chgData name="Uzair Ahmed" userId="93eb32647888501e" providerId="LiveId" clId="{192FBE3E-2B59-43B3-8F88-3672DE7715E3}" dt="2026-03-10T07:37:04.004" v="4793" actId="26606"/>
          <ac:spMkLst>
            <pc:docMk/>
            <pc:sldMk cId="3587091625" sldId="282"/>
            <ac:spMk id="12" creationId="{42C91D93-014B-66D5-D263-730212C94315}"/>
          </ac:spMkLst>
        </pc:spChg>
        <pc:spChg chg="add">
          <ac:chgData name="Uzair Ahmed" userId="93eb32647888501e" providerId="LiveId" clId="{192FBE3E-2B59-43B3-8F88-3672DE7715E3}" dt="2026-03-10T07:37:04.004" v="4793" actId="26606"/>
          <ac:spMkLst>
            <pc:docMk/>
            <pc:sldMk cId="3587091625" sldId="282"/>
            <ac:spMk id="14" creationId="{9568B8C9-6702-8441-0D92-220DE92C8861}"/>
          </ac:spMkLst>
        </pc:spChg>
      </pc:sldChg>
      <pc:sldChg chg="addSp modSp new mod">
        <pc:chgData name="Uzair Ahmed" userId="93eb32647888501e" providerId="LiveId" clId="{192FBE3E-2B59-43B3-8F88-3672DE7715E3}" dt="2026-03-10T10:24:32.220" v="5059" actId="313"/>
        <pc:sldMkLst>
          <pc:docMk/>
          <pc:sldMk cId="1639169412" sldId="283"/>
        </pc:sldMkLst>
        <pc:spChg chg="mod">
          <ac:chgData name="Uzair Ahmed" userId="93eb32647888501e" providerId="LiveId" clId="{192FBE3E-2B59-43B3-8F88-3672DE7715E3}" dt="2026-03-10T10:23:02.449" v="5050" actId="20577"/>
          <ac:spMkLst>
            <pc:docMk/>
            <pc:sldMk cId="1639169412" sldId="283"/>
            <ac:spMk id="2" creationId="{E3DDCC85-A9C9-88A0-7B5B-C191EDA2021E}"/>
          </ac:spMkLst>
        </pc:spChg>
        <pc:spChg chg="add mod">
          <ac:chgData name="Uzair Ahmed" userId="93eb32647888501e" providerId="LiveId" clId="{192FBE3E-2B59-43B3-8F88-3672DE7715E3}" dt="2026-03-10T10:24:32.220" v="5059" actId="313"/>
          <ac:spMkLst>
            <pc:docMk/>
            <pc:sldMk cId="1639169412" sldId="283"/>
            <ac:spMk id="3" creationId="{C810060F-4AFA-D446-F022-2A3EFB0741CC}"/>
          </ac:spMkLst>
        </pc:spChg>
      </pc:sldChg>
      <pc:sldChg chg="new del">
        <pc:chgData name="Uzair Ahmed" userId="93eb32647888501e" providerId="LiveId" clId="{192FBE3E-2B59-43B3-8F88-3672DE7715E3}" dt="2026-03-10T10:11:39.331" v="4795" actId="680"/>
        <pc:sldMkLst>
          <pc:docMk/>
          <pc:sldMk cId="3270717279" sldId="283"/>
        </pc:sldMkLst>
      </pc:sldChg>
      <pc:sldChg chg="addSp modSp new mod">
        <pc:chgData name="Uzair Ahmed" userId="93eb32647888501e" providerId="LiveId" clId="{192FBE3E-2B59-43B3-8F88-3672DE7715E3}" dt="2026-03-10T10:26:43.846" v="5063"/>
        <pc:sldMkLst>
          <pc:docMk/>
          <pc:sldMk cId="2722139485" sldId="284"/>
        </pc:sldMkLst>
        <pc:spChg chg="add mod">
          <ac:chgData name="Uzair Ahmed" userId="93eb32647888501e" providerId="LiveId" clId="{192FBE3E-2B59-43B3-8F88-3672DE7715E3}" dt="2026-03-10T10:26:43.846" v="5063"/>
          <ac:spMkLst>
            <pc:docMk/>
            <pc:sldMk cId="2722139485" sldId="284"/>
            <ac:spMk id="2" creationId="{EDF9A330-3AF5-8215-42FD-155CE3F4C2B2}"/>
          </ac:spMkLst>
        </pc:spChg>
      </pc:sldChg>
      <pc:sldChg chg="addSp delSp modSp new mod setBg">
        <pc:chgData name="Uzair Ahmed" userId="93eb32647888501e" providerId="LiveId" clId="{192FBE3E-2B59-43B3-8F88-3672DE7715E3}" dt="2026-03-10T11:00:00.603" v="5394" actId="1036"/>
        <pc:sldMkLst>
          <pc:docMk/>
          <pc:sldMk cId="3266954661" sldId="285"/>
        </pc:sldMkLst>
        <pc:spChg chg="mod">
          <ac:chgData name="Uzair Ahmed" userId="93eb32647888501e" providerId="LiveId" clId="{192FBE3E-2B59-43B3-8F88-3672DE7715E3}" dt="2026-03-10T10:59:39.922" v="5393" actId="26606"/>
          <ac:spMkLst>
            <pc:docMk/>
            <pc:sldMk cId="3266954661" sldId="285"/>
            <ac:spMk id="2" creationId="{EF3C3FB7-9F7C-7A09-E3B1-A46B77A6C512}"/>
          </ac:spMkLst>
        </pc:spChg>
        <pc:spChg chg="del">
          <ac:chgData name="Uzair Ahmed" userId="93eb32647888501e" providerId="LiveId" clId="{192FBE3E-2B59-43B3-8F88-3672DE7715E3}" dt="2026-03-10T10:59:34.924" v="5392" actId="931"/>
          <ac:spMkLst>
            <pc:docMk/>
            <pc:sldMk cId="3266954661" sldId="285"/>
            <ac:spMk id="3" creationId="{B2696C6D-CD37-4026-CF5C-65F81EE0DDC4}"/>
          </ac:spMkLst>
        </pc:spChg>
        <pc:spChg chg="add">
          <ac:chgData name="Uzair Ahmed" userId="93eb32647888501e" providerId="LiveId" clId="{192FBE3E-2B59-43B3-8F88-3672DE7715E3}" dt="2026-03-10T10:59:39.922" v="5393" actId="26606"/>
          <ac:spMkLst>
            <pc:docMk/>
            <pc:sldMk cId="3266954661" sldId="285"/>
            <ac:spMk id="10" creationId="{774A975B-A886-5202-0489-6965514A0D14}"/>
          </ac:spMkLst>
        </pc:spChg>
        <pc:spChg chg="add">
          <ac:chgData name="Uzair Ahmed" userId="93eb32647888501e" providerId="LiveId" clId="{192FBE3E-2B59-43B3-8F88-3672DE7715E3}" dt="2026-03-10T10:59:39.922" v="5393" actId="26606"/>
          <ac:spMkLst>
            <pc:docMk/>
            <pc:sldMk cId="3266954661" sldId="285"/>
            <ac:spMk id="12" creationId="{EA67E988-5919-57BB-C7DE-D3EAD38A3045}"/>
          </ac:spMkLst>
        </pc:spChg>
        <pc:spChg chg="add">
          <ac:chgData name="Uzair Ahmed" userId="93eb32647888501e" providerId="LiveId" clId="{192FBE3E-2B59-43B3-8F88-3672DE7715E3}" dt="2026-03-10T10:59:39.922" v="5393" actId="26606"/>
          <ac:spMkLst>
            <pc:docMk/>
            <pc:sldMk cId="3266954661" sldId="285"/>
            <ac:spMk id="14" creationId="{FAF3766F-DEF3-4802-BB0D-7A18EDD9704F}"/>
          </ac:spMkLst>
        </pc:spChg>
        <pc:spChg chg="add">
          <ac:chgData name="Uzair Ahmed" userId="93eb32647888501e" providerId="LiveId" clId="{192FBE3E-2B59-43B3-8F88-3672DE7715E3}" dt="2026-03-10T10:59:39.922" v="5393" actId="26606"/>
          <ac:spMkLst>
            <pc:docMk/>
            <pc:sldMk cId="3266954661" sldId="285"/>
            <ac:spMk id="16" creationId="{D91952F0-771E-D2ED-C333-EEED6708B80C}"/>
          </ac:spMkLst>
        </pc:spChg>
        <pc:spChg chg="add">
          <ac:chgData name="Uzair Ahmed" userId="93eb32647888501e" providerId="LiveId" clId="{192FBE3E-2B59-43B3-8F88-3672DE7715E3}" dt="2026-03-10T10:59:39.922" v="5393" actId="26606"/>
          <ac:spMkLst>
            <pc:docMk/>
            <pc:sldMk cId="3266954661" sldId="285"/>
            <ac:spMk id="18" creationId="{3FB6D83C-2377-9CAD-A991-9E0B6AF25067}"/>
          </ac:spMkLst>
        </pc:spChg>
        <pc:picChg chg="add mod ord">
          <ac:chgData name="Uzair Ahmed" userId="93eb32647888501e" providerId="LiveId" clId="{192FBE3E-2B59-43B3-8F88-3672DE7715E3}" dt="2026-03-10T11:00:00.603" v="5394" actId="1036"/>
          <ac:picMkLst>
            <pc:docMk/>
            <pc:sldMk cId="3266954661" sldId="285"/>
            <ac:picMk id="5" creationId="{25B3C691-0EFE-9E68-8AFE-DE878D3939FE}"/>
          </ac:picMkLst>
        </pc:picChg>
      </pc:sldChg>
      <pc:sldChg chg="addSp modSp new mod">
        <pc:chgData name="Uzair Ahmed" userId="93eb32647888501e" providerId="LiveId" clId="{192FBE3E-2B59-43B3-8F88-3672DE7715E3}" dt="2026-03-10T12:15:31.840" v="5981" actId="20577"/>
        <pc:sldMkLst>
          <pc:docMk/>
          <pc:sldMk cId="2168402265" sldId="286"/>
        </pc:sldMkLst>
        <pc:spChg chg="add mod">
          <ac:chgData name="Uzair Ahmed" userId="93eb32647888501e" providerId="LiveId" clId="{192FBE3E-2B59-43B3-8F88-3672DE7715E3}" dt="2026-03-10T10:48:30.085" v="5082" actId="255"/>
          <ac:spMkLst>
            <pc:docMk/>
            <pc:sldMk cId="2168402265" sldId="286"/>
            <ac:spMk id="2" creationId="{FAF1FD18-4C21-3E27-8F76-C8DC720709C8}"/>
          </ac:spMkLst>
        </pc:spChg>
        <pc:spChg chg="add mod">
          <ac:chgData name="Uzair Ahmed" userId="93eb32647888501e" providerId="LiveId" clId="{192FBE3E-2B59-43B3-8F88-3672DE7715E3}" dt="2026-03-10T12:15:31.840" v="5981" actId="20577"/>
          <ac:spMkLst>
            <pc:docMk/>
            <pc:sldMk cId="2168402265" sldId="286"/>
            <ac:spMk id="3" creationId="{E0731132-A0C9-D558-20DA-FE66A4498A52}"/>
          </ac:spMkLst>
        </pc:spChg>
      </pc:sldChg>
      <pc:sldChg chg="modSp new mod">
        <pc:chgData name="Uzair Ahmed" userId="93eb32647888501e" providerId="LiveId" clId="{192FBE3E-2B59-43B3-8F88-3672DE7715E3}" dt="2026-03-10T12:13:16.327" v="5954"/>
        <pc:sldMkLst>
          <pc:docMk/>
          <pc:sldMk cId="2709613588" sldId="287"/>
        </pc:sldMkLst>
        <pc:spChg chg="mod">
          <ac:chgData name="Uzair Ahmed" userId="93eb32647888501e" providerId="LiveId" clId="{192FBE3E-2B59-43B3-8F88-3672DE7715E3}" dt="2026-03-10T12:13:16.327" v="5954"/>
          <ac:spMkLst>
            <pc:docMk/>
            <pc:sldMk cId="2709613588" sldId="287"/>
            <ac:spMk id="2" creationId="{9E106C02-3B38-DDEB-236B-09FEBD5686BF}"/>
          </ac:spMkLst>
        </pc:spChg>
        <pc:spChg chg="mod">
          <ac:chgData name="Uzair Ahmed" userId="93eb32647888501e" providerId="LiveId" clId="{192FBE3E-2B59-43B3-8F88-3672DE7715E3}" dt="2026-03-10T11:49:51.629" v="5490" actId="27636"/>
          <ac:spMkLst>
            <pc:docMk/>
            <pc:sldMk cId="2709613588" sldId="287"/>
            <ac:spMk id="3" creationId="{087E7EB4-A1E4-5F00-1E4F-F20909243ABE}"/>
          </ac:spMkLst>
        </pc:spChg>
      </pc:sldChg>
      <pc:sldChg chg="modSp add mod">
        <pc:chgData name="Uzair Ahmed" userId="93eb32647888501e" providerId="LiveId" clId="{192FBE3E-2B59-43B3-8F88-3672DE7715E3}" dt="2026-03-10T11:54:16.888" v="5544" actId="33524"/>
        <pc:sldMkLst>
          <pc:docMk/>
          <pc:sldMk cId="1283090383" sldId="288"/>
        </pc:sldMkLst>
        <pc:spChg chg="mod">
          <ac:chgData name="Uzair Ahmed" userId="93eb32647888501e" providerId="LiveId" clId="{192FBE3E-2B59-43B3-8F88-3672DE7715E3}" dt="2026-03-10T11:51:36.953" v="5526" actId="20577"/>
          <ac:spMkLst>
            <pc:docMk/>
            <pc:sldMk cId="1283090383" sldId="288"/>
            <ac:spMk id="2" creationId="{874DA417-EEB5-7698-2ACE-08EBB47B428A}"/>
          </ac:spMkLst>
        </pc:spChg>
        <pc:spChg chg="mod">
          <ac:chgData name="Uzair Ahmed" userId="93eb32647888501e" providerId="LiveId" clId="{192FBE3E-2B59-43B3-8F88-3672DE7715E3}" dt="2026-03-10T11:54:16.888" v="5544" actId="33524"/>
          <ac:spMkLst>
            <pc:docMk/>
            <pc:sldMk cId="1283090383" sldId="288"/>
            <ac:spMk id="3" creationId="{E92FFEEC-7458-046A-D13E-662D55B0462A}"/>
          </ac:spMkLst>
        </pc:spChg>
      </pc:sldChg>
      <pc:sldChg chg="addSp modSp new mod">
        <pc:chgData name="Uzair Ahmed" userId="93eb32647888501e" providerId="LiveId" clId="{192FBE3E-2B59-43B3-8F88-3672DE7715E3}" dt="2026-03-10T12:04:12.820" v="5796" actId="20577"/>
        <pc:sldMkLst>
          <pc:docMk/>
          <pc:sldMk cId="4187777506" sldId="289"/>
        </pc:sldMkLst>
        <pc:spChg chg="mod">
          <ac:chgData name="Uzair Ahmed" userId="93eb32647888501e" providerId="LiveId" clId="{192FBE3E-2B59-43B3-8F88-3672DE7715E3}" dt="2026-03-10T11:58:37.986" v="5624" actId="20577"/>
          <ac:spMkLst>
            <pc:docMk/>
            <pc:sldMk cId="4187777506" sldId="289"/>
            <ac:spMk id="2" creationId="{4FD7D5AA-9896-2BE5-34E0-03A968F68F39}"/>
          </ac:spMkLst>
        </pc:spChg>
        <pc:spChg chg="add mod">
          <ac:chgData name="Uzair Ahmed" userId="93eb32647888501e" providerId="LiveId" clId="{192FBE3E-2B59-43B3-8F88-3672DE7715E3}" dt="2026-03-10T12:04:12.820" v="5796" actId="20577"/>
          <ac:spMkLst>
            <pc:docMk/>
            <pc:sldMk cId="4187777506" sldId="289"/>
            <ac:spMk id="3" creationId="{4325071C-F721-5A72-B6FC-9F1393FD97AF}"/>
          </ac:spMkLst>
        </pc:spChg>
      </pc:sldChg>
      <pc:sldChg chg="modSp new del mod">
        <pc:chgData name="Uzair Ahmed" userId="93eb32647888501e" providerId="LiveId" clId="{192FBE3E-2B59-43B3-8F88-3672DE7715E3}" dt="2026-03-10T11:57:31.166" v="5578" actId="680"/>
        <pc:sldMkLst>
          <pc:docMk/>
          <pc:sldMk cId="4216666789" sldId="289"/>
        </pc:sldMkLst>
        <pc:spChg chg="mod">
          <ac:chgData name="Uzair Ahmed" userId="93eb32647888501e" providerId="LiveId" clId="{192FBE3E-2B59-43B3-8F88-3672DE7715E3}" dt="2026-03-10T11:57:30.608" v="5577" actId="20577"/>
          <ac:spMkLst>
            <pc:docMk/>
            <pc:sldMk cId="4216666789" sldId="289"/>
            <ac:spMk id="2" creationId="{ACBF3F87-173B-CF29-CBD9-CA11D167344C}"/>
          </ac:spMkLst>
        </pc:spChg>
      </pc:sldChg>
      <pc:sldChg chg="addSp modSp new mod">
        <pc:chgData name="Uzair Ahmed" userId="93eb32647888501e" providerId="LiveId" clId="{192FBE3E-2B59-43B3-8F88-3672DE7715E3}" dt="2026-03-10T12:09:10.117" v="5904" actId="20577"/>
        <pc:sldMkLst>
          <pc:docMk/>
          <pc:sldMk cId="319928636" sldId="290"/>
        </pc:sldMkLst>
        <pc:spChg chg="add mod">
          <ac:chgData name="Uzair Ahmed" userId="93eb32647888501e" providerId="LiveId" clId="{192FBE3E-2B59-43B3-8F88-3672DE7715E3}" dt="2026-03-10T12:09:10.117" v="5904" actId="20577"/>
          <ac:spMkLst>
            <pc:docMk/>
            <pc:sldMk cId="319928636" sldId="290"/>
            <ac:spMk id="2" creationId="{9E16FAB8-B783-C727-7CEC-4A43C42E8F02}"/>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C3F458F-6CDF-41F8-B9A5-5D3F7CC8A720}" type="doc">
      <dgm:prSet loTypeId="urn:microsoft.com/office/officeart/2008/layout/LinedList" loCatId="list" qsTypeId="urn:microsoft.com/office/officeart/2005/8/quickstyle/simple1" qsCatId="simple" csTypeId="urn:microsoft.com/office/officeart/2005/8/colors/accent0_3" csCatId="mainScheme"/>
      <dgm:spPr/>
      <dgm:t>
        <a:bodyPr/>
        <a:lstStyle/>
        <a:p>
          <a:endParaRPr lang="en-US"/>
        </a:p>
      </dgm:t>
    </dgm:pt>
    <dgm:pt modelId="{2615F00B-3CC2-48B3-B6C0-0D6A009E7FCC}">
      <dgm:prSet/>
      <dgm:spPr/>
      <dgm:t>
        <a:bodyPr/>
        <a:lstStyle/>
        <a:p>
          <a:r>
            <a:rPr lang="en-US"/>
            <a:t>Sir Muhammad Iqbal Indian poet, philosopher, politician, barrister, and scholar.</a:t>
          </a:r>
        </a:p>
      </dgm:t>
    </dgm:pt>
    <dgm:pt modelId="{F0454682-9843-4D7E-9608-F0CF778E23B6}" type="parTrans" cxnId="{9D6B975D-A46F-4DE4-BAC5-B2D75BFE219E}">
      <dgm:prSet/>
      <dgm:spPr/>
      <dgm:t>
        <a:bodyPr/>
        <a:lstStyle/>
        <a:p>
          <a:endParaRPr lang="en-US"/>
        </a:p>
      </dgm:t>
    </dgm:pt>
    <dgm:pt modelId="{C1F2E970-0036-4703-B344-A5E023546A9A}" type="sibTrans" cxnId="{9D6B975D-A46F-4DE4-BAC5-B2D75BFE219E}">
      <dgm:prSet/>
      <dgm:spPr/>
      <dgm:t>
        <a:bodyPr/>
        <a:lstStyle/>
        <a:p>
          <a:endParaRPr lang="en-US"/>
        </a:p>
      </dgm:t>
    </dgm:pt>
    <dgm:pt modelId="{B4E4EA2A-6F8F-4DA5-8DF3-7C0A18CD446E}">
      <dgm:prSet/>
      <dgm:spPr/>
      <dgm:t>
        <a:bodyPr/>
        <a:lstStyle/>
        <a:p>
          <a:r>
            <a:rPr lang="en-US" b="1"/>
            <a:t>Name</a:t>
          </a:r>
          <a:r>
            <a:rPr lang="en-US"/>
            <a:t>: Allama Muhammad Iqbal.</a:t>
          </a:r>
        </a:p>
      </dgm:t>
    </dgm:pt>
    <dgm:pt modelId="{6C72DBE7-0196-47A6-84D5-0E8144B7CDF3}" type="parTrans" cxnId="{BBF6CF20-EDCA-43A2-AC9D-A0DD5585D355}">
      <dgm:prSet/>
      <dgm:spPr/>
      <dgm:t>
        <a:bodyPr/>
        <a:lstStyle/>
        <a:p>
          <a:endParaRPr lang="en-US"/>
        </a:p>
      </dgm:t>
    </dgm:pt>
    <dgm:pt modelId="{D5AC78C7-08CF-4370-9F29-D17FC134143C}" type="sibTrans" cxnId="{BBF6CF20-EDCA-43A2-AC9D-A0DD5585D355}">
      <dgm:prSet/>
      <dgm:spPr/>
      <dgm:t>
        <a:bodyPr/>
        <a:lstStyle/>
        <a:p>
          <a:endParaRPr lang="en-US"/>
        </a:p>
      </dgm:t>
    </dgm:pt>
    <dgm:pt modelId="{C6739DC7-447E-4902-B651-397AE2AFEC8D}">
      <dgm:prSet/>
      <dgm:spPr/>
      <dgm:t>
        <a:bodyPr/>
        <a:lstStyle/>
        <a:p>
          <a:r>
            <a:rPr lang="en-US" b="1"/>
            <a:t>Date of Birth</a:t>
          </a:r>
          <a:r>
            <a:rPr lang="en-US"/>
            <a:t>: 9 November 1877.</a:t>
          </a:r>
        </a:p>
      </dgm:t>
    </dgm:pt>
    <dgm:pt modelId="{491DDA6C-8A12-45C2-8914-EDC64265B930}" type="parTrans" cxnId="{6FF64AB7-E870-4E1C-90E8-5D5EB054CDD3}">
      <dgm:prSet/>
      <dgm:spPr/>
      <dgm:t>
        <a:bodyPr/>
        <a:lstStyle/>
        <a:p>
          <a:endParaRPr lang="en-US"/>
        </a:p>
      </dgm:t>
    </dgm:pt>
    <dgm:pt modelId="{A7D6FB2D-7621-4AE9-815E-18F14653113F}" type="sibTrans" cxnId="{6FF64AB7-E870-4E1C-90E8-5D5EB054CDD3}">
      <dgm:prSet/>
      <dgm:spPr/>
      <dgm:t>
        <a:bodyPr/>
        <a:lstStyle/>
        <a:p>
          <a:endParaRPr lang="en-US"/>
        </a:p>
      </dgm:t>
    </dgm:pt>
    <dgm:pt modelId="{D08D054E-4700-4B25-8BA1-67546B3D1FBB}">
      <dgm:prSet/>
      <dgm:spPr/>
      <dgm:t>
        <a:bodyPr/>
        <a:lstStyle/>
        <a:p>
          <a:r>
            <a:rPr lang="en-US" b="1"/>
            <a:t>Place of Birth: </a:t>
          </a:r>
          <a:r>
            <a:rPr lang="en-US"/>
            <a:t>Sialkot ,Punjab Province(British India ) now Punjab Pakistan .</a:t>
          </a:r>
        </a:p>
      </dgm:t>
    </dgm:pt>
    <dgm:pt modelId="{E1FB0C2B-DEB7-4F53-A4FB-CF23CB100F7D}" type="parTrans" cxnId="{E7F42D54-C57C-4EB4-8160-46132DF1D28D}">
      <dgm:prSet/>
      <dgm:spPr/>
      <dgm:t>
        <a:bodyPr/>
        <a:lstStyle/>
        <a:p>
          <a:endParaRPr lang="en-US"/>
        </a:p>
      </dgm:t>
    </dgm:pt>
    <dgm:pt modelId="{824D7F2D-78EB-4120-8D64-74826A778028}" type="sibTrans" cxnId="{E7F42D54-C57C-4EB4-8160-46132DF1D28D}">
      <dgm:prSet/>
      <dgm:spPr/>
      <dgm:t>
        <a:bodyPr/>
        <a:lstStyle/>
        <a:p>
          <a:endParaRPr lang="en-US"/>
        </a:p>
      </dgm:t>
    </dgm:pt>
    <dgm:pt modelId="{5A574FDC-2EBB-49A7-B883-CCEC8599457B}">
      <dgm:prSet/>
      <dgm:spPr/>
      <dgm:t>
        <a:bodyPr/>
        <a:lstStyle/>
        <a:p>
          <a:r>
            <a:rPr lang="en-US" b="1"/>
            <a:t>Date of Death:</a:t>
          </a:r>
          <a:r>
            <a:rPr lang="en-US"/>
            <a:t> 12 April 1938.</a:t>
          </a:r>
        </a:p>
      </dgm:t>
    </dgm:pt>
    <dgm:pt modelId="{4CAF3157-71C6-47E1-B85B-45B7E0A496E6}" type="parTrans" cxnId="{489E6153-B591-4864-9F14-284062B0F9AB}">
      <dgm:prSet/>
      <dgm:spPr/>
      <dgm:t>
        <a:bodyPr/>
        <a:lstStyle/>
        <a:p>
          <a:endParaRPr lang="en-US"/>
        </a:p>
      </dgm:t>
    </dgm:pt>
    <dgm:pt modelId="{D216B145-7A47-4170-975C-9A40C3CD79C5}" type="sibTrans" cxnId="{489E6153-B591-4864-9F14-284062B0F9AB}">
      <dgm:prSet/>
      <dgm:spPr/>
      <dgm:t>
        <a:bodyPr/>
        <a:lstStyle/>
        <a:p>
          <a:endParaRPr lang="en-US"/>
        </a:p>
      </dgm:t>
    </dgm:pt>
    <dgm:pt modelId="{62817775-ADAA-4E6B-81DF-8CA9FACE3019}">
      <dgm:prSet/>
      <dgm:spPr/>
      <dgm:t>
        <a:bodyPr/>
        <a:lstStyle/>
        <a:p>
          <a:r>
            <a:rPr lang="en-US" b="1"/>
            <a:t>Place of death: </a:t>
          </a:r>
          <a:r>
            <a:rPr lang="en-US"/>
            <a:t>Lahore ,Punjab province (British Raj) now Punjab Pakistan .</a:t>
          </a:r>
        </a:p>
      </dgm:t>
    </dgm:pt>
    <dgm:pt modelId="{C686B2F0-0FE3-4244-9F27-D27911B8B77A}" type="parTrans" cxnId="{B0201217-C0D0-4FA2-94A5-D212A3AFAB35}">
      <dgm:prSet/>
      <dgm:spPr/>
      <dgm:t>
        <a:bodyPr/>
        <a:lstStyle/>
        <a:p>
          <a:endParaRPr lang="en-US"/>
        </a:p>
      </dgm:t>
    </dgm:pt>
    <dgm:pt modelId="{88925C61-D5FE-4F9B-832B-80B94EC784E0}" type="sibTrans" cxnId="{B0201217-C0D0-4FA2-94A5-D212A3AFAB35}">
      <dgm:prSet/>
      <dgm:spPr/>
      <dgm:t>
        <a:bodyPr/>
        <a:lstStyle/>
        <a:p>
          <a:endParaRPr lang="en-US"/>
        </a:p>
      </dgm:t>
    </dgm:pt>
    <dgm:pt modelId="{EE27ABC0-56DE-4A3C-9A1C-C61F39101E75}">
      <dgm:prSet/>
      <dgm:spPr/>
      <dgm:t>
        <a:bodyPr/>
        <a:lstStyle/>
        <a:p>
          <a:r>
            <a:rPr lang="en-US" b="1"/>
            <a:t>Ocupation : </a:t>
          </a:r>
          <a:r>
            <a:rPr lang="en-US"/>
            <a:t>Poet, Philosopher, Politician, Barrister and Scholar</a:t>
          </a:r>
          <a:r>
            <a:rPr lang="en-US" b="1"/>
            <a:t>.</a:t>
          </a:r>
          <a:endParaRPr lang="en-US"/>
        </a:p>
      </dgm:t>
    </dgm:pt>
    <dgm:pt modelId="{76ACDE71-27F0-4A70-89C4-0B0804BD55BA}" type="parTrans" cxnId="{C7309B54-B3CC-4E8A-B729-26873FE72DB5}">
      <dgm:prSet/>
      <dgm:spPr/>
      <dgm:t>
        <a:bodyPr/>
        <a:lstStyle/>
        <a:p>
          <a:endParaRPr lang="en-US"/>
        </a:p>
      </dgm:t>
    </dgm:pt>
    <dgm:pt modelId="{A24C714C-C77D-4AAC-8878-CA098FAB5479}" type="sibTrans" cxnId="{C7309B54-B3CC-4E8A-B729-26873FE72DB5}">
      <dgm:prSet/>
      <dgm:spPr/>
      <dgm:t>
        <a:bodyPr/>
        <a:lstStyle/>
        <a:p>
          <a:endParaRPr lang="en-US"/>
        </a:p>
      </dgm:t>
    </dgm:pt>
    <dgm:pt modelId="{6FE545CB-16CE-4C13-B267-5669BDFA2E7D}">
      <dgm:prSet/>
      <dgm:spPr/>
      <dgm:t>
        <a:bodyPr/>
        <a:lstStyle/>
        <a:p>
          <a:r>
            <a:rPr lang="en-US" b="1"/>
            <a:t>Father :</a:t>
          </a:r>
          <a:r>
            <a:rPr lang="en-US"/>
            <a:t>  Shaikh Noor Muhammed.</a:t>
          </a:r>
        </a:p>
      </dgm:t>
    </dgm:pt>
    <dgm:pt modelId="{911E7326-475D-4713-949C-69C8D5254910}" type="parTrans" cxnId="{AFE6208F-50C8-45C9-80E8-EF813C1516A5}">
      <dgm:prSet/>
      <dgm:spPr/>
      <dgm:t>
        <a:bodyPr/>
        <a:lstStyle/>
        <a:p>
          <a:endParaRPr lang="en-US"/>
        </a:p>
      </dgm:t>
    </dgm:pt>
    <dgm:pt modelId="{94FEB79D-F58E-48BA-BCDA-8E9B4E4D5135}" type="sibTrans" cxnId="{AFE6208F-50C8-45C9-80E8-EF813C1516A5}">
      <dgm:prSet/>
      <dgm:spPr/>
      <dgm:t>
        <a:bodyPr/>
        <a:lstStyle/>
        <a:p>
          <a:endParaRPr lang="en-US"/>
        </a:p>
      </dgm:t>
    </dgm:pt>
    <dgm:pt modelId="{81F0C424-4476-43A3-B6C7-78D58A4FC58B}" type="pres">
      <dgm:prSet presAssocID="{6C3F458F-6CDF-41F8-B9A5-5D3F7CC8A720}" presName="vert0" presStyleCnt="0">
        <dgm:presLayoutVars>
          <dgm:dir/>
          <dgm:animOne val="branch"/>
          <dgm:animLvl val="lvl"/>
        </dgm:presLayoutVars>
      </dgm:prSet>
      <dgm:spPr/>
    </dgm:pt>
    <dgm:pt modelId="{20102744-3D43-4DF1-8866-5BA8D471ABEF}" type="pres">
      <dgm:prSet presAssocID="{2615F00B-3CC2-48B3-B6C0-0D6A009E7FCC}" presName="thickLine" presStyleLbl="alignNode1" presStyleIdx="0" presStyleCnt="8"/>
      <dgm:spPr/>
    </dgm:pt>
    <dgm:pt modelId="{A30F1942-36D5-4121-BA32-09FF84C62EC4}" type="pres">
      <dgm:prSet presAssocID="{2615F00B-3CC2-48B3-B6C0-0D6A009E7FCC}" presName="horz1" presStyleCnt="0"/>
      <dgm:spPr/>
    </dgm:pt>
    <dgm:pt modelId="{DD9994BF-DAA9-49C9-A19C-24AA976F091B}" type="pres">
      <dgm:prSet presAssocID="{2615F00B-3CC2-48B3-B6C0-0D6A009E7FCC}" presName="tx1" presStyleLbl="revTx" presStyleIdx="0" presStyleCnt="8"/>
      <dgm:spPr/>
    </dgm:pt>
    <dgm:pt modelId="{99A584B8-580C-4A51-B2A1-95B5A46AC45D}" type="pres">
      <dgm:prSet presAssocID="{2615F00B-3CC2-48B3-B6C0-0D6A009E7FCC}" presName="vert1" presStyleCnt="0"/>
      <dgm:spPr/>
    </dgm:pt>
    <dgm:pt modelId="{76B2D066-DC3C-4248-9590-F827EB85CF2B}" type="pres">
      <dgm:prSet presAssocID="{B4E4EA2A-6F8F-4DA5-8DF3-7C0A18CD446E}" presName="thickLine" presStyleLbl="alignNode1" presStyleIdx="1" presStyleCnt="8"/>
      <dgm:spPr/>
    </dgm:pt>
    <dgm:pt modelId="{8B5F9A4C-8EFA-4B45-AEFB-CB8CC549A7B6}" type="pres">
      <dgm:prSet presAssocID="{B4E4EA2A-6F8F-4DA5-8DF3-7C0A18CD446E}" presName="horz1" presStyleCnt="0"/>
      <dgm:spPr/>
    </dgm:pt>
    <dgm:pt modelId="{328385DB-85F2-43E7-807D-98F12D6F77A4}" type="pres">
      <dgm:prSet presAssocID="{B4E4EA2A-6F8F-4DA5-8DF3-7C0A18CD446E}" presName="tx1" presStyleLbl="revTx" presStyleIdx="1" presStyleCnt="8"/>
      <dgm:spPr/>
    </dgm:pt>
    <dgm:pt modelId="{AC7B7254-45B5-4803-B61A-15D774BB3ED9}" type="pres">
      <dgm:prSet presAssocID="{B4E4EA2A-6F8F-4DA5-8DF3-7C0A18CD446E}" presName="vert1" presStyleCnt="0"/>
      <dgm:spPr/>
    </dgm:pt>
    <dgm:pt modelId="{1755CAF7-6A3F-4324-9DBB-16293D9653AB}" type="pres">
      <dgm:prSet presAssocID="{C6739DC7-447E-4902-B651-397AE2AFEC8D}" presName="thickLine" presStyleLbl="alignNode1" presStyleIdx="2" presStyleCnt="8"/>
      <dgm:spPr/>
    </dgm:pt>
    <dgm:pt modelId="{200C204B-6BC6-4C27-99E9-1CD9ECB24E72}" type="pres">
      <dgm:prSet presAssocID="{C6739DC7-447E-4902-B651-397AE2AFEC8D}" presName="horz1" presStyleCnt="0"/>
      <dgm:spPr/>
    </dgm:pt>
    <dgm:pt modelId="{AF251CAC-A22F-4829-944F-D872DA1C3BC8}" type="pres">
      <dgm:prSet presAssocID="{C6739DC7-447E-4902-B651-397AE2AFEC8D}" presName="tx1" presStyleLbl="revTx" presStyleIdx="2" presStyleCnt="8"/>
      <dgm:spPr/>
    </dgm:pt>
    <dgm:pt modelId="{2ED6EC61-FF57-465B-9904-523B67CFEFAE}" type="pres">
      <dgm:prSet presAssocID="{C6739DC7-447E-4902-B651-397AE2AFEC8D}" presName="vert1" presStyleCnt="0"/>
      <dgm:spPr/>
    </dgm:pt>
    <dgm:pt modelId="{FB2519D0-C811-4D71-9ECB-59BC07A1D456}" type="pres">
      <dgm:prSet presAssocID="{D08D054E-4700-4B25-8BA1-67546B3D1FBB}" presName="thickLine" presStyleLbl="alignNode1" presStyleIdx="3" presStyleCnt="8"/>
      <dgm:spPr/>
    </dgm:pt>
    <dgm:pt modelId="{A598C0FA-9C4F-4DC4-9953-6E8C447DB10F}" type="pres">
      <dgm:prSet presAssocID="{D08D054E-4700-4B25-8BA1-67546B3D1FBB}" presName="horz1" presStyleCnt="0"/>
      <dgm:spPr/>
    </dgm:pt>
    <dgm:pt modelId="{1CBD4CE2-73B5-4D4F-AE8B-61071A71A231}" type="pres">
      <dgm:prSet presAssocID="{D08D054E-4700-4B25-8BA1-67546B3D1FBB}" presName="tx1" presStyleLbl="revTx" presStyleIdx="3" presStyleCnt="8"/>
      <dgm:spPr/>
    </dgm:pt>
    <dgm:pt modelId="{D5424ACD-AD10-463E-9F5F-50ED0D8C708A}" type="pres">
      <dgm:prSet presAssocID="{D08D054E-4700-4B25-8BA1-67546B3D1FBB}" presName="vert1" presStyleCnt="0"/>
      <dgm:spPr/>
    </dgm:pt>
    <dgm:pt modelId="{40D8AC7A-8B7C-45E6-A3C1-413E30D25597}" type="pres">
      <dgm:prSet presAssocID="{5A574FDC-2EBB-49A7-B883-CCEC8599457B}" presName="thickLine" presStyleLbl="alignNode1" presStyleIdx="4" presStyleCnt="8"/>
      <dgm:spPr/>
    </dgm:pt>
    <dgm:pt modelId="{93ADD5C3-CDB3-4A2B-BC9D-DACC8D5AF1FA}" type="pres">
      <dgm:prSet presAssocID="{5A574FDC-2EBB-49A7-B883-CCEC8599457B}" presName="horz1" presStyleCnt="0"/>
      <dgm:spPr/>
    </dgm:pt>
    <dgm:pt modelId="{8F283FE5-81C8-4C18-85FC-573F537D6186}" type="pres">
      <dgm:prSet presAssocID="{5A574FDC-2EBB-49A7-B883-CCEC8599457B}" presName="tx1" presStyleLbl="revTx" presStyleIdx="4" presStyleCnt="8"/>
      <dgm:spPr/>
    </dgm:pt>
    <dgm:pt modelId="{85D66DBC-2C1F-45E0-9C7A-552F82DB3ADF}" type="pres">
      <dgm:prSet presAssocID="{5A574FDC-2EBB-49A7-B883-CCEC8599457B}" presName="vert1" presStyleCnt="0"/>
      <dgm:spPr/>
    </dgm:pt>
    <dgm:pt modelId="{C1128F18-6D2C-471B-975A-5C41DD60E763}" type="pres">
      <dgm:prSet presAssocID="{62817775-ADAA-4E6B-81DF-8CA9FACE3019}" presName="thickLine" presStyleLbl="alignNode1" presStyleIdx="5" presStyleCnt="8"/>
      <dgm:spPr/>
    </dgm:pt>
    <dgm:pt modelId="{C5F38A61-0824-499D-92D4-8AA972981046}" type="pres">
      <dgm:prSet presAssocID="{62817775-ADAA-4E6B-81DF-8CA9FACE3019}" presName="horz1" presStyleCnt="0"/>
      <dgm:spPr/>
    </dgm:pt>
    <dgm:pt modelId="{95A96FFF-6A22-49B5-9B01-D7E8E07C4FCA}" type="pres">
      <dgm:prSet presAssocID="{62817775-ADAA-4E6B-81DF-8CA9FACE3019}" presName="tx1" presStyleLbl="revTx" presStyleIdx="5" presStyleCnt="8"/>
      <dgm:spPr/>
    </dgm:pt>
    <dgm:pt modelId="{F0ED1F67-8897-4C18-B0CF-4B57CC4E66A8}" type="pres">
      <dgm:prSet presAssocID="{62817775-ADAA-4E6B-81DF-8CA9FACE3019}" presName="vert1" presStyleCnt="0"/>
      <dgm:spPr/>
    </dgm:pt>
    <dgm:pt modelId="{18F89C9D-D334-41FF-A7D3-98FFD2081EF9}" type="pres">
      <dgm:prSet presAssocID="{EE27ABC0-56DE-4A3C-9A1C-C61F39101E75}" presName="thickLine" presStyleLbl="alignNode1" presStyleIdx="6" presStyleCnt="8"/>
      <dgm:spPr/>
    </dgm:pt>
    <dgm:pt modelId="{E4B7262D-27BE-44B1-AE04-31CFE01B6EB0}" type="pres">
      <dgm:prSet presAssocID="{EE27ABC0-56DE-4A3C-9A1C-C61F39101E75}" presName="horz1" presStyleCnt="0"/>
      <dgm:spPr/>
    </dgm:pt>
    <dgm:pt modelId="{127A1E44-C286-434D-98F9-928CDEAFAD67}" type="pres">
      <dgm:prSet presAssocID="{EE27ABC0-56DE-4A3C-9A1C-C61F39101E75}" presName="tx1" presStyleLbl="revTx" presStyleIdx="6" presStyleCnt="8"/>
      <dgm:spPr/>
    </dgm:pt>
    <dgm:pt modelId="{56C47E67-203E-4BC7-A501-E4D6823A6E13}" type="pres">
      <dgm:prSet presAssocID="{EE27ABC0-56DE-4A3C-9A1C-C61F39101E75}" presName="vert1" presStyleCnt="0"/>
      <dgm:spPr/>
    </dgm:pt>
    <dgm:pt modelId="{E020D523-F456-4D03-B97B-B3B7CC519656}" type="pres">
      <dgm:prSet presAssocID="{6FE545CB-16CE-4C13-B267-5669BDFA2E7D}" presName="thickLine" presStyleLbl="alignNode1" presStyleIdx="7" presStyleCnt="8"/>
      <dgm:spPr/>
    </dgm:pt>
    <dgm:pt modelId="{F6FADB98-7B1C-4709-B84B-F5D2E4C2881F}" type="pres">
      <dgm:prSet presAssocID="{6FE545CB-16CE-4C13-B267-5669BDFA2E7D}" presName="horz1" presStyleCnt="0"/>
      <dgm:spPr/>
    </dgm:pt>
    <dgm:pt modelId="{4C918442-95DD-4C09-A1DB-AC63CDF0BAEF}" type="pres">
      <dgm:prSet presAssocID="{6FE545CB-16CE-4C13-B267-5669BDFA2E7D}" presName="tx1" presStyleLbl="revTx" presStyleIdx="7" presStyleCnt="8"/>
      <dgm:spPr/>
    </dgm:pt>
    <dgm:pt modelId="{DF4B6AB3-3262-4F2B-8F00-5DD89DF3BE81}" type="pres">
      <dgm:prSet presAssocID="{6FE545CB-16CE-4C13-B267-5669BDFA2E7D}" presName="vert1" presStyleCnt="0"/>
      <dgm:spPr/>
    </dgm:pt>
  </dgm:ptLst>
  <dgm:cxnLst>
    <dgm:cxn modelId="{8284FE0D-91B5-4B64-A438-CC7B4BF17EB4}" type="presOf" srcId="{D08D054E-4700-4B25-8BA1-67546B3D1FBB}" destId="{1CBD4CE2-73B5-4D4F-AE8B-61071A71A231}" srcOrd="0" destOrd="0" presId="urn:microsoft.com/office/officeart/2008/layout/LinedList"/>
    <dgm:cxn modelId="{B0201217-C0D0-4FA2-94A5-D212A3AFAB35}" srcId="{6C3F458F-6CDF-41F8-B9A5-5D3F7CC8A720}" destId="{62817775-ADAA-4E6B-81DF-8CA9FACE3019}" srcOrd="5" destOrd="0" parTransId="{C686B2F0-0FE3-4244-9F27-D27911B8B77A}" sibTransId="{88925C61-D5FE-4F9B-832B-80B94EC784E0}"/>
    <dgm:cxn modelId="{8243841A-9FEB-4F93-BD36-3551C0E8C811}" type="presOf" srcId="{62817775-ADAA-4E6B-81DF-8CA9FACE3019}" destId="{95A96FFF-6A22-49B5-9B01-D7E8E07C4FCA}" srcOrd="0" destOrd="0" presId="urn:microsoft.com/office/officeart/2008/layout/LinedList"/>
    <dgm:cxn modelId="{BBF6CF20-EDCA-43A2-AC9D-A0DD5585D355}" srcId="{6C3F458F-6CDF-41F8-B9A5-5D3F7CC8A720}" destId="{B4E4EA2A-6F8F-4DA5-8DF3-7C0A18CD446E}" srcOrd="1" destOrd="0" parTransId="{6C72DBE7-0196-47A6-84D5-0E8144B7CDF3}" sibTransId="{D5AC78C7-08CF-4370-9F29-D17FC134143C}"/>
    <dgm:cxn modelId="{8CB6A32D-6CB7-4328-95AB-4A2ACE6AC201}" type="presOf" srcId="{5A574FDC-2EBB-49A7-B883-CCEC8599457B}" destId="{8F283FE5-81C8-4C18-85FC-573F537D6186}" srcOrd="0" destOrd="0" presId="urn:microsoft.com/office/officeart/2008/layout/LinedList"/>
    <dgm:cxn modelId="{9D6B975D-A46F-4DE4-BAC5-B2D75BFE219E}" srcId="{6C3F458F-6CDF-41F8-B9A5-5D3F7CC8A720}" destId="{2615F00B-3CC2-48B3-B6C0-0D6A009E7FCC}" srcOrd="0" destOrd="0" parTransId="{F0454682-9843-4D7E-9608-F0CF778E23B6}" sibTransId="{C1F2E970-0036-4703-B344-A5E023546A9A}"/>
    <dgm:cxn modelId="{C827B746-D22B-46B2-9FC8-46AB0CDA5D52}" type="presOf" srcId="{EE27ABC0-56DE-4A3C-9A1C-C61F39101E75}" destId="{127A1E44-C286-434D-98F9-928CDEAFAD67}" srcOrd="0" destOrd="0" presId="urn:microsoft.com/office/officeart/2008/layout/LinedList"/>
    <dgm:cxn modelId="{6E97194B-553D-4B66-BAF3-E681FF388D5A}" type="presOf" srcId="{6C3F458F-6CDF-41F8-B9A5-5D3F7CC8A720}" destId="{81F0C424-4476-43A3-B6C7-78D58A4FC58B}" srcOrd="0" destOrd="0" presId="urn:microsoft.com/office/officeart/2008/layout/LinedList"/>
    <dgm:cxn modelId="{4523AB6D-C1B3-474F-8430-A320E6D24F24}" type="presOf" srcId="{C6739DC7-447E-4902-B651-397AE2AFEC8D}" destId="{AF251CAC-A22F-4829-944F-D872DA1C3BC8}" srcOrd="0" destOrd="0" presId="urn:microsoft.com/office/officeart/2008/layout/LinedList"/>
    <dgm:cxn modelId="{657F776E-9130-4258-A52E-7E2F4C0B842F}" type="presOf" srcId="{6FE545CB-16CE-4C13-B267-5669BDFA2E7D}" destId="{4C918442-95DD-4C09-A1DB-AC63CDF0BAEF}" srcOrd="0" destOrd="0" presId="urn:microsoft.com/office/officeart/2008/layout/LinedList"/>
    <dgm:cxn modelId="{489E6153-B591-4864-9F14-284062B0F9AB}" srcId="{6C3F458F-6CDF-41F8-B9A5-5D3F7CC8A720}" destId="{5A574FDC-2EBB-49A7-B883-CCEC8599457B}" srcOrd="4" destOrd="0" parTransId="{4CAF3157-71C6-47E1-B85B-45B7E0A496E6}" sibTransId="{D216B145-7A47-4170-975C-9A40C3CD79C5}"/>
    <dgm:cxn modelId="{E7F42D54-C57C-4EB4-8160-46132DF1D28D}" srcId="{6C3F458F-6CDF-41F8-B9A5-5D3F7CC8A720}" destId="{D08D054E-4700-4B25-8BA1-67546B3D1FBB}" srcOrd="3" destOrd="0" parTransId="{E1FB0C2B-DEB7-4F53-A4FB-CF23CB100F7D}" sibTransId="{824D7F2D-78EB-4120-8D64-74826A778028}"/>
    <dgm:cxn modelId="{C7309B54-B3CC-4E8A-B729-26873FE72DB5}" srcId="{6C3F458F-6CDF-41F8-B9A5-5D3F7CC8A720}" destId="{EE27ABC0-56DE-4A3C-9A1C-C61F39101E75}" srcOrd="6" destOrd="0" parTransId="{76ACDE71-27F0-4A70-89C4-0B0804BD55BA}" sibTransId="{A24C714C-C77D-4AAC-8878-CA098FAB5479}"/>
    <dgm:cxn modelId="{72E53F76-9CEA-40F2-8123-BDA8A6074E41}" type="presOf" srcId="{B4E4EA2A-6F8F-4DA5-8DF3-7C0A18CD446E}" destId="{328385DB-85F2-43E7-807D-98F12D6F77A4}" srcOrd="0" destOrd="0" presId="urn:microsoft.com/office/officeart/2008/layout/LinedList"/>
    <dgm:cxn modelId="{AFE6208F-50C8-45C9-80E8-EF813C1516A5}" srcId="{6C3F458F-6CDF-41F8-B9A5-5D3F7CC8A720}" destId="{6FE545CB-16CE-4C13-B267-5669BDFA2E7D}" srcOrd="7" destOrd="0" parTransId="{911E7326-475D-4713-949C-69C8D5254910}" sibTransId="{94FEB79D-F58E-48BA-BCDA-8E9B4E4D5135}"/>
    <dgm:cxn modelId="{C93F4FB1-1BBA-498A-BC36-12D38B452FBF}" type="presOf" srcId="{2615F00B-3CC2-48B3-B6C0-0D6A009E7FCC}" destId="{DD9994BF-DAA9-49C9-A19C-24AA976F091B}" srcOrd="0" destOrd="0" presId="urn:microsoft.com/office/officeart/2008/layout/LinedList"/>
    <dgm:cxn modelId="{6FF64AB7-E870-4E1C-90E8-5D5EB054CDD3}" srcId="{6C3F458F-6CDF-41F8-B9A5-5D3F7CC8A720}" destId="{C6739DC7-447E-4902-B651-397AE2AFEC8D}" srcOrd="2" destOrd="0" parTransId="{491DDA6C-8A12-45C2-8914-EDC64265B930}" sibTransId="{A7D6FB2D-7621-4AE9-815E-18F14653113F}"/>
    <dgm:cxn modelId="{CD72A71D-F54B-4FA4-8F32-416B1E62060A}" type="presParOf" srcId="{81F0C424-4476-43A3-B6C7-78D58A4FC58B}" destId="{20102744-3D43-4DF1-8866-5BA8D471ABEF}" srcOrd="0" destOrd="0" presId="urn:microsoft.com/office/officeart/2008/layout/LinedList"/>
    <dgm:cxn modelId="{908DF04B-1758-41D2-BB11-4D457066BCC6}" type="presParOf" srcId="{81F0C424-4476-43A3-B6C7-78D58A4FC58B}" destId="{A30F1942-36D5-4121-BA32-09FF84C62EC4}" srcOrd="1" destOrd="0" presId="urn:microsoft.com/office/officeart/2008/layout/LinedList"/>
    <dgm:cxn modelId="{6D21A29A-6E0D-4CF7-9780-9BBDBACEE47E}" type="presParOf" srcId="{A30F1942-36D5-4121-BA32-09FF84C62EC4}" destId="{DD9994BF-DAA9-49C9-A19C-24AA976F091B}" srcOrd="0" destOrd="0" presId="urn:microsoft.com/office/officeart/2008/layout/LinedList"/>
    <dgm:cxn modelId="{E349D396-7355-425A-BCD6-35BF947074F8}" type="presParOf" srcId="{A30F1942-36D5-4121-BA32-09FF84C62EC4}" destId="{99A584B8-580C-4A51-B2A1-95B5A46AC45D}" srcOrd="1" destOrd="0" presId="urn:microsoft.com/office/officeart/2008/layout/LinedList"/>
    <dgm:cxn modelId="{156C738B-B76D-4F37-8133-AC90029836B7}" type="presParOf" srcId="{81F0C424-4476-43A3-B6C7-78D58A4FC58B}" destId="{76B2D066-DC3C-4248-9590-F827EB85CF2B}" srcOrd="2" destOrd="0" presId="urn:microsoft.com/office/officeart/2008/layout/LinedList"/>
    <dgm:cxn modelId="{24BC6466-41DB-4C30-BB3C-63D734A52F8C}" type="presParOf" srcId="{81F0C424-4476-43A3-B6C7-78D58A4FC58B}" destId="{8B5F9A4C-8EFA-4B45-AEFB-CB8CC549A7B6}" srcOrd="3" destOrd="0" presId="urn:microsoft.com/office/officeart/2008/layout/LinedList"/>
    <dgm:cxn modelId="{B92E710B-B0CA-49EC-861B-1AD2167EF941}" type="presParOf" srcId="{8B5F9A4C-8EFA-4B45-AEFB-CB8CC549A7B6}" destId="{328385DB-85F2-43E7-807D-98F12D6F77A4}" srcOrd="0" destOrd="0" presId="urn:microsoft.com/office/officeart/2008/layout/LinedList"/>
    <dgm:cxn modelId="{C8DC3D4D-E88D-4CD3-9696-C58159D47728}" type="presParOf" srcId="{8B5F9A4C-8EFA-4B45-AEFB-CB8CC549A7B6}" destId="{AC7B7254-45B5-4803-B61A-15D774BB3ED9}" srcOrd="1" destOrd="0" presId="urn:microsoft.com/office/officeart/2008/layout/LinedList"/>
    <dgm:cxn modelId="{AA02BC26-F425-4CD8-ABF8-B05CE4D0C546}" type="presParOf" srcId="{81F0C424-4476-43A3-B6C7-78D58A4FC58B}" destId="{1755CAF7-6A3F-4324-9DBB-16293D9653AB}" srcOrd="4" destOrd="0" presId="urn:microsoft.com/office/officeart/2008/layout/LinedList"/>
    <dgm:cxn modelId="{D8A0E4B5-8C83-40CC-940A-5F9BA06A50BB}" type="presParOf" srcId="{81F0C424-4476-43A3-B6C7-78D58A4FC58B}" destId="{200C204B-6BC6-4C27-99E9-1CD9ECB24E72}" srcOrd="5" destOrd="0" presId="urn:microsoft.com/office/officeart/2008/layout/LinedList"/>
    <dgm:cxn modelId="{B4471095-BE26-40DD-BF8F-3DD607BFD5BB}" type="presParOf" srcId="{200C204B-6BC6-4C27-99E9-1CD9ECB24E72}" destId="{AF251CAC-A22F-4829-944F-D872DA1C3BC8}" srcOrd="0" destOrd="0" presId="urn:microsoft.com/office/officeart/2008/layout/LinedList"/>
    <dgm:cxn modelId="{503B02F0-37E1-45F2-822B-FCCC42AE731D}" type="presParOf" srcId="{200C204B-6BC6-4C27-99E9-1CD9ECB24E72}" destId="{2ED6EC61-FF57-465B-9904-523B67CFEFAE}" srcOrd="1" destOrd="0" presId="urn:microsoft.com/office/officeart/2008/layout/LinedList"/>
    <dgm:cxn modelId="{B39B02AF-C4A5-44DA-86FF-AAEEB52020AB}" type="presParOf" srcId="{81F0C424-4476-43A3-B6C7-78D58A4FC58B}" destId="{FB2519D0-C811-4D71-9ECB-59BC07A1D456}" srcOrd="6" destOrd="0" presId="urn:microsoft.com/office/officeart/2008/layout/LinedList"/>
    <dgm:cxn modelId="{895693D8-50CF-4405-90B3-DF91432CB67E}" type="presParOf" srcId="{81F0C424-4476-43A3-B6C7-78D58A4FC58B}" destId="{A598C0FA-9C4F-4DC4-9953-6E8C447DB10F}" srcOrd="7" destOrd="0" presId="urn:microsoft.com/office/officeart/2008/layout/LinedList"/>
    <dgm:cxn modelId="{BEC5EAC3-28BA-448B-87CA-60E7D310718F}" type="presParOf" srcId="{A598C0FA-9C4F-4DC4-9953-6E8C447DB10F}" destId="{1CBD4CE2-73B5-4D4F-AE8B-61071A71A231}" srcOrd="0" destOrd="0" presId="urn:microsoft.com/office/officeart/2008/layout/LinedList"/>
    <dgm:cxn modelId="{BFC03CC7-37FF-4839-A6D0-9E8F92CB8D8D}" type="presParOf" srcId="{A598C0FA-9C4F-4DC4-9953-6E8C447DB10F}" destId="{D5424ACD-AD10-463E-9F5F-50ED0D8C708A}" srcOrd="1" destOrd="0" presId="urn:microsoft.com/office/officeart/2008/layout/LinedList"/>
    <dgm:cxn modelId="{D936E09F-DF4E-46D4-94D2-1E0ED0B5DB9A}" type="presParOf" srcId="{81F0C424-4476-43A3-B6C7-78D58A4FC58B}" destId="{40D8AC7A-8B7C-45E6-A3C1-413E30D25597}" srcOrd="8" destOrd="0" presId="urn:microsoft.com/office/officeart/2008/layout/LinedList"/>
    <dgm:cxn modelId="{4C7DFDAA-C411-412D-B88C-19F2F8ADB1E5}" type="presParOf" srcId="{81F0C424-4476-43A3-B6C7-78D58A4FC58B}" destId="{93ADD5C3-CDB3-4A2B-BC9D-DACC8D5AF1FA}" srcOrd="9" destOrd="0" presId="urn:microsoft.com/office/officeart/2008/layout/LinedList"/>
    <dgm:cxn modelId="{9C411B69-BF3C-47A0-9DA1-C8A98ABFCB57}" type="presParOf" srcId="{93ADD5C3-CDB3-4A2B-BC9D-DACC8D5AF1FA}" destId="{8F283FE5-81C8-4C18-85FC-573F537D6186}" srcOrd="0" destOrd="0" presId="urn:microsoft.com/office/officeart/2008/layout/LinedList"/>
    <dgm:cxn modelId="{198E13BD-E2D7-41D4-B5F3-713AE3C110DD}" type="presParOf" srcId="{93ADD5C3-CDB3-4A2B-BC9D-DACC8D5AF1FA}" destId="{85D66DBC-2C1F-45E0-9C7A-552F82DB3ADF}" srcOrd="1" destOrd="0" presId="urn:microsoft.com/office/officeart/2008/layout/LinedList"/>
    <dgm:cxn modelId="{7D6F2DC0-526A-405C-AB10-943FCB151B06}" type="presParOf" srcId="{81F0C424-4476-43A3-B6C7-78D58A4FC58B}" destId="{C1128F18-6D2C-471B-975A-5C41DD60E763}" srcOrd="10" destOrd="0" presId="urn:microsoft.com/office/officeart/2008/layout/LinedList"/>
    <dgm:cxn modelId="{3F1AFCD0-5B5D-4A8C-93FA-A83D07654287}" type="presParOf" srcId="{81F0C424-4476-43A3-B6C7-78D58A4FC58B}" destId="{C5F38A61-0824-499D-92D4-8AA972981046}" srcOrd="11" destOrd="0" presId="urn:microsoft.com/office/officeart/2008/layout/LinedList"/>
    <dgm:cxn modelId="{AF06F3FD-92CA-48C0-B206-3D2C6DB9BBEF}" type="presParOf" srcId="{C5F38A61-0824-499D-92D4-8AA972981046}" destId="{95A96FFF-6A22-49B5-9B01-D7E8E07C4FCA}" srcOrd="0" destOrd="0" presId="urn:microsoft.com/office/officeart/2008/layout/LinedList"/>
    <dgm:cxn modelId="{436840EA-B485-4EB8-AE2C-2E80988B9EF0}" type="presParOf" srcId="{C5F38A61-0824-499D-92D4-8AA972981046}" destId="{F0ED1F67-8897-4C18-B0CF-4B57CC4E66A8}" srcOrd="1" destOrd="0" presId="urn:microsoft.com/office/officeart/2008/layout/LinedList"/>
    <dgm:cxn modelId="{AB03166E-FD0C-4606-A81A-22672FCC53EE}" type="presParOf" srcId="{81F0C424-4476-43A3-B6C7-78D58A4FC58B}" destId="{18F89C9D-D334-41FF-A7D3-98FFD2081EF9}" srcOrd="12" destOrd="0" presId="urn:microsoft.com/office/officeart/2008/layout/LinedList"/>
    <dgm:cxn modelId="{9046374D-372E-4DA9-BF7B-CAC1B703524B}" type="presParOf" srcId="{81F0C424-4476-43A3-B6C7-78D58A4FC58B}" destId="{E4B7262D-27BE-44B1-AE04-31CFE01B6EB0}" srcOrd="13" destOrd="0" presId="urn:microsoft.com/office/officeart/2008/layout/LinedList"/>
    <dgm:cxn modelId="{E898D29D-B3DA-46AB-AA5A-2CFF3B3F5F8B}" type="presParOf" srcId="{E4B7262D-27BE-44B1-AE04-31CFE01B6EB0}" destId="{127A1E44-C286-434D-98F9-928CDEAFAD67}" srcOrd="0" destOrd="0" presId="urn:microsoft.com/office/officeart/2008/layout/LinedList"/>
    <dgm:cxn modelId="{3182F228-60E8-4294-A8C2-6659C417758A}" type="presParOf" srcId="{E4B7262D-27BE-44B1-AE04-31CFE01B6EB0}" destId="{56C47E67-203E-4BC7-A501-E4D6823A6E13}" srcOrd="1" destOrd="0" presId="urn:microsoft.com/office/officeart/2008/layout/LinedList"/>
    <dgm:cxn modelId="{5960C0E4-85A3-4A26-8C1D-6A19EF7BEA46}" type="presParOf" srcId="{81F0C424-4476-43A3-B6C7-78D58A4FC58B}" destId="{E020D523-F456-4D03-B97B-B3B7CC519656}" srcOrd="14" destOrd="0" presId="urn:microsoft.com/office/officeart/2008/layout/LinedList"/>
    <dgm:cxn modelId="{59070192-EBAF-4528-8DE9-D18EABEC24B9}" type="presParOf" srcId="{81F0C424-4476-43A3-B6C7-78D58A4FC58B}" destId="{F6FADB98-7B1C-4709-B84B-F5D2E4C2881F}" srcOrd="15" destOrd="0" presId="urn:microsoft.com/office/officeart/2008/layout/LinedList"/>
    <dgm:cxn modelId="{83D6399F-B659-4277-B840-6BF54246F052}" type="presParOf" srcId="{F6FADB98-7B1C-4709-B84B-F5D2E4C2881F}" destId="{4C918442-95DD-4C09-A1DB-AC63CDF0BAEF}" srcOrd="0" destOrd="0" presId="urn:microsoft.com/office/officeart/2008/layout/LinedList"/>
    <dgm:cxn modelId="{C9F5E06F-1849-47E9-9154-87BD80455664}" type="presParOf" srcId="{F6FADB98-7B1C-4709-B84B-F5D2E4C2881F}" destId="{DF4B6AB3-3262-4F2B-8F00-5DD89DF3BE81}"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79365DD-05CC-4D34-8451-5E9AF14B9E89}" type="doc">
      <dgm:prSet loTypeId="urn:microsoft.com/office/officeart/2008/layout/LinedList" loCatId="list" qsTypeId="urn:microsoft.com/office/officeart/2005/8/quickstyle/simple1" qsCatId="simple" csTypeId="urn:microsoft.com/office/officeart/2005/8/colors/accent0_3" csCatId="mainScheme"/>
      <dgm:spPr/>
      <dgm:t>
        <a:bodyPr/>
        <a:lstStyle/>
        <a:p>
          <a:endParaRPr lang="en-US"/>
        </a:p>
      </dgm:t>
    </dgm:pt>
    <dgm:pt modelId="{F9C5FCDF-C17A-4898-ABF1-2CAAA1AC3A8E}">
      <dgm:prSet/>
      <dgm:spPr/>
      <dgm:t>
        <a:bodyPr/>
        <a:lstStyle/>
        <a:p>
          <a:r>
            <a:rPr lang="en-US"/>
            <a:t>In 1908, Iqbal returned from England and joined again the Government college Lahore as a professor of philosophy and English literature.</a:t>
          </a:r>
        </a:p>
      </dgm:t>
    </dgm:pt>
    <dgm:pt modelId="{28AEF255-A991-4451-943E-5D72C1DE054D}" type="parTrans" cxnId="{F9954160-726B-465F-9AD5-EBCA1966F0F9}">
      <dgm:prSet/>
      <dgm:spPr/>
      <dgm:t>
        <a:bodyPr/>
        <a:lstStyle/>
        <a:p>
          <a:endParaRPr lang="en-US"/>
        </a:p>
      </dgm:t>
    </dgm:pt>
    <dgm:pt modelId="{239256CC-F59B-42F7-946B-6E20C512912B}" type="sibTrans" cxnId="{F9954160-726B-465F-9AD5-EBCA1966F0F9}">
      <dgm:prSet/>
      <dgm:spPr/>
      <dgm:t>
        <a:bodyPr/>
        <a:lstStyle/>
        <a:p>
          <a:endParaRPr lang="en-US"/>
        </a:p>
      </dgm:t>
    </dgm:pt>
    <dgm:pt modelId="{0A8E6B88-3769-4D54-BBFB-A4BD587A9364}">
      <dgm:prSet/>
      <dgm:spPr/>
      <dgm:t>
        <a:bodyPr/>
        <a:lstStyle/>
        <a:p>
          <a:r>
            <a:rPr lang="en-US"/>
            <a:t>He devoted himself in literary works and became an active member of Anjuman-e-Himayat-e-Islam. In 1919, he became the general secretary of the organisation.</a:t>
          </a:r>
        </a:p>
      </dgm:t>
    </dgm:pt>
    <dgm:pt modelId="{137F69FA-EF84-4E31-8BB3-3EF3A9B482AD}" type="parTrans" cxnId="{6ECD6160-6876-4FD8-9791-422C898B158E}">
      <dgm:prSet/>
      <dgm:spPr/>
      <dgm:t>
        <a:bodyPr/>
        <a:lstStyle/>
        <a:p>
          <a:endParaRPr lang="en-US"/>
        </a:p>
      </dgm:t>
    </dgm:pt>
    <dgm:pt modelId="{DC3462C5-28B3-4735-B86A-583141F0F63B}" type="sibTrans" cxnId="{6ECD6160-6876-4FD8-9791-422C898B158E}">
      <dgm:prSet/>
      <dgm:spPr/>
      <dgm:t>
        <a:bodyPr/>
        <a:lstStyle/>
        <a:p>
          <a:endParaRPr lang="en-US"/>
        </a:p>
      </dgm:t>
    </dgm:pt>
    <dgm:pt modelId="{51E8DB25-116D-4DCC-8F91-F13EC87C344D}">
      <dgm:prSet/>
      <dgm:spPr/>
      <dgm:t>
        <a:bodyPr/>
        <a:lstStyle/>
        <a:p>
          <a:r>
            <a:rPr lang="en-US"/>
            <a:t>Iqbal's thoughts in his work primarily focus on the spiritual direction and development of human society, centered around experiences from his travels and stays in Western Europe and the Middle East. He was greatly influenced by Western philosophers such as Friedrich Nietzsche, Henri Bergson and Goethe.</a:t>
          </a:r>
        </a:p>
      </dgm:t>
    </dgm:pt>
    <dgm:pt modelId="{86A9587E-F89A-419F-B269-79B6F5649CAD}" type="parTrans" cxnId="{1FD973F3-5017-4514-84E4-DA0FB5ADF64F}">
      <dgm:prSet/>
      <dgm:spPr/>
      <dgm:t>
        <a:bodyPr/>
        <a:lstStyle/>
        <a:p>
          <a:endParaRPr lang="en-US"/>
        </a:p>
      </dgm:t>
    </dgm:pt>
    <dgm:pt modelId="{136CEB16-8790-45D4-9746-B965E19132A2}" type="sibTrans" cxnId="{1FD973F3-5017-4514-84E4-DA0FB5ADF64F}">
      <dgm:prSet/>
      <dgm:spPr/>
      <dgm:t>
        <a:bodyPr/>
        <a:lstStyle/>
        <a:p>
          <a:endParaRPr lang="en-US"/>
        </a:p>
      </dgm:t>
    </dgm:pt>
    <dgm:pt modelId="{664C755C-FADE-4E8D-9B07-8310CE0AB783}" type="pres">
      <dgm:prSet presAssocID="{F79365DD-05CC-4D34-8451-5E9AF14B9E89}" presName="vert0" presStyleCnt="0">
        <dgm:presLayoutVars>
          <dgm:dir/>
          <dgm:animOne val="branch"/>
          <dgm:animLvl val="lvl"/>
        </dgm:presLayoutVars>
      </dgm:prSet>
      <dgm:spPr/>
    </dgm:pt>
    <dgm:pt modelId="{23C4C400-EB76-40D4-8216-36BC701E5123}" type="pres">
      <dgm:prSet presAssocID="{F9C5FCDF-C17A-4898-ABF1-2CAAA1AC3A8E}" presName="thickLine" presStyleLbl="alignNode1" presStyleIdx="0" presStyleCnt="3"/>
      <dgm:spPr/>
    </dgm:pt>
    <dgm:pt modelId="{1CC742B7-8064-46A2-B309-F9EEA117C831}" type="pres">
      <dgm:prSet presAssocID="{F9C5FCDF-C17A-4898-ABF1-2CAAA1AC3A8E}" presName="horz1" presStyleCnt="0"/>
      <dgm:spPr/>
    </dgm:pt>
    <dgm:pt modelId="{35220C9C-A8BA-44F3-9A16-4A8A9DC4F475}" type="pres">
      <dgm:prSet presAssocID="{F9C5FCDF-C17A-4898-ABF1-2CAAA1AC3A8E}" presName="tx1" presStyleLbl="revTx" presStyleIdx="0" presStyleCnt="3"/>
      <dgm:spPr/>
    </dgm:pt>
    <dgm:pt modelId="{84F898EB-E3F8-4985-9D0F-30FEE2CB01E0}" type="pres">
      <dgm:prSet presAssocID="{F9C5FCDF-C17A-4898-ABF1-2CAAA1AC3A8E}" presName="vert1" presStyleCnt="0"/>
      <dgm:spPr/>
    </dgm:pt>
    <dgm:pt modelId="{44930436-3966-4CF2-9099-FD35A99B8AF7}" type="pres">
      <dgm:prSet presAssocID="{0A8E6B88-3769-4D54-BBFB-A4BD587A9364}" presName="thickLine" presStyleLbl="alignNode1" presStyleIdx="1" presStyleCnt="3"/>
      <dgm:spPr/>
    </dgm:pt>
    <dgm:pt modelId="{D52600BF-F740-4CA1-A09C-928EFB80F6BD}" type="pres">
      <dgm:prSet presAssocID="{0A8E6B88-3769-4D54-BBFB-A4BD587A9364}" presName="horz1" presStyleCnt="0"/>
      <dgm:spPr/>
    </dgm:pt>
    <dgm:pt modelId="{FC099927-7047-4B68-9E7E-A5277777F459}" type="pres">
      <dgm:prSet presAssocID="{0A8E6B88-3769-4D54-BBFB-A4BD587A9364}" presName="tx1" presStyleLbl="revTx" presStyleIdx="1" presStyleCnt="3"/>
      <dgm:spPr/>
    </dgm:pt>
    <dgm:pt modelId="{B74104EC-1BAD-4BD7-9D30-E276ABBEFCC7}" type="pres">
      <dgm:prSet presAssocID="{0A8E6B88-3769-4D54-BBFB-A4BD587A9364}" presName="vert1" presStyleCnt="0"/>
      <dgm:spPr/>
    </dgm:pt>
    <dgm:pt modelId="{D381D2FA-64DA-4E72-801D-FFCCF329E9FD}" type="pres">
      <dgm:prSet presAssocID="{51E8DB25-116D-4DCC-8F91-F13EC87C344D}" presName="thickLine" presStyleLbl="alignNode1" presStyleIdx="2" presStyleCnt="3"/>
      <dgm:spPr/>
    </dgm:pt>
    <dgm:pt modelId="{3FC1E7A1-A1CF-4C90-BA38-161F116F8C19}" type="pres">
      <dgm:prSet presAssocID="{51E8DB25-116D-4DCC-8F91-F13EC87C344D}" presName="horz1" presStyleCnt="0"/>
      <dgm:spPr/>
    </dgm:pt>
    <dgm:pt modelId="{DF684E0A-9376-4597-A376-310DDF783499}" type="pres">
      <dgm:prSet presAssocID="{51E8DB25-116D-4DCC-8F91-F13EC87C344D}" presName="tx1" presStyleLbl="revTx" presStyleIdx="2" presStyleCnt="3"/>
      <dgm:spPr/>
    </dgm:pt>
    <dgm:pt modelId="{988BED56-1121-42AA-8F62-86E3577B4C90}" type="pres">
      <dgm:prSet presAssocID="{51E8DB25-116D-4DCC-8F91-F13EC87C344D}" presName="vert1" presStyleCnt="0"/>
      <dgm:spPr/>
    </dgm:pt>
  </dgm:ptLst>
  <dgm:cxnLst>
    <dgm:cxn modelId="{F9954160-726B-465F-9AD5-EBCA1966F0F9}" srcId="{F79365DD-05CC-4D34-8451-5E9AF14B9E89}" destId="{F9C5FCDF-C17A-4898-ABF1-2CAAA1AC3A8E}" srcOrd="0" destOrd="0" parTransId="{28AEF255-A991-4451-943E-5D72C1DE054D}" sibTransId="{239256CC-F59B-42F7-946B-6E20C512912B}"/>
    <dgm:cxn modelId="{6ECD6160-6876-4FD8-9791-422C898B158E}" srcId="{F79365DD-05CC-4D34-8451-5E9AF14B9E89}" destId="{0A8E6B88-3769-4D54-BBFB-A4BD587A9364}" srcOrd="1" destOrd="0" parTransId="{137F69FA-EF84-4E31-8BB3-3EF3A9B482AD}" sibTransId="{DC3462C5-28B3-4735-B86A-583141F0F63B}"/>
    <dgm:cxn modelId="{FF0F3776-FAA2-43A5-82FD-6615BB5FAC54}" type="presOf" srcId="{0A8E6B88-3769-4D54-BBFB-A4BD587A9364}" destId="{FC099927-7047-4B68-9E7E-A5277777F459}" srcOrd="0" destOrd="0" presId="urn:microsoft.com/office/officeart/2008/layout/LinedList"/>
    <dgm:cxn modelId="{598E9276-323C-4978-905D-163AD2F94681}" type="presOf" srcId="{F79365DD-05CC-4D34-8451-5E9AF14B9E89}" destId="{664C755C-FADE-4E8D-9B07-8310CE0AB783}" srcOrd="0" destOrd="0" presId="urn:microsoft.com/office/officeart/2008/layout/LinedList"/>
    <dgm:cxn modelId="{ED5AC2AB-39B9-4C24-9F4B-E3200C401A9A}" type="presOf" srcId="{F9C5FCDF-C17A-4898-ABF1-2CAAA1AC3A8E}" destId="{35220C9C-A8BA-44F3-9A16-4A8A9DC4F475}" srcOrd="0" destOrd="0" presId="urn:microsoft.com/office/officeart/2008/layout/LinedList"/>
    <dgm:cxn modelId="{E48C9EBE-F7F7-4131-AEDE-75A0CC5C7269}" type="presOf" srcId="{51E8DB25-116D-4DCC-8F91-F13EC87C344D}" destId="{DF684E0A-9376-4597-A376-310DDF783499}" srcOrd="0" destOrd="0" presId="urn:microsoft.com/office/officeart/2008/layout/LinedList"/>
    <dgm:cxn modelId="{1FD973F3-5017-4514-84E4-DA0FB5ADF64F}" srcId="{F79365DD-05CC-4D34-8451-5E9AF14B9E89}" destId="{51E8DB25-116D-4DCC-8F91-F13EC87C344D}" srcOrd="2" destOrd="0" parTransId="{86A9587E-F89A-419F-B269-79B6F5649CAD}" sibTransId="{136CEB16-8790-45D4-9746-B965E19132A2}"/>
    <dgm:cxn modelId="{1E96E0B7-7F52-4817-9CAC-D704B564650A}" type="presParOf" srcId="{664C755C-FADE-4E8D-9B07-8310CE0AB783}" destId="{23C4C400-EB76-40D4-8216-36BC701E5123}" srcOrd="0" destOrd="0" presId="urn:microsoft.com/office/officeart/2008/layout/LinedList"/>
    <dgm:cxn modelId="{D6693A1F-F8E3-4F85-B40C-B24AB4140F79}" type="presParOf" srcId="{664C755C-FADE-4E8D-9B07-8310CE0AB783}" destId="{1CC742B7-8064-46A2-B309-F9EEA117C831}" srcOrd="1" destOrd="0" presId="urn:microsoft.com/office/officeart/2008/layout/LinedList"/>
    <dgm:cxn modelId="{6AE4E760-6E30-4B8E-AAC2-0615822634C4}" type="presParOf" srcId="{1CC742B7-8064-46A2-B309-F9EEA117C831}" destId="{35220C9C-A8BA-44F3-9A16-4A8A9DC4F475}" srcOrd="0" destOrd="0" presId="urn:microsoft.com/office/officeart/2008/layout/LinedList"/>
    <dgm:cxn modelId="{6185D0B7-C029-4B94-BEB3-32B8D8FA596B}" type="presParOf" srcId="{1CC742B7-8064-46A2-B309-F9EEA117C831}" destId="{84F898EB-E3F8-4985-9D0F-30FEE2CB01E0}" srcOrd="1" destOrd="0" presId="urn:microsoft.com/office/officeart/2008/layout/LinedList"/>
    <dgm:cxn modelId="{1FB5E664-0973-470F-9965-56D3F4020C34}" type="presParOf" srcId="{664C755C-FADE-4E8D-9B07-8310CE0AB783}" destId="{44930436-3966-4CF2-9099-FD35A99B8AF7}" srcOrd="2" destOrd="0" presId="urn:microsoft.com/office/officeart/2008/layout/LinedList"/>
    <dgm:cxn modelId="{9C0231A0-EB4C-4CC4-8BEB-3BEFFF605EAA}" type="presParOf" srcId="{664C755C-FADE-4E8D-9B07-8310CE0AB783}" destId="{D52600BF-F740-4CA1-A09C-928EFB80F6BD}" srcOrd="3" destOrd="0" presId="urn:microsoft.com/office/officeart/2008/layout/LinedList"/>
    <dgm:cxn modelId="{FA5A0375-8421-4108-B8CE-D50FB5552EAF}" type="presParOf" srcId="{D52600BF-F740-4CA1-A09C-928EFB80F6BD}" destId="{FC099927-7047-4B68-9E7E-A5277777F459}" srcOrd="0" destOrd="0" presId="urn:microsoft.com/office/officeart/2008/layout/LinedList"/>
    <dgm:cxn modelId="{A5CF4B14-6357-4B96-BA74-2F76160475B6}" type="presParOf" srcId="{D52600BF-F740-4CA1-A09C-928EFB80F6BD}" destId="{B74104EC-1BAD-4BD7-9D30-E276ABBEFCC7}" srcOrd="1" destOrd="0" presId="urn:microsoft.com/office/officeart/2008/layout/LinedList"/>
    <dgm:cxn modelId="{C58E7C34-F42D-4953-BCFE-32C1B10A4D8E}" type="presParOf" srcId="{664C755C-FADE-4E8D-9B07-8310CE0AB783}" destId="{D381D2FA-64DA-4E72-801D-FFCCF329E9FD}" srcOrd="4" destOrd="0" presId="urn:microsoft.com/office/officeart/2008/layout/LinedList"/>
    <dgm:cxn modelId="{DC459C8F-E206-4439-94AA-8AC414C0DA40}" type="presParOf" srcId="{664C755C-FADE-4E8D-9B07-8310CE0AB783}" destId="{3FC1E7A1-A1CF-4C90-BA38-161F116F8C19}" srcOrd="5" destOrd="0" presId="urn:microsoft.com/office/officeart/2008/layout/LinedList"/>
    <dgm:cxn modelId="{D38656A8-B7DC-4458-8654-01DE6B99D805}" type="presParOf" srcId="{3FC1E7A1-A1CF-4C90-BA38-161F116F8C19}" destId="{DF684E0A-9376-4597-A376-310DDF783499}" srcOrd="0" destOrd="0" presId="urn:microsoft.com/office/officeart/2008/layout/LinedList"/>
    <dgm:cxn modelId="{3562446E-F371-47E8-BD41-163A33243E07}" type="presParOf" srcId="{3FC1E7A1-A1CF-4C90-BA38-161F116F8C19}" destId="{988BED56-1121-42AA-8F62-86E3577B4C90}"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9CF12379-7644-4DA3-92BE-50AE63878EE1}" type="doc">
      <dgm:prSet loTypeId="urn:microsoft.com/office/officeart/2008/layout/LinedList" loCatId="list" qsTypeId="urn:microsoft.com/office/officeart/2005/8/quickstyle/simple1" qsCatId="simple" csTypeId="urn:microsoft.com/office/officeart/2005/8/colors/accent0_3" csCatId="mainScheme"/>
      <dgm:spPr/>
      <dgm:t>
        <a:bodyPr/>
        <a:lstStyle/>
        <a:p>
          <a:endParaRPr lang="en-US"/>
        </a:p>
      </dgm:t>
    </dgm:pt>
    <dgm:pt modelId="{95A77A0D-CE4E-4A40-85AD-597B92C14167}">
      <dgm:prSet/>
      <dgm:spPr/>
      <dgm:t>
        <a:bodyPr/>
        <a:lstStyle/>
        <a:p>
          <a:r>
            <a:rPr lang="en-US" dirty="0"/>
            <a:t>The poetry and philosophy of Maulana Rumi putt the deepest influence on Iqbal's mind.</a:t>
          </a:r>
        </a:p>
      </dgm:t>
    </dgm:pt>
    <dgm:pt modelId="{59ADA287-33D3-48F0-9A4B-C1F417493A0C}" type="parTrans" cxnId="{D7660B36-CC11-414D-B5A9-B35B0CD043FA}">
      <dgm:prSet/>
      <dgm:spPr/>
      <dgm:t>
        <a:bodyPr/>
        <a:lstStyle/>
        <a:p>
          <a:endParaRPr lang="en-US"/>
        </a:p>
      </dgm:t>
    </dgm:pt>
    <dgm:pt modelId="{C29E0B5E-919F-4C0E-A1E8-617C7ACC6107}" type="sibTrans" cxnId="{D7660B36-CC11-414D-B5A9-B35B0CD043FA}">
      <dgm:prSet/>
      <dgm:spPr/>
      <dgm:t>
        <a:bodyPr/>
        <a:lstStyle/>
        <a:p>
          <a:endParaRPr lang="en-US"/>
        </a:p>
      </dgm:t>
    </dgm:pt>
    <dgm:pt modelId="{6EA0FA09-654E-4786-BD28-5FDD531CD421}">
      <dgm:prSet/>
      <dgm:spPr/>
      <dgm:t>
        <a:bodyPr/>
        <a:lstStyle/>
        <a:p>
          <a:r>
            <a:rPr lang="en-US"/>
            <a:t>Iqbal began intensely concentrating on the study of Islam, the culture and history of Islamic civilization and its political future, while embracing Rumi as his guide.</a:t>
          </a:r>
        </a:p>
      </dgm:t>
    </dgm:pt>
    <dgm:pt modelId="{092BB691-C206-4AAD-A865-26939A08A05F}" type="parTrans" cxnId="{F66F7930-4F6B-4A3E-B0B3-958D476CD53E}">
      <dgm:prSet/>
      <dgm:spPr/>
      <dgm:t>
        <a:bodyPr/>
        <a:lstStyle/>
        <a:p>
          <a:endParaRPr lang="en-US"/>
        </a:p>
      </dgm:t>
    </dgm:pt>
    <dgm:pt modelId="{7FB24821-4A9F-4A2F-8B16-FBDBEE349002}" type="sibTrans" cxnId="{F66F7930-4F6B-4A3E-B0B3-958D476CD53E}">
      <dgm:prSet/>
      <dgm:spPr/>
      <dgm:t>
        <a:bodyPr/>
        <a:lstStyle/>
        <a:p>
          <a:endParaRPr lang="en-US"/>
        </a:p>
      </dgm:t>
    </dgm:pt>
    <dgm:pt modelId="{DE1487F7-AE44-45AD-9563-BC908E9A0C3F}">
      <dgm:prSet/>
      <dgm:spPr/>
      <dgm:t>
        <a:bodyPr/>
        <a:lstStyle/>
        <a:p>
          <a:r>
            <a:rPr lang="en-US"/>
            <a:t>He gave the Philosphical explanasion to ideology of Pakistan.</a:t>
          </a:r>
        </a:p>
      </dgm:t>
    </dgm:pt>
    <dgm:pt modelId="{61A5BB42-D71C-4647-A64F-B79CAB40A41E}" type="parTrans" cxnId="{0C9F10F6-40FC-4DD4-9109-9C135204CA39}">
      <dgm:prSet/>
      <dgm:spPr/>
      <dgm:t>
        <a:bodyPr/>
        <a:lstStyle/>
        <a:p>
          <a:endParaRPr lang="en-US"/>
        </a:p>
      </dgm:t>
    </dgm:pt>
    <dgm:pt modelId="{90DD4143-FCA9-40B0-9AFC-39466A4DF143}" type="sibTrans" cxnId="{0C9F10F6-40FC-4DD4-9109-9C135204CA39}">
      <dgm:prSet/>
      <dgm:spPr/>
      <dgm:t>
        <a:bodyPr/>
        <a:lstStyle/>
        <a:p>
          <a:endParaRPr lang="en-US"/>
        </a:p>
      </dgm:t>
    </dgm:pt>
    <dgm:pt modelId="{BA437CC1-ADE6-4AFA-833D-BBB7BF852FE1}">
      <dgm:prSet/>
      <dgm:spPr/>
      <dgm:t>
        <a:bodyPr/>
        <a:lstStyle/>
        <a:p>
          <a:r>
            <a:rPr lang="en-US"/>
            <a:t>Iqbal had a great role in Muslim political movement. Iqbal had remained active in the Muslim League.</a:t>
          </a:r>
        </a:p>
      </dgm:t>
    </dgm:pt>
    <dgm:pt modelId="{37A8DB43-D92A-490B-87B1-00BAFF0F532F}" type="parTrans" cxnId="{E475EC7B-CB5E-48F7-8711-AA2F0F733D99}">
      <dgm:prSet/>
      <dgm:spPr/>
      <dgm:t>
        <a:bodyPr/>
        <a:lstStyle/>
        <a:p>
          <a:endParaRPr lang="en-US"/>
        </a:p>
      </dgm:t>
    </dgm:pt>
    <dgm:pt modelId="{715A9270-03D8-4AA0-AB4E-19F40BD839A1}" type="sibTrans" cxnId="{E475EC7B-CB5E-48F7-8711-AA2F0F733D99}">
      <dgm:prSet/>
      <dgm:spPr/>
      <dgm:t>
        <a:bodyPr/>
        <a:lstStyle/>
        <a:p>
          <a:endParaRPr lang="en-US"/>
        </a:p>
      </dgm:t>
    </dgm:pt>
    <dgm:pt modelId="{A3E72AF5-19FB-445A-98A2-42540E323BF8}" type="pres">
      <dgm:prSet presAssocID="{9CF12379-7644-4DA3-92BE-50AE63878EE1}" presName="vert0" presStyleCnt="0">
        <dgm:presLayoutVars>
          <dgm:dir/>
          <dgm:animOne val="branch"/>
          <dgm:animLvl val="lvl"/>
        </dgm:presLayoutVars>
      </dgm:prSet>
      <dgm:spPr/>
    </dgm:pt>
    <dgm:pt modelId="{03A08AFE-05DA-42B3-9808-C05679ED2C39}" type="pres">
      <dgm:prSet presAssocID="{95A77A0D-CE4E-4A40-85AD-597B92C14167}" presName="thickLine" presStyleLbl="alignNode1" presStyleIdx="0" presStyleCnt="4"/>
      <dgm:spPr/>
    </dgm:pt>
    <dgm:pt modelId="{8684952E-7D42-4241-A374-209E38C802EF}" type="pres">
      <dgm:prSet presAssocID="{95A77A0D-CE4E-4A40-85AD-597B92C14167}" presName="horz1" presStyleCnt="0"/>
      <dgm:spPr/>
    </dgm:pt>
    <dgm:pt modelId="{17B09188-958A-4CE1-8DAD-86B1A8C5F083}" type="pres">
      <dgm:prSet presAssocID="{95A77A0D-CE4E-4A40-85AD-597B92C14167}" presName="tx1" presStyleLbl="revTx" presStyleIdx="0" presStyleCnt="4"/>
      <dgm:spPr/>
    </dgm:pt>
    <dgm:pt modelId="{D18E2F66-6690-4255-BE97-17D51A9358F1}" type="pres">
      <dgm:prSet presAssocID="{95A77A0D-CE4E-4A40-85AD-597B92C14167}" presName="vert1" presStyleCnt="0"/>
      <dgm:spPr/>
    </dgm:pt>
    <dgm:pt modelId="{FA6F37A9-0B2D-49CC-BA49-195247EABAB8}" type="pres">
      <dgm:prSet presAssocID="{6EA0FA09-654E-4786-BD28-5FDD531CD421}" presName="thickLine" presStyleLbl="alignNode1" presStyleIdx="1" presStyleCnt="4"/>
      <dgm:spPr/>
    </dgm:pt>
    <dgm:pt modelId="{A004D9D4-6FD5-4AD7-95AC-31EABA6D04BF}" type="pres">
      <dgm:prSet presAssocID="{6EA0FA09-654E-4786-BD28-5FDD531CD421}" presName="horz1" presStyleCnt="0"/>
      <dgm:spPr/>
    </dgm:pt>
    <dgm:pt modelId="{AAE8D9DC-5E1D-4E71-908A-6E3781A3CA7D}" type="pres">
      <dgm:prSet presAssocID="{6EA0FA09-654E-4786-BD28-5FDD531CD421}" presName="tx1" presStyleLbl="revTx" presStyleIdx="1" presStyleCnt="4"/>
      <dgm:spPr/>
    </dgm:pt>
    <dgm:pt modelId="{462CE950-381C-437F-80C0-39F461135008}" type="pres">
      <dgm:prSet presAssocID="{6EA0FA09-654E-4786-BD28-5FDD531CD421}" presName="vert1" presStyleCnt="0"/>
      <dgm:spPr/>
    </dgm:pt>
    <dgm:pt modelId="{A9C08E2D-A2B6-4943-9110-2126A9075319}" type="pres">
      <dgm:prSet presAssocID="{DE1487F7-AE44-45AD-9563-BC908E9A0C3F}" presName="thickLine" presStyleLbl="alignNode1" presStyleIdx="2" presStyleCnt="4"/>
      <dgm:spPr/>
    </dgm:pt>
    <dgm:pt modelId="{9C3479CA-6E7F-4D8B-BC04-ED540D9ECD38}" type="pres">
      <dgm:prSet presAssocID="{DE1487F7-AE44-45AD-9563-BC908E9A0C3F}" presName="horz1" presStyleCnt="0"/>
      <dgm:spPr/>
    </dgm:pt>
    <dgm:pt modelId="{1F6D1C6C-8752-42FB-93ED-F192E010A372}" type="pres">
      <dgm:prSet presAssocID="{DE1487F7-AE44-45AD-9563-BC908E9A0C3F}" presName="tx1" presStyleLbl="revTx" presStyleIdx="2" presStyleCnt="4"/>
      <dgm:spPr/>
    </dgm:pt>
    <dgm:pt modelId="{7C4F735F-6E42-43E1-842A-AE71159CFE1E}" type="pres">
      <dgm:prSet presAssocID="{DE1487F7-AE44-45AD-9563-BC908E9A0C3F}" presName="vert1" presStyleCnt="0"/>
      <dgm:spPr/>
    </dgm:pt>
    <dgm:pt modelId="{5DB018E3-E8BD-407B-A1D5-84281FAC8E5F}" type="pres">
      <dgm:prSet presAssocID="{BA437CC1-ADE6-4AFA-833D-BBB7BF852FE1}" presName="thickLine" presStyleLbl="alignNode1" presStyleIdx="3" presStyleCnt="4"/>
      <dgm:spPr/>
    </dgm:pt>
    <dgm:pt modelId="{6A7B203B-4A1C-40CC-AB90-1D464A7C70C1}" type="pres">
      <dgm:prSet presAssocID="{BA437CC1-ADE6-4AFA-833D-BBB7BF852FE1}" presName="horz1" presStyleCnt="0"/>
      <dgm:spPr/>
    </dgm:pt>
    <dgm:pt modelId="{C7CC8DB0-DEAE-46F7-A534-A1B6C7B97FD4}" type="pres">
      <dgm:prSet presAssocID="{BA437CC1-ADE6-4AFA-833D-BBB7BF852FE1}" presName="tx1" presStyleLbl="revTx" presStyleIdx="3" presStyleCnt="4"/>
      <dgm:spPr/>
    </dgm:pt>
    <dgm:pt modelId="{8D2506FB-567B-4F22-B7D3-713EB417C3F4}" type="pres">
      <dgm:prSet presAssocID="{BA437CC1-ADE6-4AFA-833D-BBB7BF852FE1}" presName="vert1" presStyleCnt="0"/>
      <dgm:spPr/>
    </dgm:pt>
  </dgm:ptLst>
  <dgm:cxnLst>
    <dgm:cxn modelId="{EDBA4F25-0014-4560-9B83-B9C54D55E5E1}" type="presOf" srcId="{95A77A0D-CE4E-4A40-85AD-597B92C14167}" destId="{17B09188-958A-4CE1-8DAD-86B1A8C5F083}" srcOrd="0" destOrd="0" presId="urn:microsoft.com/office/officeart/2008/layout/LinedList"/>
    <dgm:cxn modelId="{F66F7930-4F6B-4A3E-B0B3-958D476CD53E}" srcId="{9CF12379-7644-4DA3-92BE-50AE63878EE1}" destId="{6EA0FA09-654E-4786-BD28-5FDD531CD421}" srcOrd="1" destOrd="0" parTransId="{092BB691-C206-4AAD-A865-26939A08A05F}" sibTransId="{7FB24821-4A9F-4A2F-8B16-FBDBEE349002}"/>
    <dgm:cxn modelId="{D7660B36-CC11-414D-B5A9-B35B0CD043FA}" srcId="{9CF12379-7644-4DA3-92BE-50AE63878EE1}" destId="{95A77A0D-CE4E-4A40-85AD-597B92C14167}" srcOrd="0" destOrd="0" parTransId="{59ADA287-33D3-48F0-9A4B-C1F417493A0C}" sibTransId="{C29E0B5E-919F-4C0E-A1E8-617C7ACC6107}"/>
    <dgm:cxn modelId="{94F4EA62-6DC6-49AF-9C18-0EDF81E037DE}" type="presOf" srcId="{9CF12379-7644-4DA3-92BE-50AE63878EE1}" destId="{A3E72AF5-19FB-445A-98A2-42540E323BF8}" srcOrd="0" destOrd="0" presId="urn:microsoft.com/office/officeart/2008/layout/LinedList"/>
    <dgm:cxn modelId="{447C0470-F87F-4236-B963-03780C234A9D}" type="presOf" srcId="{DE1487F7-AE44-45AD-9563-BC908E9A0C3F}" destId="{1F6D1C6C-8752-42FB-93ED-F192E010A372}" srcOrd="0" destOrd="0" presId="urn:microsoft.com/office/officeart/2008/layout/LinedList"/>
    <dgm:cxn modelId="{E475EC7B-CB5E-48F7-8711-AA2F0F733D99}" srcId="{9CF12379-7644-4DA3-92BE-50AE63878EE1}" destId="{BA437CC1-ADE6-4AFA-833D-BBB7BF852FE1}" srcOrd="3" destOrd="0" parTransId="{37A8DB43-D92A-490B-87B1-00BAFF0F532F}" sibTransId="{715A9270-03D8-4AA0-AB4E-19F40BD839A1}"/>
    <dgm:cxn modelId="{5DF440DA-7AC7-4FF4-BFD2-1BA6532B4390}" type="presOf" srcId="{6EA0FA09-654E-4786-BD28-5FDD531CD421}" destId="{AAE8D9DC-5E1D-4E71-908A-6E3781A3CA7D}" srcOrd="0" destOrd="0" presId="urn:microsoft.com/office/officeart/2008/layout/LinedList"/>
    <dgm:cxn modelId="{020109E0-2CD0-49F9-A459-77DA2422E4FB}" type="presOf" srcId="{BA437CC1-ADE6-4AFA-833D-BBB7BF852FE1}" destId="{C7CC8DB0-DEAE-46F7-A534-A1B6C7B97FD4}" srcOrd="0" destOrd="0" presId="urn:microsoft.com/office/officeart/2008/layout/LinedList"/>
    <dgm:cxn modelId="{0C9F10F6-40FC-4DD4-9109-9C135204CA39}" srcId="{9CF12379-7644-4DA3-92BE-50AE63878EE1}" destId="{DE1487F7-AE44-45AD-9563-BC908E9A0C3F}" srcOrd="2" destOrd="0" parTransId="{61A5BB42-D71C-4647-A64F-B79CAB40A41E}" sibTransId="{90DD4143-FCA9-40B0-9AFC-39466A4DF143}"/>
    <dgm:cxn modelId="{C2AB6920-A44E-4658-8F9A-47CB08657B21}" type="presParOf" srcId="{A3E72AF5-19FB-445A-98A2-42540E323BF8}" destId="{03A08AFE-05DA-42B3-9808-C05679ED2C39}" srcOrd="0" destOrd="0" presId="urn:microsoft.com/office/officeart/2008/layout/LinedList"/>
    <dgm:cxn modelId="{0A8FA7DB-EBFE-4842-99C6-27AF220527C0}" type="presParOf" srcId="{A3E72AF5-19FB-445A-98A2-42540E323BF8}" destId="{8684952E-7D42-4241-A374-209E38C802EF}" srcOrd="1" destOrd="0" presId="urn:microsoft.com/office/officeart/2008/layout/LinedList"/>
    <dgm:cxn modelId="{C44CDEB7-C27F-4740-A8F9-8CFEAEC576F9}" type="presParOf" srcId="{8684952E-7D42-4241-A374-209E38C802EF}" destId="{17B09188-958A-4CE1-8DAD-86B1A8C5F083}" srcOrd="0" destOrd="0" presId="urn:microsoft.com/office/officeart/2008/layout/LinedList"/>
    <dgm:cxn modelId="{03A3C6CD-455A-40BB-8C4E-E93BAFDA6549}" type="presParOf" srcId="{8684952E-7D42-4241-A374-209E38C802EF}" destId="{D18E2F66-6690-4255-BE97-17D51A9358F1}" srcOrd="1" destOrd="0" presId="urn:microsoft.com/office/officeart/2008/layout/LinedList"/>
    <dgm:cxn modelId="{F5053435-FEE8-4C67-BC2A-B17EBFC9CE45}" type="presParOf" srcId="{A3E72AF5-19FB-445A-98A2-42540E323BF8}" destId="{FA6F37A9-0B2D-49CC-BA49-195247EABAB8}" srcOrd="2" destOrd="0" presId="urn:microsoft.com/office/officeart/2008/layout/LinedList"/>
    <dgm:cxn modelId="{CC43D903-89CA-40E6-AF20-2D973CA7E031}" type="presParOf" srcId="{A3E72AF5-19FB-445A-98A2-42540E323BF8}" destId="{A004D9D4-6FD5-4AD7-95AC-31EABA6D04BF}" srcOrd="3" destOrd="0" presId="urn:microsoft.com/office/officeart/2008/layout/LinedList"/>
    <dgm:cxn modelId="{5A0F63F8-FBBA-4B6A-94B3-E7373C7BA058}" type="presParOf" srcId="{A004D9D4-6FD5-4AD7-95AC-31EABA6D04BF}" destId="{AAE8D9DC-5E1D-4E71-908A-6E3781A3CA7D}" srcOrd="0" destOrd="0" presId="urn:microsoft.com/office/officeart/2008/layout/LinedList"/>
    <dgm:cxn modelId="{6BEAD224-57D0-425D-8C11-8948698785F5}" type="presParOf" srcId="{A004D9D4-6FD5-4AD7-95AC-31EABA6D04BF}" destId="{462CE950-381C-437F-80C0-39F461135008}" srcOrd="1" destOrd="0" presId="urn:microsoft.com/office/officeart/2008/layout/LinedList"/>
    <dgm:cxn modelId="{E189FE71-8883-455B-B1FB-90640D9C6CA2}" type="presParOf" srcId="{A3E72AF5-19FB-445A-98A2-42540E323BF8}" destId="{A9C08E2D-A2B6-4943-9110-2126A9075319}" srcOrd="4" destOrd="0" presId="urn:microsoft.com/office/officeart/2008/layout/LinedList"/>
    <dgm:cxn modelId="{F6F6B12A-EA6A-469F-89EA-620F4E53452D}" type="presParOf" srcId="{A3E72AF5-19FB-445A-98A2-42540E323BF8}" destId="{9C3479CA-6E7F-4D8B-BC04-ED540D9ECD38}" srcOrd="5" destOrd="0" presId="urn:microsoft.com/office/officeart/2008/layout/LinedList"/>
    <dgm:cxn modelId="{6F2E7675-CD4A-4829-A474-B9CA6E29BAAB}" type="presParOf" srcId="{9C3479CA-6E7F-4D8B-BC04-ED540D9ECD38}" destId="{1F6D1C6C-8752-42FB-93ED-F192E010A372}" srcOrd="0" destOrd="0" presId="urn:microsoft.com/office/officeart/2008/layout/LinedList"/>
    <dgm:cxn modelId="{68530F32-D0BA-4075-BDB4-04B9F0EB26AC}" type="presParOf" srcId="{9C3479CA-6E7F-4D8B-BC04-ED540D9ECD38}" destId="{7C4F735F-6E42-43E1-842A-AE71159CFE1E}" srcOrd="1" destOrd="0" presId="urn:microsoft.com/office/officeart/2008/layout/LinedList"/>
    <dgm:cxn modelId="{38053A80-9B79-4F40-807C-27434E81B1EA}" type="presParOf" srcId="{A3E72AF5-19FB-445A-98A2-42540E323BF8}" destId="{5DB018E3-E8BD-407B-A1D5-84281FAC8E5F}" srcOrd="6" destOrd="0" presId="urn:microsoft.com/office/officeart/2008/layout/LinedList"/>
    <dgm:cxn modelId="{30591E0D-CD86-47BF-AD14-948697637502}" type="presParOf" srcId="{A3E72AF5-19FB-445A-98A2-42540E323BF8}" destId="{6A7B203B-4A1C-40CC-AB90-1D464A7C70C1}" srcOrd="7" destOrd="0" presId="urn:microsoft.com/office/officeart/2008/layout/LinedList"/>
    <dgm:cxn modelId="{A00EC465-827B-442B-BC55-C5057E2EFE44}" type="presParOf" srcId="{6A7B203B-4A1C-40CC-AB90-1D464A7C70C1}" destId="{C7CC8DB0-DEAE-46F7-A534-A1B6C7B97FD4}" srcOrd="0" destOrd="0" presId="urn:microsoft.com/office/officeart/2008/layout/LinedList"/>
    <dgm:cxn modelId="{8516B017-0DAC-4006-8CE6-3BD447BD6841}" type="presParOf" srcId="{6A7B203B-4A1C-40CC-AB90-1D464A7C70C1}" destId="{8D2506FB-567B-4F22-B7D3-713EB417C3F4}"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0102744-3D43-4DF1-8866-5BA8D471ABEF}">
      <dsp:nvSpPr>
        <dsp:cNvPr id="0" name=""/>
        <dsp:cNvSpPr/>
      </dsp:nvSpPr>
      <dsp:spPr>
        <a:xfrm>
          <a:off x="0" y="0"/>
          <a:ext cx="6620255" cy="0"/>
        </a:xfrm>
        <a:prstGeom prst="line">
          <a:avLst/>
        </a:prstGeom>
        <a:solidFill>
          <a:schemeClr val="dk2">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D9994BF-DAA9-49C9-A19C-24AA976F091B}">
      <dsp:nvSpPr>
        <dsp:cNvPr id="0" name=""/>
        <dsp:cNvSpPr/>
      </dsp:nvSpPr>
      <dsp:spPr>
        <a:xfrm>
          <a:off x="0" y="0"/>
          <a:ext cx="6620255" cy="6206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en-US" sz="1700" kern="1200"/>
            <a:t>Sir Muhammad Iqbal Indian poet, philosopher, politician, barrister, and scholar.</a:t>
          </a:r>
        </a:p>
      </dsp:txBody>
      <dsp:txXfrm>
        <a:off x="0" y="0"/>
        <a:ext cx="6620255" cy="620649"/>
      </dsp:txXfrm>
    </dsp:sp>
    <dsp:sp modelId="{76B2D066-DC3C-4248-9590-F827EB85CF2B}">
      <dsp:nvSpPr>
        <dsp:cNvPr id="0" name=""/>
        <dsp:cNvSpPr/>
      </dsp:nvSpPr>
      <dsp:spPr>
        <a:xfrm>
          <a:off x="0" y="620649"/>
          <a:ext cx="6620255" cy="0"/>
        </a:xfrm>
        <a:prstGeom prst="line">
          <a:avLst/>
        </a:prstGeom>
        <a:solidFill>
          <a:schemeClr val="dk2">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28385DB-85F2-43E7-807D-98F12D6F77A4}">
      <dsp:nvSpPr>
        <dsp:cNvPr id="0" name=""/>
        <dsp:cNvSpPr/>
      </dsp:nvSpPr>
      <dsp:spPr>
        <a:xfrm>
          <a:off x="0" y="620649"/>
          <a:ext cx="6620255" cy="6206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en-US" sz="1700" b="1" kern="1200"/>
            <a:t>Name</a:t>
          </a:r>
          <a:r>
            <a:rPr lang="en-US" sz="1700" kern="1200"/>
            <a:t>: Allama Muhammad Iqbal.</a:t>
          </a:r>
        </a:p>
      </dsp:txBody>
      <dsp:txXfrm>
        <a:off x="0" y="620649"/>
        <a:ext cx="6620255" cy="620649"/>
      </dsp:txXfrm>
    </dsp:sp>
    <dsp:sp modelId="{1755CAF7-6A3F-4324-9DBB-16293D9653AB}">
      <dsp:nvSpPr>
        <dsp:cNvPr id="0" name=""/>
        <dsp:cNvSpPr/>
      </dsp:nvSpPr>
      <dsp:spPr>
        <a:xfrm>
          <a:off x="0" y="1241298"/>
          <a:ext cx="6620255" cy="0"/>
        </a:xfrm>
        <a:prstGeom prst="line">
          <a:avLst/>
        </a:prstGeom>
        <a:solidFill>
          <a:schemeClr val="dk2">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F251CAC-A22F-4829-944F-D872DA1C3BC8}">
      <dsp:nvSpPr>
        <dsp:cNvPr id="0" name=""/>
        <dsp:cNvSpPr/>
      </dsp:nvSpPr>
      <dsp:spPr>
        <a:xfrm>
          <a:off x="0" y="1241298"/>
          <a:ext cx="6620255" cy="6206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en-US" sz="1700" b="1" kern="1200"/>
            <a:t>Date of Birth</a:t>
          </a:r>
          <a:r>
            <a:rPr lang="en-US" sz="1700" kern="1200"/>
            <a:t>: 9 November 1877.</a:t>
          </a:r>
        </a:p>
      </dsp:txBody>
      <dsp:txXfrm>
        <a:off x="0" y="1241298"/>
        <a:ext cx="6620255" cy="620649"/>
      </dsp:txXfrm>
    </dsp:sp>
    <dsp:sp modelId="{FB2519D0-C811-4D71-9ECB-59BC07A1D456}">
      <dsp:nvSpPr>
        <dsp:cNvPr id="0" name=""/>
        <dsp:cNvSpPr/>
      </dsp:nvSpPr>
      <dsp:spPr>
        <a:xfrm>
          <a:off x="0" y="1861947"/>
          <a:ext cx="6620255" cy="0"/>
        </a:xfrm>
        <a:prstGeom prst="line">
          <a:avLst/>
        </a:prstGeom>
        <a:solidFill>
          <a:schemeClr val="dk2">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CBD4CE2-73B5-4D4F-AE8B-61071A71A231}">
      <dsp:nvSpPr>
        <dsp:cNvPr id="0" name=""/>
        <dsp:cNvSpPr/>
      </dsp:nvSpPr>
      <dsp:spPr>
        <a:xfrm>
          <a:off x="0" y="1861947"/>
          <a:ext cx="6620255" cy="6206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en-US" sz="1700" b="1" kern="1200"/>
            <a:t>Place of Birth: </a:t>
          </a:r>
          <a:r>
            <a:rPr lang="en-US" sz="1700" kern="1200"/>
            <a:t>Sialkot ,Punjab Province(British India ) now Punjab Pakistan .</a:t>
          </a:r>
        </a:p>
      </dsp:txBody>
      <dsp:txXfrm>
        <a:off x="0" y="1861947"/>
        <a:ext cx="6620255" cy="620649"/>
      </dsp:txXfrm>
    </dsp:sp>
    <dsp:sp modelId="{40D8AC7A-8B7C-45E6-A3C1-413E30D25597}">
      <dsp:nvSpPr>
        <dsp:cNvPr id="0" name=""/>
        <dsp:cNvSpPr/>
      </dsp:nvSpPr>
      <dsp:spPr>
        <a:xfrm>
          <a:off x="0" y="2482596"/>
          <a:ext cx="6620255" cy="0"/>
        </a:xfrm>
        <a:prstGeom prst="line">
          <a:avLst/>
        </a:prstGeom>
        <a:solidFill>
          <a:schemeClr val="dk2">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F283FE5-81C8-4C18-85FC-573F537D6186}">
      <dsp:nvSpPr>
        <dsp:cNvPr id="0" name=""/>
        <dsp:cNvSpPr/>
      </dsp:nvSpPr>
      <dsp:spPr>
        <a:xfrm>
          <a:off x="0" y="2482596"/>
          <a:ext cx="6620255" cy="6206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en-US" sz="1700" b="1" kern="1200"/>
            <a:t>Date of Death:</a:t>
          </a:r>
          <a:r>
            <a:rPr lang="en-US" sz="1700" kern="1200"/>
            <a:t> 12 April 1938.</a:t>
          </a:r>
        </a:p>
      </dsp:txBody>
      <dsp:txXfrm>
        <a:off x="0" y="2482596"/>
        <a:ext cx="6620255" cy="620649"/>
      </dsp:txXfrm>
    </dsp:sp>
    <dsp:sp modelId="{C1128F18-6D2C-471B-975A-5C41DD60E763}">
      <dsp:nvSpPr>
        <dsp:cNvPr id="0" name=""/>
        <dsp:cNvSpPr/>
      </dsp:nvSpPr>
      <dsp:spPr>
        <a:xfrm>
          <a:off x="0" y="3103245"/>
          <a:ext cx="6620255" cy="0"/>
        </a:xfrm>
        <a:prstGeom prst="line">
          <a:avLst/>
        </a:prstGeom>
        <a:solidFill>
          <a:schemeClr val="dk2">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5A96FFF-6A22-49B5-9B01-D7E8E07C4FCA}">
      <dsp:nvSpPr>
        <dsp:cNvPr id="0" name=""/>
        <dsp:cNvSpPr/>
      </dsp:nvSpPr>
      <dsp:spPr>
        <a:xfrm>
          <a:off x="0" y="3103245"/>
          <a:ext cx="6620255" cy="6206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en-US" sz="1700" b="1" kern="1200"/>
            <a:t>Place of death: </a:t>
          </a:r>
          <a:r>
            <a:rPr lang="en-US" sz="1700" kern="1200"/>
            <a:t>Lahore ,Punjab province (British Raj) now Punjab Pakistan .</a:t>
          </a:r>
        </a:p>
      </dsp:txBody>
      <dsp:txXfrm>
        <a:off x="0" y="3103245"/>
        <a:ext cx="6620255" cy="620649"/>
      </dsp:txXfrm>
    </dsp:sp>
    <dsp:sp modelId="{18F89C9D-D334-41FF-A7D3-98FFD2081EF9}">
      <dsp:nvSpPr>
        <dsp:cNvPr id="0" name=""/>
        <dsp:cNvSpPr/>
      </dsp:nvSpPr>
      <dsp:spPr>
        <a:xfrm>
          <a:off x="0" y="3723894"/>
          <a:ext cx="6620255" cy="0"/>
        </a:xfrm>
        <a:prstGeom prst="line">
          <a:avLst/>
        </a:prstGeom>
        <a:solidFill>
          <a:schemeClr val="dk2">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27A1E44-C286-434D-98F9-928CDEAFAD67}">
      <dsp:nvSpPr>
        <dsp:cNvPr id="0" name=""/>
        <dsp:cNvSpPr/>
      </dsp:nvSpPr>
      <dsp:spPr>
        <a:xfrm>
          <a:off x="0" y="3723894"/>
          <a:ext cx="6620255" cy="6206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en-US" sz="1700" b="1" kern="1200"/>
            <a:t>Ocupation : </a:t>
          </a:r>
          <a:r>
            <a:rPr lang="en-US" sz="1700" kern="1200"/>
            <a:t>Poet, Philosopher, Politician, Barrister and Scholar</a:t>
          </a:r>
          <a:r>
            <a:rPr lang="en-US" sz="1700" b="1" kern="1200"/>
            <a:t>.</a:t>
          </a:r>
          <a:endParaRPr lang="en-US" sz="1700" kern="1200"/>
        </a:p>
      </dsp:txBody>
      <dsp:txXfrm>
        <a:off x="0" y="3723894"/>
        <a:ext cx="6620255" cy="620649"/>
      </dsp:txXfrm>
    </dsp:sp>
    <dsp:sp modelId="{E020D523-F456-4D03-B97B-B3B7CC519656}">
      <dsp:nvSpPr>
        <dsp:cNvPr id="0" name=""/>
        <dsp:cNvSpPr/>
      </dsp:nvSpPr>
      <dsp:spPr>
        <a:xfrm>
          <a:off x="0" y="4344543"/>
          <a:ext cx="6620255" cy="0"/>
        </a:xfrm>
        <a:prstGeom prst="line">
          <a:avLst/>
        </a:prstGeom>
        <a:solidFill>
          <a:schemeClr val="dk2">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C918442-95DD-4C09-A1DB-AC63CDF0BAEF}">
      <dsp:nvSpPr>
        <dsp:cNvPr id="0" name=""/>
        <dsp:cNvSpPr/>
      </dsp:nvSpPr>
      <dsp:spPr>
        <a:xfrm>
          <a:off x="0" y="4344543"/>
          <a:ext cx="6620255" cy="6206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en-US" sz="1700" b="1" kern="1200"/>
            <a:t>Father :</a:t>
          </a:r>
          <a:r>
            <a:rPr lang="en-US" sz="1700" kern="1200"/>
            <a:t>  Shaikh Noor Muhammed.</a:t>
          </a:r>
        </a:p>
      </dsp:txBody>
      <dsp:txXfrm>
        <a:off x="0" y="4344543"/>
        <a:ext cx="6620255" cy="62064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3C4C400-EB76-40D4-8216-36BC701E5123}">
      <dsp:nvSpPr>
        <dsp:cNvPr id="0" name=""/>
        <dsp:cNvSpPr/>
      </dsp:nvSpPr>
      <dsp:spPr>
        <a:xfrm>
          <a:off x="0" y="2455"/>
          <a:ext cx="7815714" cy="0"/>
        </a:xfrm>
        <a:prstGeom prst="line">
          <a:avLst/>
        </a:prstGeom>
        <a:solidFill>
          <a:schemeClr val="dk2">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5220C9C-A8BA-44F3-9A16-4A8A9DC4F475}">
      <dsp:nvSpPr>
        <dsp:cNvPr id="0" name=""/>
        <dsp:cNvSpPr/>
      </dsp:nvSpPr>
      <dsp:spPr>
        <a:xfrm>
          <a:off x="0" y="2455"/>
          <a:ext cx="7815714" cy="16747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None/>
          </a:pPr>
          <a:r>
            <a:rPr lang="en-US" sz="2100" kern="1200"/>
            <a:t>In 1908, Iqbal returned from England and joined again the Government college Lahore as a professor of philosophy and English literature.</a:t>
          </a:r>
        </a:p>
      </dsp:txBody>
      <dsp:txXfrm>
        <a:off x="0" y="2455"/>
        <a:ext cx="7815714" cy="1674762"/>
      </dsp:txXfrm>
    </dsp:sp>
    <dsp:sp modelId="{44930436-3966-4CF2-9099-FD35A99B8AF7}">
      <dsp:nvSpPr>
        <dsp:cNvPr id="0" name=""/>
        <dsp:cNvSpPr/>
      </dsp:nvSpPr>
      <dsp:spPr>
        <a:xfrm>
          <a:off x="0" y="1677218"/>
          <a:ext cx="7815714" cy="0"/>
        </a:xfrm>
        <a:prstGeom prst="line">
          <a:avLst/>
        </a:prstGeom>
        <a:solidFill>
          <a:schemeClr val="dk2">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C099927-7047-4B68-9E7E-A5277777F459}">
      <dsp:nvSpPr>
        <dsp:cNvPr id="0" name=""/>
        <dsp:cNvSpPr/>
      </dsp:nvSpPr>
      <dsp:spPr>
        <a:xfrm>
          <a:off x="0" y="1677218"/>
          <a:ext cx="7815714" cy="16747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None/>
          </a:pPr>
          <a:r>
            <a:rPr lang="en-US" sz="2100" kern="1200"/>
            <a:t>He devoted himself in literary works and became an active member of Anjuman-e-Himayat-e-Islam. In 1919, he became the general secretary of the organisation.</a:t>
          </a:r>
        </a:p>
      </dsp:txBody>
      <dsp:txXfrm>
        <a:off x="0" y="1677218"/>
        <a:ext cx="7815714" cy="1674762"/>
      </dsp:txXfrm>
    </dsp:sp>
    <dsp:sp modelId="{D381D2FA-64DA-4E72-801D-FFCCF329E9FD}">
      <dsp:nvSpPr>
        <dsp:cNvPr id="0" name=""/>
        <dsp:cNvSpPr/>
      </dsp:nvSpPr>
      <dsp:spPr>
        <a:xfrm>
          <a:off x="0" y="3351981"/>
          <a:ext cx="7815714" cy="0"/>
        </a:xfrm>
        <a:prstGeom prst="line">
          <a:avLst/>
        </a:prstGeom>
        <a:solidFill>
          <a:schemeClr val="dk2">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F684E0A-9376-4597-A376-310DDF783499}">
      <dsp:nvSpPr>
        <dsp:cNvPr id="0" name=""/>
        <dsp:cNvSpPr/>
      </dsp:nvSpPr>
      <dsp:spPr>
        <a:xfrm>
          <a:off x="0" y="3351981"/>
          <a:ext cx="7815714" cy="16747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None/>
          </a:pPr>
          <a:r>
            <a:rPr lang="en-US" sz="2100" kern="1200"/>
            <a:t>Iqbal's thoughts in his work primarily focus on the spiritual direction and development of human society, centered around experiences from his travels and stays in Western Europe and the Middle East. He was greatly influenced by Western philosophers such as Friedrich Nietzsche, Henri Bergson and Goethe.</a:t>
          </a:r>
        </a:p>
      </dsp:txBody>
      <dsp:txXfrm>
        <a:off x="0" y="3351981"/>
        <a:ext cx="7815714" cy="167476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A08AFE-05DA-42B3-9808-C05679ED2C39}">
      <dsp:nvSpPr>
        <dsp:cNvPr id="0" name=""/>
        <dsp:cNvSpPr/>
      </dsp:nvSpPr>
      <dsp:spPr>
        <a:xfrm>
          <a:off x="0" y="0"/>
          <a:ext cx="6153912" cy="0"/>
        </a:xfrm>
        <a:prstGeom prst="line">
          <a:avLst/>
        </a:prstGeom>
        <a:solidFill>
          <a:schemeClr val="dk2">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7B09188-958A-4CE1-8DAD-86B1A8C5F083}">
      <dsp:nvSpPr>
        <dsp:cNvPr id="0" name=""/>
        <dsp:cNvSpPr/>
      </dsp:nvSpPr>
      <dsp:spPr>
        <a:xfrm>
          <a:off x="0" y="0"/>
          <a:ext cx="6153912" cy="13418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None/>
          </a:pPr>
          <a:r>
            <a:rPr lang="en-US" sz="2100" kern="1200" dirty="0"/>
            <a:t>The poetry and philosophy of Maulana Rumi putt the deepest influence on Iqbal's mind.</a:t>
          </a:r>
        </a:p>
      </dsp:txBody>
      <dsp:txXfrm>
        <a:off x="0" y="0"/>
        <a:ext cx="6153912" cy="1341881"/>
      </dsp:txXfrm>
    </dsp:sp>
    <dsp:sp modelId="{FA6F37A9-0B2D-49CC-BA49-195247EABAB8}">
      <dsp:nvSpPr>
        <dsp:cNvPr id="0" name=""/>
        <dsp:cNvSpPr/>
      </dsp:nvSpPr>
      <dsp:spPr>
        <a:xfrm>
          <a:off x="0" y="1341881"/>
          <a:ext cx="6153912" cy="0"/>
        </a:xfrm>
        <a:prstGeom prst="line">
          <a:avLst/>
        </a:prstGeom>
        <a:solidFill>
          <a:schemeClr val="dk2">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AE8D9DC-5E1D-4E71-908A-6E3781A3CA7D}">
      <dsp:nvSpPr>
        <dsp:cNvPr id="0" name=""/>
        <dsp:cNvSpPr/>
      </dsp:nvSpPr>
      <dsp:spPr>
        <a:xfrm>
          <a:off x="0" y="1341881"/>
          <a:ext cx="6153912" cy="13418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None/>
          </a:pPr>
          <a:r>
            <a:rPr lang="en-US" sz="2100" kern="1200"/>
            <a:t>Iqbal began intensely concentrating on the study of Islam, the culture and history of Islamic civilization and its political future, while embracing Rumi as his guide.</a:t>
          </a:r>
        </a:p>
      </dsp:txBody>
      <dsp:txXfrm>
        <a:off x="0" y="1341881"/>
        <a:ext cx="6153912" cy="1341881"/>
      </dsp:txXfrm>
    </dsp:sp>
    <dsp:sp modelId="{A9C08E2D-A2B6-4943-9110-2126A9075319}">
      <dsp:nvSpPr>
        <dsp:cNvPr id="0" name=""/>
        <dsp:cNvSpPr/>
      </dsp:nvSpPr>
      <dsp:spPr>
        <a:xfrm>
          <a:off x="0" y="2683763"/>
          <a:ext cx="6153912" cy="0"/>
        </a:xfrm>
        <a:prstGeom prst="line">
          <a:avLst/>
        </a:prstGeom>
        <a:solidFill>
          <a:schemeClr val="dk2">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F6D1C6C-8752-42FB-93ED-F192E010A372}">
      <dsp:nvSpPr>
        <dsp:cNvPr id="0" name=""/>
        <dsp:cNvSpPr/>
      </dsp:nvSpPr>
      <dsp:spPr>
        <a:xfrm>
          <a:off x="0" y="2683763"/>
          <a:ext cx="6153912" cy="13418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None/>
          </a:pPr>
          <a:r>
            <a:rPr lang="en-US" sz="2100" kern="1200"/>
            <a:t>He gave the Philosphical explanasion to ideology of Pakistan.</a:t>
          </a:r>
        </a:p>
      </dsp:txBody>
      <dsp:txXfrm>
        <a:off x="0" y="2683763"/>
        <a:ext cx="6153912" cy="1341881"/>
      </dsp:txXfrm>
    </dsp:sp>
    <dsp:sp modelId="{5DB018E3-E8BD-407B-A1D5-84281FAC8E5F}">
      <dsp:nvSpPr>
        <dsp:cNvPr id="0" name=""/>
        <dsp:cNvSpPr/>
      </dsp:nvSpPr>
      <dsp:spPr>
        <a:xfrm>
          <a:off x="0" y="4025646"/>
          <a:ext cx="6153912" cy="0"/>
        </a:xfrm>
        <a:prstGeom prst="line">
          <a:avLst/>
        </a:prstGeom>
        <a:solidFill>
          <a:schemeClr val="dk2">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7CC8DB0-DEAE-46F7-A534-A1B6C7B97FD4}">
      <dsp:nvSpPr>
        <dsp:cNvPr id="0" name=""/>
        <dsp:cNvSpPr/>
      </dsp:nvSpPr>
      <dsp:spPr>
        <a:xfrm>
          <a:off x="0" y="4025646"/>
          <a:ext cx="6153912" cy="13418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None/>
          </a:pPr>
          <a:r>
            <a:rPr lang="en-US" sz="2100" kern="1200"/>
            <a:t>Iqbal had a great role in Muslim political movement. Iqbal had remained active in the Muslim League.</a:t>
          </a:r>
        </a:p>
      </dsp:txBody>
      <dsp:txXfrm>
        <a:off x="0" y="4025646"/>
        <a:ext cx="6153912" cy="1341881"/>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3.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EA67E988-5919-57BB-C7DE-D3EAD38A3045}"/>
              </a:ext>
              <a:ext uri="{C183D7F6-B498-43B3-948B-1728B52AA6E4}">
                <adec:decorative xmlns:adec="http://schemas.microsoft.com/office/drawing/2017/decorative" val="1"/>
              </a:ext>
            </a:extLst>
          </p:cNvPr>
          <p:cNvSpPr/>
          <p:nvPr/>
        </p:nvSpPr>
        <p:spPr>
          <a:xfrm>
            <a:off x="517870" y="6209925"/>
            <a:ext cx="11155680" cy="45719"/>
          </a:xfrm>
          <a:custGeom>
            <a:avLst/>
            <a:gdLst>
              <a:gd name="connsiteX0" fmla="*/ 0 w 8715708"/>
              <a:gd name="connsiteY0" fmla="*/ 0 h 45719"/>
              <a:gd name="connsiteX1" fmla="*/ 3694525 w 8715708"/>
              <a:gd name="connsiteY1" fmla="*/ 0 h 45719"/>
              <a:gd name="connsiteX2" fmla="*/ 5021183 w 8715708"/>
              <a:gd name="connsiteY2" fmla="*/ 0 h 45719"/>
              <a:gd name="connsiteX3" fmla="*/ 8715708 w 8715708"/>
              <a:gd name="connsiteY3" fmla="*/ 0 h 45719"/>
              <a:gd name="connsiteX4" fmla="*/ 8715708 w 8715708"/>
              <a:gd name="connsiteY4" fmla="*/ 45719 h 45719"/>
              <a:gd name="connsiteX5" fmla="*/ 5021183 w 8715708"/>
              <a:gd name="connsiteY5" fmla="*/ 45719 h 45719"/>
              <a:gd name="connsiteX6" fmla="*/ 3694525 w 8715708"/>
              <a:gd name="connsiteY6" fmla="*/ 45719 h 45719"/>
              <a:gd name="connsiteX7" fmla="*/ 0 w 8715708"/>
              <a:gd name="connsiteY7" fmla="*/ 45719 h 45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715708" h="45719">
                <a:moveTo>
                  <a:pt x="0" y="0"/>
                </a:moveTo>
                <a:lnTo>
                  <a:pt x="3694525" y="0"/>
                </a:lnTo>
                <a:lnTo>
                  <a:pt x="5021183" y="0"/>
                </a:lnTo>
                <a:lnTo>
                  <a:pt x="8715708" y="0"/>
                </a:lnTo>
                <a:lnTo>
                  <a:pt x="8715708" y="45719"/>
                </a:lnTo>
                <a:lnTo>
                  <a:pt x="5021183" y="45719"/>
                </a:lnTo>
                <a:lnTo>
                  <a:pt x="3694525" y="45719"/>
                </a:lnTo>
                <a:lnTo>
                  <a:pt x="0" y="4571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5B2327B2-BA4B-2C04-0751-5CB63D4AA425}"/>
              </a:ext>
            </a:extLst>
          </p:cNvPr>
          <p:cNvSpPr>
            <a:spLocks noGrp="1"/>
          </p:cNvSpPr>
          <p:nvPr>
            <p:ph type="ctrTitle"/>
          </p:nvPr>
        </p:nvSpPr>
        <p:spPr>
          <a:xfrm>
            <a:off x="521208" y="978408"/>
            <a:ext cx="11155680" cy="3429000"/>
          </a:xfrm>
        </p:spPr>
        <p:txBody>
          <a:bodyPr anchor="t">
            <a:normAutofit/>
          </a:bodyPr>
          <a:lstStyle>
            <a:lvl1pPr algn="l">
              <a:defRPr sz="7200"/>
            </a:lvl1pPr>
          </a:lstStyle>
          <a:p>
            <a:r>
              <a:rPr lang="en-US" dirty="0"/>
              <a:t>Click to edit Master title style</a:t>
            </a:r>
          </a:p>
        </p:txBody>
      </p:sp>
      <p:sp>
        <p:nvSpPr>
          <p:cNvPr id="3" name="Subtitle 2">
            <a:extLst>
              <a:ext uri="{FF2B5EF4-FFF2-40B4-BE49-F238E27FC236}">
                <a16:creationId xmlns:a16="http://schemas.microsoft.com/office/drawing/2014/main" id="{E7201176-DC7A-4C3D-3D8F-352526DA7B5D}"/>
              </a:ext>
            </a:extLst>
          </p:cNvPr>
          <p:cNvSpPr>
            <a:spLocks noGrp="1"/>
          </p:cNvSpPr>
          <p:nvPr>
            <p:ph type="subTitle" idx="1"/>
          </p:nvPr>
        </p:nvSpPr>
        <p:spPr>
          <a:xfrm>
            <a:off x="521208" y="4480560"/>
            <a:ext cx="7104888" cy="1399032"/>
          </a:xfrm>
        </p:spPr>
        <p:txBody>
          <a:bodyPr anchor="b">
            <a:normAutofit/>
          </a:bodyPr>
          <a:lstStyle>
            <a:lvl1pPr marL="0" indent="0" algn="l">
              <a:buNone/>
              <a:defRPr sz="2200" i="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67DC221-9A2E-7459-102F-C3CFB27CC389}"/>
              </a:ext>
            </a:extLst>
          </p:cNvPr>
          <p:cNvSpPr>
            <a:spLocks noGrp="1"/>
          </p:cNvSpPr>
          <p:nvPr>
            <p:ph type="dt" sz="half" idx="10"/>
          </p:nvPr>
        </p:nvSpPr>
        <p:spPr/>
        <p:txBody>
          <a:bodyPr/>
          <a:lstStyle/>
          <a:p>
            <a:fld id="{E80C50CD-E178-4744-9B35-B2F624D6C5E9}" type="datetimeFigureOut">
              <a:rPr lang="en-US" smtClean="0"/>
              <a:t>3/10/2026</a:t>
            </a:fld>
            <a:endParaRPr lang="en-US"/>
          </a:p>
        </p:txBody>
      </p:sp>
      <p:sp>
        <p:nvSpPr>
          <p:cNvPr id="5" name="Footer Placeholder 4">
            <a:extLst>
              <a:ext uri="{FF2B5EF4-FFF2-40B4-BE49-F238E27FC236}">
                <a16:creationId xmlns:a16="http://schemas.microsoft.com/office/drawing/2014/main" id="{A5020671-6F7D-3A03-EEC1-661A87F96F4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453D3A-E0F9-8386-2A6C-96671FBB15A5}"/>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0482488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26D03-149A-DAB3-4B2A-E9B74F2E251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3C1E73D-41A7-9934-0990-9208B952329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8BB2A3F-E719-673C-5D56-F663712D0E7F}"/>
              </a:ext>
            </a:extLst>
          </p:cNvPr>
          <p:cNvSpPr>
            <a:spLocks noGrp="1"/>
          </p:cNvSpPr>
          <p:nvPr>
            <p:ph type="dt" sz="half" idx="10"/>
          </p:nvPr>
        </p:nvSpPr>
        <p:spPr/>
        <p:txBody>
          <a:bodyPr/>
          <a:lstStyle/>
          <a:p>
            <a:fld id="{E80C50CD-E178-4744-9B35-B2F624D6C5E9}" type="datetimeFigureOut">
              <a:rPr lang="en-US" smtClean="0"/>
              <a:t>3/10/2026</a:t>
            </a:fld>
            <a:endParaRPr lang="en-US"/>
          </a:p>
        </p:txBody>
      </p:sp>
      <p:sp>
        <p:nvSpPr>
          <p:cNvPr id="5" name="Footer Placeholder 4">
            <a:extLst>
              <a:ext uri="{FF2B5EF4-FFF2-40B4-BE49-F238E27FC236}">
                <a16:creationId xmlns:a16="http://schemas.microsoft.com/office/drawing/2014/main" id="{04AE594A-52F5-D85E-343C-ADFEE3C72E0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07D5C9C-B2E2-FC26-E459-9E880EF975BA}"/>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5864544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29D51F-B2D5-2804-4F7C-C99850FBD05B}"/>
              </a:ext>
            </a:extLst>
          </p:cNvPr>
          <p:cNvSpPr>
            <a:spLocks noGrp="1"/>
          </p:cNvSpPr>
          <p:nvPr>
            <p:ph type="title"/>
          </p:nvPr>
        </p:nvSpPr>
        <p:spPr>
          <a:xfrm>
            <a:off x="521208" y="978408"/>
            <a:ext cx="5020056" cy="4288536"/>
          </a:xfrm>
        </p:spPr>
        <p:txBody>
          <a:bodyPr anchor="t">
            <a:normAutofit/>
          </a:bodyPr>
          <a:lstStyle>
            <a:lvl1pPr>
              <a:defRPr sz="5400"/>
            </a:lvl1pPr>
          </a:lstStyle>
          <a:p>
            <a:r>
              <a:rPr lang="en-US" dirty="0"/>
              <a:t>Click to edit Master title style</a:t>
            </a:r>
          </a:p>
        </p:txBody>
      </p:sp>
      <p:sp>
        <p:nvSpPr>
          <p:cNvPr id="3" name="Text Placeholder 2">
            <a:extLst>
              <a:ext uri="{FF2B5EF4-FFF2-40B4-BE49-F238E27FC236}">
                <a16:creationId xmlns:a16="http://schemas.microsoft.com/office/drawing/2014/main" id="{15FE5516-03B6-C488-EB4A-68AE681EDFB8}"/>
              </a:ext>
            </a:extLst>
          </p:cNvPr>
          <p:cNvSpPr>
            <a:spLocks noGrp="1"/>
          </p:cNvSpPr>
          <p:nvPr>
            <p:ph type="body" idx="1"/>
          </p:nvPr>
        </p:nvSpPr>
        <p:spPr>
          <a:xfrm>
            <a:off x="521208" y="5266944"/>
            <a:ext cx="5020056" cy="1088136"/>
          </a:xfrm>
        </p:spPr>
        <p:txBody>
          <a:bodyPr anchor="b">
            <a:normAutofit/>
          </a:bodyPr>
          <a:lstStyle>
            <a:lvl1pPr marL="0" indent="0">
              <a:buNone/>
              <a:defRPr sz="2200" i="1">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50ECB4D7-49A7-D050-70B9-11A1E2D445D8}"/>
              </a:ext>
            </a:extLst>
          </p:cNvPr>
          <p:cNvSpPr>
            <a:spLocks noGrp="1"/>
          </p:cNvSpPr>
          <p:nvPr>
            <p:ph type="dt" sz="half" idx="10"/>
          </p:nvPr>
        </p:nvSpPr>
        <p:spPr/>
        <p:txBody>
          <a:bodyPr/>
          <a:lstStyle/>
          <a:p>
            <a:fld id="{E80C50CD-E178-4744-9B35-B2F624D6C5E9}" type="datetimeFigureOut">
              <a:rPr lang="en-US" smtClean="0"/>
              <a:t>3/10/2026</a:t>
            </a:fld>
            <a:endParaRPr lang="en-US"/>
          </a:p>
        </p:txBody>
      </p:sp>
      <p:sp>
        <p:nvSpPr>
          <p:cNvPr id="5" name="Footer Placeholder 4">
            <a:extLst>
              <a:ext uri="{FF2B5EF4-FFF2-40B4-BE49-F238E27FC236}">
                <a16:creationId xmlns:a16="http://schemas.microsoft.com/office/drawing/2014/main" id="{8A9A913F-AD00-C1EE-B01A-8590671C014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4FC386-B2AF-6FAD-D053-E22D48CD7285}"/>
              </a:ext>
            </a:extLst>
          </p:cNvPr>
          <p:cNvSpPr>
            <a:spLocks noGrp="1"/>
          </p:cNvSpPr>
          <p:nvPr>
            <p:ph type="sldNum" sz="quarter" idx="12"/>
          </p:nvPr>
        </p:nvSpPr>
        <p:spPr/>
        <p:txBody>
          <a:bodyPr/>
          <a:lstStyle/>
          <a:p>
            <a:fld id="{148CC95F-0247-41B6-91CF-DC97C76A7088}" type="slidenum">
              <a:rPr lang="en-US" smtClean="0"/>
              <a:t>‹#›</a:t>
            </a:fld>
            <a:endParaRPr lang="en-US"/>
          </a:p>
        </p:txBody>
      </p:sp>
      <p:sp>
        <p:nvSpPr>
          <p:cNvPr id="7" name="Rectangle 6">
            <a:extLst>
              <a:ext uri="{FF2B5EF4-FFF2-40B4-BE49-F238E27FC236}">
                <a16:creationId xmlns:a16="http://schemas.microsoft.com/office/drawing/2014/main" id="{4E1E1B67-3BFF-F04B-52F4-7E724FB3B24D}"/>
              </a:ext>
            </a:extLst>
          </p:cNvPr>
          <p:cNvSpPr/>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381896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CE3B21-CF4D-1B01-0F4E-D32C1B218B63}"/>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1FB39FF2-6858-B514-B695-58442557D0C1}"/>
              </a:ext>
            </a:extLst>
          </p:cNvPr>
          <p:cNvSpPr>
            <a:spLocks noGrp="1"/>
          </p:cNvSpPr>
          <p:nvPr>
            <p:ph sz="half" idx="1"/>
          </p:nvPr>
        </p:nvSpPr>
        <p:spPr>
          <a:xfrm>
            <a:off x="521208" y="2578608"/>
            <a:ext cx="5166360" cy="37673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FA30130-974D-B91D-5B93-EC52AABDB5B0}"/>
              </a:ext>
            </a:extLst>
          </p:cNvPr>
          <p:cNvSpPr>
            <a:spLocks noGrp="1"/>
          </p:cNvSpPr>
          <p:nvPr>
            <p:ph sz="half" idx="2"/>
          </p:nvPr>
        </p:nvSpPr>
        <p:spPr>
          <a:xfrm>
            <a:off x="6519672" y="2578608"/>
            <a:ext cx="5166360" cy="37673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15BED99-6FD7-9C6B-1152-A6E42715BB79}"/>
              </a:ext>
            </a:extLst>
          </p:cNvPr>
          <p:cNvSpPr>
            <a:spLocks noGrp="1"/>
          </p:cNvSpPr>
          <p:nvPr>
            <p:ph type="dt" sz="half" idx="10"/>
          </p:nvPr>
        </p:nvSpPr>
        <p:spPr/>
        <p:txBody>
          <a:bodyPr/>
          <a:lstStyle/>
          <a:p>
            <a:fld id="{E80C50CD-E178-4744-9B35-B2F624D6C5E9}" type="datetimeFigureOut">
              <a:rPr lang="en-US" smtClean="0"/>
              <a:t>3/10/2026</a:t>
            </a:fld>
            <a:endParaRPr lang="en-US"/>
          </a:p>
        </p:txBody>
      </p:sp>
      <p:sp>
        <p:nvSpPr>
          <p:cNvPr id="6" name="Footer Placeholder 5">
            <a:extLst>
              <a:ext uri="{FF2B5EF4-FFF2-40B4-BE49-F238E27FC236}">
                <a16:creationId xmlns:a16="http://schemas.microsoft.com/office/drawing/2014/main" id="{BA253AAC-5967-2565-A715-82D3505ABF0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4B51313-69FB-E016-3CC1-62CA476ED214}"/>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40808125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B3DF9D-B849-CE37-97E4-AD37F880677F}"/>
              </a:ext>
            </a:extLst>
          </p:cNvPr>
          <p:cNvSpPr>
            <a:spLocks noGrp="1"/>
          </p:cNvSpPr>
          <p:nvPr>
            <p:ph type="title"/>
          </p:nvPr>
        </p:nvSpPr>
        <p:spPr>
          <a:xfrm>
            <a:off x="521208" y="978408"/>
            <a:ext cx="11164824" cy="1216152"/>
          </a:xfrm>
        </p:spPr>
        <p:txBody>
          <a:bodyPr/>
          <a:lstStyle/>
          <a:p>
            <a:r>
              <a:rPr lang="en-US"/>
              <a:t>Click to edit Master title style</a:t>
            </a:r>
          </a:p>
        </p:txBody>
      </p:sp>
      <p:sp>
        <p:nvSpPr>
          <p:cNvPr id="3" name="Text Placeholder 2">
            <a:extLst>
              <a:ext uri="{FF2B5EF4-FFF2-40B4-BE49-F238E27FC236}">
                <a16:creationId xmlns:a16="http://schemas.microsoft.com/office/drawing/2014/main" id="{79D4C626-4008-960A-E601-6AA9F4BB8D8B}"/>
              </a:ext>
            </a:extLst>
          </p:cNvPr>
          <p:cNvSpPr>
            <a:spLocks noGrp="1"/>
          </p:cNvSpPr>
          <p:nvPr>
            <p:ph type="body" idx="1"/>
          </p:nvPr>
        </p:nvSpPr>
        <p:spPr>
          <a:xfrm>
            <a:off x="521208" y="2340864"/>
            <a:ext cx="5166360" cy="658368"/>
          </a:xfrm>
        </p:spPr>
        <p:txBody>
          <a:bodyPr anchor="b">
            <a:normAutofit/>
          </a:bodyPr>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806E8D6C-AC07-ED6B-2EA8-9C40A5AEA748}"/>
              </a:ext>
            </a:extLst>
          </p:cNvPr>
          <p:cNvSpPr>
            <a:spLocks noGrp="1"/>
          </p:cNvSpPr>
          <p:nvPr>
            <p:ph sz="half" idx="2"/>
          </p:nvPr>
        </p:nvSpPr>
        <p:spPr>
          <a:xfrm>
            <a:off x="521208" y="3035808"/>
            <a:ext cx="5166360" cy="331012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3C52617E-C6D9-246B-E7B7-8159DF17C0A3}"/>
              </a:ext>
            </a:extLst>
          </p:cNvPr>
          <p:cNvSpPr>
            <a:spLocks noGrp="1"/>
          </p:cNvSpPr>
          <p:nvPr>
            <p:ph type="body" sz="quarter" idx="3"/>
          </p:nvPr>
        </p:nvSpPr>
        <p:spPr>
          <a:xfrm>
            <a:off x="6519672" y="2340864"/>
            <a:ext cx="5166360" cy="658368"/>
          </a:xfrm>
        </p:spPr>
        <p:txBody>
          <a:bodyPr anchor="b">
            <a:normAutofit/>
          </a:bodyPr>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3DBC2094-7EBC-02C5-5AB5-233E63080A9C}"/>
              </a:ext>
            </a:extLst>
          </p:cNvPr>
          <p:cNvSpPr>
            <a:spLocks noGrp="1"/>
          </p:cNvSpPr>
          <p:nvPr>
            <p:ph sz="quarter" idx="4"/>
          </p:nvPr>
        </p:nvSpPr>
        <p:spPr>
          <a:xfrm>
            <a:off x="6519672" y="3035808"/>
            <a:ext cx="5166360" cy="331012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23010BD2-59B4-FD2E-3C5E-C83AE6003985}"/>
              </a:ext>
            </a:extLst>
          </p:cNvPr>
          <p:cNvSpPr>
            <a:spLocks noGrp="1"/>
          </p:cNvSpPr>
          <p:nvPr>
            <p:ph type="dt" sz="half" idx="10"/>
          </p:nvPr>
        </p:nvSpPr>
        <p:spPr/>
        <p:txBody>
          <a:bodyPr/>
          <a:lstStyle/>
          <a:p>
            <a:fld id="{E80C50CD-E178-4744-9B35-B2F624D6C5E9}" type="datetimeFigureOut">
              <a:rPr lang="en-US" smtClean="0"/>
              <a:t>3/10/2026</a:t>
            </a:fld>
            <a:endParaRPr lang="en-US"/>
          </a:p>
        </p:txBody>
      </p:sp>
      <p:sp>
        <p:nvSpPr>
          <p:cNvPr id="8" name="Footer Placeholder 7">
            <a:extLst>
              <a:ext uri="{FF2B5EF4-FFF2-40B4-BE49-F238E27FC236}">
                <a16:creationId xmlns:a16="http://schemas.microsoft.com/office/drawing/2014/main" id="{E72B35C4-A654-7759-BDA0-94D9D1A2166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55F4347-2EC0-CA6E-2637-8048456D7ECB}"/>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41354844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34716D-52F2-C7FB-83B1-2DA1AD375EAE}"/>
              </a:ext>
            </a:extLst>
          </p:cNvPr>
          <p:cNvSpPr>
            <a:spLocks noGrp="1"/>
          </p:cNvSpPr>
          <p:nvPr>
            <p:ph type="title"/>
          </p:nvPr>
        </p:nvSpPr>
        <p:spPr/>
        <p:txBody>
          <a:bodyPr/>
          <a:lstStyle/>
          <a:p>
            <a:r>
              <a:rPr lang="en-US" dirty="0"/>
              <a:t>Click to edit Master title style</a:t>
            </a:r>
          </a:p>
        </p:txBody>
      </p:sp>
      <p:sp>
        <p:nvSpPr>
          <p:cNvPr id="3" name="Date Placeholder 2">
            <a:extLst>
              <a:ext uri="{FF2B5EF4-FFF2-40B4-BE49-F238E27FC236}">
                <a16:creationId xmlns:a16="http://schemas.microsoft.com/office/drawing/2014/main" id="{56F4A371-AC27-6A28-32E6-74A28371BF55}"/>
              </a:ext>
            </a:extLst>
          </p:cNvPr>
          <p:cNvSpPr>
            <a:spLocks noGrp="1"/>
          </p:cNvSpPr>
          <p:nvPr>
            <p:ph type="dt" sz="half" idx="10"/>
          </p:nvPr>
        </p:nvSpPr>
        <p:spPr/>
        <p:txBody>
          <a:bodyPr/>
          <a:lstStyle/>
          <a:p>
            <a:fld id="{E80C50CD-E178-4744-9B35-B2F624D6C5E9}" type="datetimeFigureOut">
              <a:rPr lang="en-US" smtClean="0"/>
              <a:t>3/10/2026</a:t>
            </a:fld>
            <a:endParaRPr lang="en-US"/>
          </a:p>
        </p:txBody>
      </p:sp>
      <p:sp>
        <p:nvSpPr>
          <p:cNvPr id="4" name="Footer Placeholder 3">
            <a:extLst>
              <a:ext uri="{FF2B5EF4-FFF2-40B4-BE49-F238E27FC236}">
                <a16:creationId xmlns:a16="http://schemas.microsoft.com/office/drawing/2014/main" id="{D155941A-A24E-885D-E894-0326F4C4004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9D5E5B4-971F-FF6A-1B07-A5C85370552D}"/>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7111590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99F431F-E6DC-4137-3092-A30A0A3628EC}"/>
              </a:ext>
            </a:extLst>
          </p:cNvPr>
          <p:cNvSpPr>
            <a:spLocks noGrp="1"/>
          </p:cNvSpPr>
          <p:nvPr>
            <p:ph type="dt" sz="half" idx="10"/>
          </p:nvPr>
        </p:nvSpPr>
        <p:spPr/>
        <p:txBody>
          <a:bodyPr/>
          <a:lstStyle/>
          <a:p>
            <a:fld id="{E80C50CD-E178-4744-9B35-B2F624D6C5E9}" type="datetimeFigureOut">
              <a:rPr lang="en-US" smtClean="0"/>
              <a:t>3/10/2026</a:t>
            </a:fld>
            <a:endParaRPr lang="en-US"/>
          </a:p>
        </p:txBody>
      </p:sp>
      <p:sp>
        <p:nvSpPr>
          <p:cNvPr id="3" name="Footer Placeholder 2">
            <a:extLst>
              <a:ext uri="{FF2B5EF4-FFF2-40B4-BE49-F238E27FC236}">
                <a16:creationId xmlns:a16="http://schemas.microsoft.com/office/drawing/2014/main" id="{06AC814B-67B4-C70F-FA51-6205D5E2CB8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1EAA9C9-D895-DD20-1089-EA75EA428951}"/>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5802170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B50562-884C-9053-70C1-3B72A0B45EA6}"/>
              </a:ext>
            </a:extLst>
          </p:cNvPr>
          <p:cNvSpPr>
            <a:spLocks noGrp="1"/>
          </p:cNvSpPr>
          <p:nvPr>
            <p:ph type="title"/>
          </p:nvPr>
        </p:nvSpPr>
        <p:spPr>
          <a:xfrm>
            <a:off x="521208" y="978408"/>
            <a:ext cx="5020056" cy="2459736"/>
          </a:xfrm>
        </p:spPr>
        <p:txBody>
          <a:bodyPr anchor="t">
            <a:noAutofit/>
          </a:bodyPr>
          <a:lstStyle>
            <a:lvl1pPr>
              <a:defRPr sz="4400"/>
            </a:lvl1pPr>
          </a:lstStyle>
          <a:p>
            <a:r>
              <a:rPr lang="en-US" dirty="0"/>
              <a:t>Click to edit Master title style</a:t>
            </a:r>
          </a:p>
        </p:txBody>
      </p:sp>
      <p:sp>
        <p:nvSpPr>
          <p:cNvPr id="3" name="Content Placeholder 2">
            <a:extLst>
              <a:ext uri="{FF2B5EF4-FFF2-40B4-BE49-F238E27FC236}">
                <a16:creationId xmlns:a16="http://schemas.microsoft.com/office/drawing/2014/main" id="{0318F509-68F0-39D5-1A8B-CE246715AE46}"/>
              </a:ext>
            </a:extLst>
          </p:cNvPr>
          <p:cNvSpPr>
            <a:spLocks noGrp="1"/>
          </p:cNvSpPr>
          <p:nvPr>
            <p:ph idx="1"/>
          </p:nvPr>
        </p:nvSpPr>
        <p:spPr>
          <a:xfrm>
            <a:off x="6519672" y="987424"/>
            <a:ext cx="5166360" cy="5358384"/>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F158E37C-27CE-3A84-FC74-BDCCD8A9A3EC}"/>
              </a:ext>
            </a:extLst>
          </p:cNvPr>
          <p:cNvSpPr>
            <a:spLocks noGrp="1"/>
          </p:cNvSpPr>
          <p:nvPr>
            <p:ph type="body" sz="half" idx="2"/>
          </p:nvPr>
        </p:nvSpPr>
        <p:spPr>
          <a:xfrm>
            <a:off x="521208" y="3575304"/>
            <a:ext cx="5020056" cy="2770632"/>
          </a:xfrm>
        </p:spPr>
        <p:txBody>
          <a:bodyPr>
            <a:normAutofit/>
          </a:bodyPr>
          <a:lstStyle>
            <a:lvl1pPr marL="0" indent="0">
              <a:buNone/>
              <a:defRPr sz="220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2A95F79-E23E-11D2-40BF-66ED340195DB}"/>
              </a:ext>
            </a:extLst>
          </p:cNvPr>
          <p:cNvSpPr>
            <a:spLocks noGrp="1"/>
          </p:cNvSpPr>
          <p:nvPr>
            <p:ph type="dt" sz="half" idx="10"/>
          </p:nvPr>
        </p:nvSpPr>
        <p:spPr/>
        <p:txBody>
          <a:bodyPr/>
          <a:lstStyle/>
          <a:p>
            <a:fld id="{E80C50CD-E178-4744-9B35-B2F624D6C5E9}" type="datetimeFigureOut">
              <a:rPr lang="en-US" smtClean="0"/>
              <a:t>3/10/2026</a:t>
            </a:fld>
            <a:endParaRPr lang="en-US"/>
          </a:p>
        </p:txBody>
      </p:sp>
      <p:sp>
        <p:nvSpPr>
          <p:cNvPr id="6" name="Footer Placeholder 5">
            <a:extLst>
              <a:ext uri="{FF2B5EF4-FFF2-40B4-BE49-F238E27FC236}">
                <a16:creationId xmlns:a16="http://schemas.microsoft.com/office/drawing/2014/main" id="{4457F7FC-06F3-3D89-5D1A-4EC4B1D7355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554ACD5-6E0B-5713-DC9A-41E9D62AB12D}"/>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2127545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5B2D45-7CDB-D38C-2AAE-273F797674E1}"/>
              </a:ext>
            </a:extLst>
          </p:cNvPr>
          <p:cNvSpPr>
            <a:spLocks noGrp="1"/>
          </p:cNvSpPr>
          <p:nvPr>
            <p:ph type="title"/>
          </p:nvPr>
        </p:nvSpPr>
        <p:spPr>
          <a:xfrm>
            <a:off x="521208" y="978408"/>
            <a:ext cx="5020056" cy="2459736"/>
          </a:xfrm>
        </p:spPr>
        <p:txBody>
          <a:bodyPr anchor="t">
            <a:noAutofit/>
          </a:bodyPr>
          <a:lstStyle>
            <a:lvl1pPr>
              <a:defRPr sz="4400"/>
            </a:lvl1pPr>
          </a:lstStyle>
          <a:p>
            <a:r>
              <a:rPr lang="en-US" dirty="0"/>
              <a:t>Click to edit Master title style</a:t>
            </a:r>
          </a:p>
        </p:txBody>
      </p:sp>
      <p:sp>
        <p:nvSpPr>
          <p:cNvPr id="3" name="Picture Placeholder 2">
            <a:extLst>
              <a:ext uri="{FF2B5EF4-FFF2-40B4-BE49-F238E27FC236}">
                <a16:creationId xmlns:a16="http://schemas.microsoft.com/office/drawing/2014/main" id="{CCBF0855-1744-56E4-B115-3A3C5EA7834B}"/>
              </a:ext>
            </a:extLst>
          </p:cNvPr>
          <p:cNvSpPr>
            <a:spLocks noGrp="1"/>
          </p:cNvSpPr>
          <p:nvPr>
            <p:ph type="pic" idx="1"/>
          </p:nvPr>
        </p:nvSpPr>
        <p:spPr>
          <a:xfrm>
            <a:off x="6519672" y="987424"/>
            <a:ext cx="5166360" cy="535838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85E8A1D-28AE-4A19-BD96-401D4822A53D}"/>
              </a:ext>
            </a:extLst>
          </p:cNvPr>
          <p:cNvSpPr>
            <a:spLocks noGrp="1"/>
          </p:cNvSpPr>
          <p:nvPr>
            <p:ph type="body" sz="half" idx="2"/>
          </p:nvPr>
        </p:nvSpPr>
        <p:spPr>
          <a:xfrm>
            <a:off x="521208" y="3575304"/>
            <a:ext cx="5020056" cy="2770632"/>
          </a:xfrm>
        </p:spPr>
        <p:txBody>
          <a:bodyPr>
            <a:normAutofit/>
          </a:bodyPr>
          <a:lstStyle>
            <a:lvl1pPr marL="0" indent="0">
              <a:buNone/>
              <a:defRPr sz="220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7327DDB-CE95-4C89-DFC5-7DDBFC24E89C}"/>
              </a:ext>
            </a:extLst>
          </p:cNvPr>
          <p:cNvSpPr>
            <a:spLocks noGrp="1"/>
          </p:cNvSpPr>
          <p:nvPr>
            <p:ph type="dt" sz="half" idx="10"/>
          </p:nvPr>
        </p:nvSpPr>
        <p:spPr/>
        <p:txBody>
          <a:bodyPr/>
          <a:lstStyle/>
          <a:p>
            <a:fld id="{E80C50CD-E178-4744-9B35-B2F624D6C5E9}" type="datetimeFigureOut">
              <a:rPr lang="en-US" smtClean="0"/>
              <a:t>3/10/2026</a:t>
            </a:fld>
            <a:endParaRPr lang="en-US"/>
          </a:p>
        </p:txBody>
      </p:sp>
      <p:sp>
        <p:nvSpPr>
          <p:cNvPr id="6" name="Footer Placeholder 5">
            <a:extLst>
              <a:ext uri="{FF2B5EF4-FFF2-40B4-BE49-F238E27FC236}">
                <a16:creationId xmlns:a16="http://schemas.microsoft.com/office/drawing/2014/main" id="{0522C835-F3B5-943C-FFC4-D5BA9666AF3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8709891-6E3C-ADED-01DD-15FCED37AF4A}"/>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4153792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C36771-E72D-FAD8-771E-3E196DD2E1C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B5BB827-257D-60D9-792F-E6959004297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CE5D2E7-C856-F78A-E88C-375474982A5F}"/>
              </a:ext>
            </a:extLst>
          </p:cNvPr>
          <p:cNvSpPr>
            <a:spLocks noGrp="1"/>
          </p:cNvSpPr>
          <p:nvPr>
            <p:ph type="dt" sz="half" idx="10"/>
          </p:nvPr>
        </p:nvSpPr>
        <p:spPr/>
        <p:txBody>
          <a:bodyPr/>
          <a:lstStyle/>
          <a:p>
            <a:fld id="{E80C50CD-E178-4744-9B35-B2F624D6C5E9}" type="datetimeFigureOut">
              <a:rPr lang="en-US" smtClean="0"/>
              <a:t>3/10/2026</a:t>
            </a:fld>
            <a:endParaRPr lang="en-US"/>
          </a:p>
        </p:txBody>
      </p:sp>
      <p:sp>
        <p:nvSpPr>
          <p:cNvPr id="5" name="Footer Placeholder 4">
            <a:extLst>
              <a:ext uri="{FF2B5EF4-FFF2-40B4-BE49-F238E27FC236}">
                <a16:creationId xmlns:a16="http://schemas.microsoft.com/office/drawing/2014/main" id="{0FDAB289-9591-51C9-9E3C-B6F2ACC6A62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7FE037C-790D-7442-8E43-D2740B3952B1}"/>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9984768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2635151-A38B-3766-6A32-FF1DF7687D9F}"/>
              </a:ext>
            </a:extLst>
          </p:cNvPr>
          <p:cNvSpPr>
            <a:spLocks noGrp="1"/>
          </p:cNvSpPr>
          <p:nvPr>
            <p:ph type="title" orient="vert"/>
          </p:nvPr>
        </p:nvSpPr>
        <p:spPr>
          <a:xfrm>
            <a:off x="8659368" y="978408"/>
            <a:ext cx="2551176" cy="5367528"/>
          </a:xfrm>
        </p:spPr>
        <p:txBody>
          <a:bodyPr vert="eaVert"/>
          <a:lstStyle/>
          <a:p>
            <a:r>
              <a:rPr lang="en-US" dirty="0"/>
              <a:t>Click to edit Master title style</a:t>
            </a:r>
          </a:p>
        </p:txBody>
      </p:sp>
      <p:sp>
        <p:nvSpPr>
          <p:cNvPr id="3" name="Vertical Text Placeholder 2">
            <a:extLst>
              <a:ext uri="{FF2B5EF4-FFF2-40B4-BE49-F238E27FC236}">
                <a16:creationId xmlns:a16="http://schemas.microsoft.com/office/drawing/2014/main" id="{33D132D1-640C-FB9A-AD6F-D845738349F6}"/>
              </a:ext>
            </a:extLst>
          </p:cNvPr>
          <p:cNvSpPr>
            <a:spLocks noGrp="1"/>
          </p:cNvSpPr>
          <p:nvPr>
            <p:ph type="body" orient="vert" idx="1"/>
          </p:nvPr>
        </p:nvSpPr>
        <p:spPr>
          <a:xfrm>
            <a:off x="521208" y="978408"/>
            <a:ext cx="8010144" cy="5367528"/>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6955F80A-4BA7-8ED8-9A62-B92194272620}"/>
              </a:ext>
            </a:extLst>
          </p:cNvPr>
          <p:cNvSpPr>
            <a:spLocks noGrp="1"/>
          </p:cNvSpPr>
          <p:nvPr>
            <p:ph type="dt" sz="half" idx="10"/>
          </p:nvPr>
        </p:nvSpPr>
        <p:spPr/>
        <p:txBody>
          <a:bodyPr/>
          <a:lstStyle/>
          <a:p>
            <a:fld id="{E80C50CD-E178-4744-9B35-B2F624D6C5E9}" type="datetimeFigureOut">
              <a:rPr lang="en-US" smtClean="0"/>
              <a:t>3/10/2026</a:t>
            </a:fld>
            <a:endParaRPr lang="en-US"/>
          </a:p>
        </p:txBody>
      </p:sp>
      <p:sp>
        <p:nvSpPr>
          <p:cNvPr id="5" name="Footer Placeholder 4">
            <a:extLst>
              <a:ext uri="{FF2B5EF4-FFF2-40B4-BE49-F238E27FC236}">
                <a16:creationId xmlns:a16="http://schemas.microsoft.com/office/drawing/2014/main" id="{85E38113-D55A-A1A0-D1FE-53C95860FB6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919DDB-F89D-4B2D-21A2-82AF1D1023E4}"/>
              </a:ext>
            </a:extLst>
          </p:cNvPr>
          <p:cNvSpPr>
            <a:spLocks noGrp="1"/>
          </p:cNvSpPr>
          <p:nvPr>
            <p:ph type="sldNum" sz="quarter" idx="12"/>
          </p:nvPr>
        </p:nvSpPr>
        <p:spPr/>
        <p:txBody>
          <a:bodyPr/>
          <a:lstStyle/>
          <a:p>
            <a:fld id="{148CC95F-0247-41B6-91CF-DC97C76A7088}" type="slidenum">
              <a:rPr lang="en-US" smtClean="0"/>
              <a:t>‹#›</a:t>
            </a:fld>
            <a:endParaRPr lang="en-US"/>
          </a:p>
        </p:txBody>
      </p:sp>
      <p:sp>
        <p:nvSpPr>
          <p:cNvPr id="7" name="Rectangle 6">
            <a:extLst>
              <a:ext uri="{FF2B5EF4-FFF2-40B4-BE49-F238E27FC236}">
                <a16:creationId xmlns:a16="http://schemas.microsoft.com/office/drawing/2014/main" id="{262572D8-D485-1DB1-34B1-C35C61C89940}"/>
              </a:ext>
            </a:extLst>
          </p:cNvPr>
          <p:cNvSpPr/>
          <p:nvPr/>
        </p:nvSpPr>
        <p:spPr>
          <a:xfrm rot="5400000">
            <a:off x="8936623" y="3585018"/>
            <a:ext cx="5325734"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623490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31A28D7-6581-4956-AAE3-9104804DF55B}"/>
              </a:ext>
            </a:extLst>
          </p:cNvPr>
          <p:cNvSpPr>
            <a:spLocks noGrp="1"/>
          </p:cNvSpPr>
          <p:nvPr>
            <p:ph type="title"/>
          </p:nvPr>
        </p:nvSpPr>
        <p:spPr>
          <a:xfrm>
            <a:off x="521208" y="978408"/>
            <a:ext cx="11155680" cy="1463040"/>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F3CFCCA4-57A4-08A1-FC45-D2BBA66FABFA}"/>
              </a:ext>
            </a:extLst>
          </p:cNvPr>
          <p:cNvSpPr>
            <a:spLocks noGrp="1"/>
          </p:cNvSpPr>
          <p:nvPr>
            <p:ph type="body" idx="1"/>
          </p:nvPr>
        </p:nvSpPr>
        <p:spPr>
          <a:xfrm>
            <a:off x="521208" y="2578608"/>
            <a:ext cx="11155680" cy="376732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B0FAA0F4-2442-8D45-3C3D-1B8F55C8683A}"/>
              </a:ext>
            </a:extLst>
          </p:cNvPr>
          <p:cNvSpPr>
            <a:spLocks noGrp="1"/>
          </p:cNvSpPr>
          <p:nvPr>
            <p:ph type="dt" sz="half" idx="2"/>
          </p:nvPr>
        </p:nvSpPr>
        <p:spPr>
          <a:xfrm>
            <a:off x="521208" y="6419088"/>
            <a:ext cx="2743200" cy="365125"/>
          </a:xfrm>
          <a:prstGeom prst="rect">
            <a:avLst/>
          </a:prstGeom>
        </p:spPr>
        <p:txBody>
          <a:bodyPr vert="horz" lIns="91440" tIns="45720" rIns="91440" bIns="45720" rtlCol="0" anchor="ctr"/>
          <a:lstStyle>
            <a:lvl1pPr algn="l">
              <a:defRPr sz="900">
                <a:solidFill>
                  <a:schemeClr val="tx1"/>
                </a:solidFill>
              </a:defRPr>
            </a:lvl1pPr>
          </a:lstStyle>
          <a:p>
            <a:fld id="{E80C50CD-E178-4744-9B35-B2F624D6C5E9}" type="datetimeFigureOut">
              <a:rPr lang="en-US" smtClean="0"/>
              <a:pPr/>
              <a:t>3/10/2026</a:t>
            </a:fld>
            <a:endParaRPr lang="en-US"/>
          </a:p>
        </p:txBody>
      </p:sp>
      <p:sp>
        <p:nvSpPr>
          <p:cNvPr id="5" name="Footer Placeholder 4">
            <a:extLst>
              <a:ext uri="{FF2B5EF4-FFF2-40B4-BE49-F238E27FC236}">
                <a16:creationId xmlns:a16="http://schemas.microsoft.com/office/drawing/2014/main" id="{9E03785E-FB42-1D54-92AC-D0A61A8FABD4}"/>
              </a:ext>
            </a:extLst>
          </p:cNvPr>
          <p:cNvSpPr>
            <a:spLocks noGrp="1"/>
          </p:cNvSpPr>
          <p:nvPr>
            <p:ph type="ftr" sz="quarter" idx="3"/>
          </p:nvPr>
        </p:nvSpPr>
        <p:spPr>
          <a:xfrm>
            <a:off x="521208" y="100584"/>
            <a:ext cx="4114800" cy="365125"/>
          </a:xfrm>
          <a:prstGeom prst="rect">
            <a:avLst/>
          </a:prstGeom>
        </p:spPr>
        <p:txBody>
          <a:bodyPr vert="horz" lIns="91440" tIns="45720" rIns="91440" bIns="45720" rtlCol="0" anchor="ctr"/>
          <a:lstStyle>
            <a:lvl1pPr algn="l">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BCC9CF34-1274-DB45-4809-90E5D244A9AE}"/>
              </a:ext>
            </a:extLst>
          </p:cNvPr>
          <p:cNvSpPr>
            <a:spLocks noGrp="1"/>
          </p:cNvSpPr>
          <p:nvPr>
            <p:ph type="sldNum" sz="quarter" idx="4"/>
          </p:nvPr>
        </p:nvSpPr>
        <p:spPr>
          <a:xfrm>
            <a:off x="11457432" y="6419088"/>
            <a:ext cx="640080" cy="365125"/>
          </a:xfrm>
          <a:prstGeom prst="rect">
            <a:avLst/>
          </a:prstGeom>
        </p:spPr>
        <p:txBody>
          <a:bodyPr vert="horz" lIns="91440" tIns="45720" rIns="91440" bIns="45720" rtlCol="0" anchor="ctr"/>
          <a:lstStyle>
            <a:lvl1pPr algn="r">
              <a:defRPr sz="900">
                <a:solidFill>
                  <a:schemeClr val="tx1"/>
                </a:solidFill>
              </a:defRPr>
            </a:lvl1pPr>
          </a:lstStyle>
          <a:p>
            <a:fld id="{148CC95F-0247-41B6-91CF-DC97C76A7088}" type="slidenum">
              <a:rPr lang="en-US" smtClean="0"/>
              <a:pPr/>
              <a:t>‹#›</a:t>
            </a:fld>
            <a:endParaRPr lang="en-US"/>
          </a:p>
        </p:txBody>
      </p:sp>
      <p:sp>
        <p:nvSpPr>
          <p:cNvPr id="7" name="Freeform: Shape 6">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2722805441"/>
      </p:ext>
    </p:extLst>
  </p:cSld>
  <p:clrMap bg1="lt1" tx1="dk1" bg2="lt2" tx2="dk2" accent1="accent1" accent2="accent2" accent3="accent3" accent4="accent4" accent5="accent5" accent6="accent6" hlink="hlink" folHlink="folHlink"/>
  <p:sldLayoutIdLst>
    <p:sldLayoutId id="2147483759" r:id="rId1"/>
    <p:sldLayoutId id="2147483760" r:id="rId2"/>
    <p:sldLayoutId id="2147483761" r:id="rId3"/>
    <p:sldLayoutId id="2147483762" r:id="rId4"/>
    <p:sldLayoutId id="2147483763" r:id="rId5"/>
    <p:sldLayoutId id="2147483757" r:id="rId6"/>
    <p:sldLayoutId id="2147483753" r:id="rId7"/>
    <p:sldLayoutId id="2147483754" r:id="rId8"/>
    <p:sldLayoutId id="2147483755" r:id="rId9"/>
    <p:sldLayoutId id="2147483756" r:id="rId10"/>
    <p:sldLayoutId id="2147483758" r:id="rId11"/>
  </p:sldLayoutIdLst>
  <p:txStyles>
    <p:titleStyle>
      <a:lvl1pPr algn="l" defTabSz="914400" rtl="0" eaLnBrk="1" latinLnBrk="0" hangingPunct="1">
        <a:lnSpc>
          <a:spcPct val="10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biografiteladan.blogspot.com/2011/06/biografi-muhammad-iqbal.html" TargetMode="External"/><Relationship Id="rId2" Type="http://schemas.openxmlformats.org/officeDocument/2006/relationships/image" Target="../media/image2.jpg"/><Relationship Id="rId1" Type="http://schemas.openxmlformats.org/officeDocument/2006/relationships/slideLayout" Target="../slideLayouts/slideLayout2.xml"/><Relationship Id="rId4" Type="http://schemas.openxmlformats.org/officeDocument/2006/relationships/hyperlink" Target="https://creativecommons.org/licenses/by/3.0/"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3" Type="http://schemas.openxmlformats.org/officeDocument/2006/relationships/hyperlink" Target="https://en.wikipedia.org/wiki/Israel%E2%80%93Pakistan_relations" TargetMode="External"/><Relationship Id="rId2" Type="http://schemas.openxmlformats.org/officeDocument/2006/relationships/image" Target="../media/image3.jpg"/><Relationship Id="rId1" Type="http://schemas.openxmlformats.org/officeDocument/2006/relationships/slideLayout" Target="../slideLayouts/slideLayout2.xml"/><Relationship Id="rId6" Type="http://schemas.openxmlformats.org/officeDocument/2006/relationships/hyperlink" Target="https://creativecommons.org/licenses/by-sa/3.0/" TargetMode="External"/><Relationship Id="rId5" Type="http://schemas.openxmlformats.org/officeDocument/2006/relationships/hyperlink" Target="https://en.wikipedia.org/wiki/Government_Islamia_College,_Civil_Lines,_Lahore" TargetMode="External"/><Relationship Id="rId4" Type="http://schemas.openxmlformats.org/officeDocument/2006/relationships/image" Target="../media/image4.jpg"/></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7.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7.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8.xml.rels><?xml version="1.0" encoding="UTF-8" standalone="yes"?>
<Relationships xmlns="http://schemas.openxmlformats.org/package/2006/relationships"><Relationship Id="rId2" Type="http://schemas.openxmlformats.org/officeDocument/2006/relationships/image" Target="../media/image5.gi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2.xml"/><Relationship Id="rId4" Type="http://schemas.openxmlformats.org/officeDocument/2006/relationships/image" Target="../media/image10.jpe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31" name="Freeform: Shape 1030">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1033" name="Rectangle 1032">
            <a:extLst>
              <a:ext uri="{FF2B5EF4-FFF2-40B4-BE49-F238E27FC236}">
                <a16:creationId xmlns:a16="http://schemas.microsoft.com/office/drawing/2014/main" id="{4C32CD27-7027-AB2B-38F1-71C08EB840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0A6D7F04-FF7F-2AF8-0644-B983129C03C7}"/>
              </a:ext>
            </a:extLst>
          </p:cNvPr>
          <p:cNvSpPr>
            <a:spLocks noGrp="1"/>
          </p:cNvSpPr>
          <p:nvPr>
            <p:ph type="ctrTitle"/>
          </p:nvPr>
        </p:nvSpPr>
        <p:spPr>
          <a:xfrm>
            <a:off x="5431536" y="978408"/>
            <a:ext cx="6236208" cy="1463040"/>
          </a:xfrm>
        </p:spPr>
        <p:txBody>
          <a:bodyPr vert="horz" lIns="91440" tIns="45720" rIns="91440" bIns="45720" rtlCol="0" anchor="t">
            <a:normAutofit fontScale="90000"/>
          </a:bodyPr>
          <a:lstStyle/>
          <a:p>
            <a:r>
              <a:rPr lang="en-US" sz="4400" dirty="0"/>
              <a:t>Dawood university of engineering and technology Karachi </a:t>
            </a:r>
            <a:endParaRPr lang="en-US" sz="4400" b="1" kern="1200" dirty="0">
              <a:solidFill>
                <a:schemeClr val="tx1"/>
              </a:solidFill>
              <a:latin typeface="+mj-lt"/>
              <a:ea typeface="+mj-ea"/>
              <a:cs typeface="+mj-cs"/>
            </a:endParaRPr>
          </a:p>
        </p:txBody>
      </p:sp>
      <p:pic>
        <p:nvPicPr>
          <p:cNvPr id="1026" name="Picture 2" descr="Dawood University of Engineering and ...">
            <a:extLst>
              <a:ext uri="{FF2B5EF4-FFF2-40B4-BE49-F238E27FC236}">
                <a16:creationId xmlns:a16="http://schemas.microsoft.com/office/drawing/2014/main" id="{176B5D31-4D2E-AE6A-946F-8AE941DC427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7155" r="20525" b="-1"/>
          <a:stretch>
            <a:fillRect/>
          </a:stretch>
        </p:blipFill>
        <p:spPr bwMode="auto">
          <a:xfrm>
            <a:off x="517869" y="508091"/>
            <a:ext cx="4221911" cy="5837918"/>
          </a:xfrm>
          <a:prstGeom prst="rect">
            <a:avLst/>
          </a:prstGeom>
          <a:noFill/>
          <a:extLst>
            <a:ext uri="{909E8E84-426E-40DD-AFC4-6F175D3DCCD1}">
              <a14:hiddenFill xmlns:a14="http://schemas.microsoft.com/office/drawing/2010/main">
                <a:solidFill>
                  <a:srgbClr val="FFFFFF"/>
                </a:solidFill>
              </a14:hiddenFill>
            </a:ext>
          </a:extLst>
        </p:spPr>
      </p:pic>
      <p:sp>
        <p:nvSpPr>
          <p:cNvPr id="1035" name="Freeform: Shape 1034">
            <a:extLst>
              <a:ext uri="{FF2B5EF4-FFF2-40B4-BE49-F238E27FC236}">
                <a16:creationId xmlns:a16="http://schemas.microsoft.com/office/drawing/2014/main" id="{C6DD38CD-CFFE-4ABA-3DC8-01ED90559E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84611" y="508090"/>
            <a:ext cx="6186474" cy="149279"/>
          </a:xfrm>
          <a:custGeom>
            <a:avLst/>
            <a:gdLst>
              <a:gd name="connsiteX0" fmla="*/ 0 w 6090847"/>
              <a:gd name="connsiteY0" fmla="*/ 0 h 149279"/>
              <a:gd name="connsiteX1" fmla="*/ 6090847 w 6090847"/>
              <a:gd name="connsiteY1" fmla="*/ 0 h 149279"/>
              <a:gd name="connsiteX2" fmla="*/ 6090847 w 6090847"/>
              <a:gd name="connsiteY2" fmla="*/ 149279 h 149279"/>
              <a:gd name="connsiteX3" fmla="*/ 0 w 6090847"/>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6090847" h="149279">
                <a:moveTo>
                  <a:pt x="0" y="0"/>
                </a:moveTo>
                <a:lnTo>
                  <a:pt x="6090847" y="0"/>
                </a:lnTo>
                <a:lnTo>
                  <a:pt x="6090847"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Subtitle 2">
            <a:extLst>
              <a:ext uri="{FF2B5EF4-FFF2-40B4-BE49-F238E27FC236}">
                <a16:creationId xmlns:a16="http://schemas.microsoft.com/office/drawing/2014/main" id="{E04F8D81-1028-D1A7-BB51-DE568E83B038}"/>
              </a:ext>
            </a:extLst>
          </p:cNvPr>
          <p:cNvSpPr>
            <a:spLocks noGrp="1"/>
          </p:cNvSpPr>
          <p:nvPr>
            <p:ph type="subTitle" idx="1"/>
          </p:nvPr>
        </p:nvSpPr>
        <p:spPr>
          <a:xfrm>
            <a:off x="5431536" y="2578608"/>
            <a:ext cx="6236208" cy="3767328"/>
          </a:xfrm>
        </p:spPr>
        <p:txBody>
          <a:bodyPr vert="horz" lIns="91440" tIns="45720" rIns="91440" bIns="45720" rtlCol="0">
            <a:normAutofit/>
          </a:bodyPr>
          <a:lstStyle/>
          <a:p>
            <a:pPr indent="-228600">
              <a:buFont typeface="Arial" panose="020B0604020202020204" pitchFamily="34" charset="0"/>
              <a:buChar char="•"/>
            </a:pPr>
            <a:r>
              <a:rPr lang="en-US" dirty="0"/>
              <a:t>Group Members:</a:t>
            </a:r>
          </a:p>
          <a:p>
            <a:pPr indent="-228600">
              <a:buFont typeface="Arial" panose="020B0604020202020204" pitchFamily="34" charset="0"/>
              <a:buChar char="•"/>
            </a:pPr>
            <a:r>
              <a:rPr lang="en-US" dirty="0"/>
              <a:t>25F-AI-055(Laiba Arshad)</a:t>
            </a:r>
          </a:p>
          <a:p>
            <a:pPr indent="-228600">
              <a:buFont typeface="Arial" panose="020B0604020202020204" pitchFamily="34" charset="0"/>
              <a:buChar char="•"/>
            </a:pPr>
            <a:r>
              <a:rPr lang="en-US" dirty="0"/>
              <a:t>25F-AI-056(Uzair Ahmed)</a:t>
            </a:r>
          </a:p>
          <a:p>
            <a:pPr indent="-228600">
              <a:buFont typeface="Arial" panose="020B0604020202020204" pitchFamily="34" charset="0"/>
              <a:buChar char="•"/>
            </a:pPr>
            <a:r>
              <a:rPr lang="en-US" dirty="0"/>
              <a:t>25F-AI-090(Aisha Iqbal)</a:t>
            </a:r>
          </a:p>
        </p:txBody>
      </p:sp>
      <p:sp>
        <p:nvSpPr>
          <p:cNvPr id="5" name="TextBox 4">
            <a:extLst>
              <a:ext uri="{FF2B5EF4-FFF2-40B4-BE49-F238E27FC236}">
                <a16:creationId xmlns:a16="http://schemas.microsoft.com/office/drawing/2014/main" id="{DBD39E19-B0D0-E60F-A3EE-F78B3F06A46D}"/>
              </a:ext>
            </a:extLst>
          </p:cNvPr>
          <p:cNvSpPr txBox="1"/>
          <p:nvPr/>
        </p:nvSpPr>
        <p:spPr>
          <a:xfrm>
            <a:off x="5431536" y="3296666"/>
            <a:ext cx="5283200" cy="369332"/>
          </a:xfrm>
          <a:prstGeom prst="rect">
            <a:avLst/>
          </a:prstGeom>
          <a:noFill/>
        </p:spPr>
        <p:txBody>
          <a:bodyPr wrap="square" rtlCol="0">
            <a:spAutoFit/>
          </a:bodyPr>
          <a:lstStyle/>
          <a:p>
            <a:r>
              <a:rPr lang="en-US" b="1" dirty="0"/>
              <a:t>Subject:</a:t>
            </a:r>
            <a:r>
              <a:rPr lang="en-US" dirty="0"/>
              <a:t> Presentation on the Life of Allama Iqbal </a:t>
            </a:r>
            <a:endParaRPr lang="en-US" b="1" dirty="0"/>
          </a:p>
        </p:txBody>
      </p:sp>
    </p:spTree>
    <p:extLst>
      <p:ext uri="{BB962C8B-B14F-4D97-AF65-F5344CB8AC3E}">
        <p14:creationId xmlns:p14="http://schemas.microsoft.com/office/powerpoint/2010/main" val="12507347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 name="Freeform: Shape 29">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1" name="Freeform: Shape 30">
            <a:extLst>
              <a:ext uri="{FF2B5EF4-FFF2-40B4-BE49-F238E27FC236}">
                <a16:creationId xmlns:a16="http://schemas.microsoft.com/office/drawing/2014/main" id="{EA67E988-5919-57BB-C7DE-D3EAD38A30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6209925"/>
            <a:ext cx="11155680" cy="45719"/>
          </a:xfrm>
          <a:custGeom>
            <a:avLst/>
            <a:gdLst/>
            <a:ahLst/>
            <a:cxnLst/>
            <a:rect l="l" t="t" r="r" b="b"/>
            <a:pathLst>
              <a:path w="8715708" h="45719">
                <a:moveTo>
                  <a:pt x="0" y="0"/>
                </a:moveTo>
                <a:lnTo>
                  <a:pt x="3694525" y="0"/>
                </a:lnTo>
                <a:lnTo>
                  <a:pt x="5021183" y="0"/>
                </a:lnTo>
                <a:lnTo>
                  <a:pt x="8715708" y="0"/>
                </a:lnTo>
                <a:lnTo>
                  <a:pt x="8715708" y="45719"/>
                </a:lnTo>
                <a:lnTo>
                  <a:pt x="5021183" y="45719"/>
                </a:lnTo>
                <a:lnTo>
                  <a:pt x="3694525" y="45719"/>
                </a:lnTo>
                <a:lnTo>
                  <a:pt x="0" y="4571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32" name="Rectangle 31">
            <a:extLst>
              <a:ext uri="{FF2B5EF4-FFF2-40B4-BE49-F238E27FC236}">
                <a16:creationId xmlns:a16="http://schemas.microsoft.com/office/drawing/2014/main" id="{956C5C09-0043-4549-B800-2101B70D66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0801AF48-B705-3D79-8A19-0261F4FE77FA}"/>
              </a:ext>
            </a:extLst>
          </p:cNvPr>
          <p:cNvSpPr>
            <a:spLocks noGrp="1"/>
          </p:cNvSpPr>
          <p:nvPr>
            <p:ph type="title"/>
          </p:nvPr>
        </p:nvSpPr>
        <p:spPr>
          <a:xfrm>
            <a:off x="6699869" y="978407"/>
            <a:ext cx="4983480" cy="3976380"/>
          </a:xfrm>
        </p:spPr>
        <p:txBody>
          <a:bodyPr vert="horz" lIns="91440" tIns="45720" rIns="91440" bIns="45720" rtlCol="0" anchor="t">
            <a:normAutofit/>
          </a:bodyPr>
          <a:lstStyle/>
          <a:p>
            <a:r>
              <a:rPr lang="en-US" sz="6000"/>
              <a:t>Allama Muhammed Iqbal </a:t>
            </a:r>
          </a:p>
        </p:txBody>
      </p:sp>
      <p:pic>
        <p:nvPicPr>
          <p:cNvPr id="5" name="Content Placeholder 4">
            <a:extLst>
              <a:ext uri="{FF2B5EF4-FFF2-40B4-BE49-F238E27FC236}">
                <a16:creationId xmlns:a16="http://schemas.microsoft.com/office/drawing/2014/main" id="{5943C7A1-B70F-9BA4-BC8B-FC0D7EA5191B}"/>
              </a:ext>
            </a:extLst>
          </p:cNvPr>
          <p:cNvPicPr>
            <a:picLocks noGrp="1" noChangeAspect="1"/>
          </p:cNvPicPr>
          <p:nvPr>
            <p:ph idx="1"/>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t="5999" r="-2" b="19140"/>
          <a:stretch>
            <a:fillRect/>
          </a:stretch>
        </p:blipFill>
        <p:spPr>
          <a:xfrm>
            <a:off x="525664" y="508090"/>
            <a:ext cx="5570336" cy="5837913"/>
          </a:xfrm>
          <a:prstGeom prst="rect">
            <a:avLst/>
          </a:prstGeom>
        </p:spPr>
      </p:pic>
      <p:sp>
        <p:nvSpPr>
          <p:cNvPr id="33" name="Rectangle 32">
            <a:extLst>
              <a:ext uri="{FF2B5EF4-FFF2-40B4-BE49-F238E27FC236}">
                <a16:creationId xmlns:a16="http://schemas.microsoft.com/office/drawing/2014/main" id="{B2C335F7-F61C-4EB4-80F2-4B1438FE66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23493" y="508090"/>
            <a:ext cx="4983481"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8B71A01D-3C81-05A5-6E4D-1BE12BEC56D0}"/>
              </a:ext>
            </a:extLst>
          </p:cNvPr>
          <p:cNvSpPr txBox="1"/>
          <p:nvPr/>
        </p:nvSpPr>
        <p:spPr>
          <a:xfrm>
            <a:off x="3784149" y="6145948"/>
            <a:ext cx="2311851" cy="200055"/>
          </a:xfrm>
          <a:prstGeom prst="rect">
            <a:avLst/>
          </a:prstGeom>
          <a:solidFill>
            <a:srgbClr val="000000"/>
          </a:solidFill>
        </p:spPr>
        <p:txBody>
          <a:bodyPr wrap="none" rtlCol="0">
            <a:spAutoFit/>
          </a:bodyPr>
          <a:lstStyle/>
          <a:p>
            <a:pPr algn="r">
              <a:spcAft>
                <a:spcPts val="600"/>
              </a:spcAft>
            </a:pPr>
            <a:r>
              <a:rPr lang="en-US" sz="700">
                <a:solidFill>
                  <a:srgbClr val="FFFFFF"/>
                </a:solidFill>
                <a:hlinkClick r:id="rId3" tooltip="https://biografiteladan.blogspot.com/2011/06/biografi-muhammad-iqbal.html">
                  <a:extLst>
                    <a:ext uri="{A12FA001-AC4F-418D-AE19-62706E023703}">
                      <ahyp:hlinkClr xmlns:ahyp="http://schemas.microsoft.com/office/drawing/2018/hyperlinkcolor" val="tx"/>
                    </a:ext>
                  </a:extLst>
                </a:hlinkClick>
              </a:rPr>
              <a:t>This Photo</a:t>
            </a:r>
            <a:r>
              <a:rPr lang="en-US" sz="700">
                <a:solidFill>
                  <a:srgbClr val="FFFFFF"/>
                </a:solidFill>
              </a:rPr>
              <a:t> by Unknown Author is licensed under </a:t>
            </a:r>
            <a:r>
              <a:rPr lang="en-US" sz="700">
                <a:solidFill>
                  <a:srgbClr val="FFFFFF"/>
                </a:solidFill>
                <a:hlinkClick r:id="rId4" tooltip="https://creativecommons.org/licenses/by/3.0/">
                  <a:extLst>
                    <a:ext uri="{A12FA001-AC4F-418D-AE19-62706E023703}">
                      <ahyp:hlinkClr xmlns:ahyp="http://schemas.microsoft.com/office/drawing/2018/hyperlinkcolor" val="tx"/>
                    </a:ext>
                  </a:extLst>
                </a:hlinkClick>
              </a:rPr>
              <a:t>CC BY</a:t>
            </a:r>
            <a:endParaRPr lang="en-US" sz="700">
              <a:solidFill>
                <a:srgbClr val="FFFFFF"/>
              </a:solidFill>
            </a:endParaRPr>
          </a:p>
        </p:txBody>
      </p:sp>
    </p:spTree>
    <p:extLst>
      <p:ext uri="{BB962C8B-B14F-4D97-AF65-F5344CB8AC3E}">
        <p14:creationId xmlns:p14="http://schemas.microsoft.com/office/powerpoint/2010/main" val="6996910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AF1FD18-4C21-3E27-8F76-C8DC720709C8}"/>
              </a:ext>
            </a:extLst>
          </p:cNvPr>
          <p:cNvSpPr txBox="1"/>
          <p:nvPr/>
        </p:nvSpPr>
        <p:spPr>
          <a:xfrm>
            <a:off x="342900" y="406400"/>
            <a:ext cx="5549900" cy="584775"/>
          </a:xfrm>
          <a:prstGeom prst="rect">
            <a:avLst/>
          </a:prstGeom>
          <a:noFill/>
        </p:spPr>
        <p:txBody>
          <a:bodyPr wrap="square" rtlCol="0">
            <a:spAutoFit/>
          </a:bodyPr>
          <a:lstStyle/>
          <a:p>
            <a:r>
              <a:rPr lang="en-US" sz="3200" b="1" dirty="0"/>
              <a:t>Contents</a:t>
            </a:r>
          </a:p>
        </p:txBody>
      </p:sp>
      <p:sp>
        <p:nvSpPr>
          <p:cNvPr id="3" name="TextBox 2">
            <a:extLst>
              <a:ext uri="{FF2B5EF4-FFF2-40B4-BE49-F238E27FC236}">
                <a16:creationId xmlns:a16="http://schemas.microsoft.com/office/drawing/2014/main" id="{E0731132-A0C9-D558-20DA-FE66A4498A52}"/>
              </a:ext>
            </a:extLst>
          </p:cNvPr>
          <p:cNvSpPr txBox="1"/>
          <p:nvPr/>
        </p:nvSpPr>
        <p:spPr>
          <a:xfrm>
            <a:off x="342900" y="991175"/>
            <a:ext cx="3733800" cy="5909310"/>
          </a:xfrm>
          <a:prstGeom prst="rect">
            <a:avLst/>
          </a:prstGeom>
          <a:noFill/>
        </p:spPr>
        <p:txBody>
          <a:bodyPr wrap="square" rtlCol="0">
            <a:spAutoFit/>
          </a:bodyPr>
          <a:lstStyle/>
          <a:p>
            <a:r>
              <a:rPr lang="en-US" b="1" dirty="0"/>
              <a:t>1.Biography </a:t>
            </a:r>
          </a:p>
          <a:p>
            <a:r>
              <a:rPr lang="en-US" b="1" dirty="0"/>
              <a:t>2.Introduction </a:t>
            </a:r>
          </a:p>
          <a:p>
            <a:r>
              <a:rPr lang="en-US" b="1" dirty="0"/>
              <a:t>3. Stages of Life of Allama Iqbal </a:t>
            </a:r>
          </a:p>
          <a:p>
            <a:r>
              <a:rPr lang="en-US" b="1" dirty="0"/>
              <a:t>4.Works by Allama Iqbal</a:t>
            </a:r>
          </a:p>
          <a:p>
            <a:r>
              <a:rPr lang="en-US" dirty="0"/>
              <a:t>(Persian Books by Iqbal</a:t>
            </a:r>
          </a:p>
          <a:p>
            <a:r>
              <a:rPr lang="en-US" dirty="0"/>
              <a:t>Urdu Books </a:t>
            </a:r>
            <a:r>
              <a:rPr lang="en-US"/>
              <a:t>by Iqbal) </a:t>
            </a:r>
            <a:endParaRPr lang="en-US" dirty="0"/>
          </a:p>
          <a:p>
            <a:r>
              <a:rPr lang="en-US" b="1" dirty="0"/>
              <a:t>5.Few poetic lines by Allama Iqbal</a:t>
            </a:r>
          </a:p>
          <a:p>
            <a:r>
              <a:rPr lang="en-US" b="1" dirty="0"/>
              <a:t>6.Famous Saying by Iqbal (Quotes)</a:t>
            </a:r>
          </a:p>
          <a:p>
            <a:r>
              <a:rPr lang="en-US" b="1" dirty="0"/>
              <a:t>7.Allama </a:t>
            </a:r>
            <a:r>
              <a:rPr lang="en-US" b="1" dirty="0" err="1"/>
              <a:t>Iqbals</a:t>
            </a:r>
            <a:r>
              <a:rPr lang="en-US" b="1" dirty="0"/>
              <a:t> Allahabad address.</a:t>
            </a:r>
          </a:p>
          <a:p>
            <a:r>
              <a:rPr lang="en-US" b="1" dirty="0"/>
              <a:t>8.</a:t>
            </a:r>
            <a:r>
              <a:rPr lang="en-US" dirty="0"/>
              <a:t> </a:t>
            </a:r>
            <a:r>
              <a:rPr lang="en-US" b="1" dirty="0"/>
              <a:t>Importance Of Allama Iqbal's Allahabad Address 1930 to the Pakistan Movement.</a:t>
            </a:r>
          </a:p>
          <a:p>
            <a:r>
              <a:rPr lang="en-US" b="1" dirty="0"/>
              <a:t>9. Contribution of Allama Iqbal.</a:t>
            </a:r>
          </a:p>
          <a:p>
            <a:r>
              <a:rPr lang="en-US" b="1" dirty="0"/>
              <a:t>10. Iqbal And Idea Of Pakistan</a:t>
            </a:r>
          </a:p>
          <a:p>
            <a:endParaRPr lang="en-US" b="1" dirty="0"/>
          </a:p>
          <a:p>
            <a:endParaRPr lang="en-US" b="1" dirty="0"/>
          </a:p>
          <a:p>
            <a:endParaRPr lang="en-US" b="1" dirty="0"/>
          </a:p>
          <a:p>
            <a:endParaRPr lang="en-US" dirty="0"/>
          </a:p>
        </p:txBody>
      </p:sp>
    </p:spTree>
    <p:extLst>
      <p:ext uri="{BB962C8B-B14F-4D97-AF65-F5344CB8AC3E}">
        <p14:creationId xmlns:p14="http://schemas.microsoft.com/office/powerpoint/2010/main" val="21684022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1" name="Rectangle 30">
            <a:extLst>
              <a:ext uri="{FF2B5EF4-FFF2-40B4-BE49-F238E27FC236}">
                <a16:creationId xmlns:a16="http://schemas.microsoft.com/office/drawing/2014/main" id="{817D949E-564D-4503-A64E-D22FA3232C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746FCCC-D79E-D33B-4176-5C4579F80BA9}"/>
              </a:ext>
            </a:extLst>
          </p:cNvPr>
          <p:cNvSpPr>
            <a:spLocks noGrp="1"/>
          </p:cNvSpPr>
          <p:nvPr>
            <p:ph type="title"/>
          </p:nvPr>
        </p:nvSpPr>
        <p:spPr>
          <a:xfrm>
            <a:off x="521208" y="978408"/>
            <a:ext cx="4032504" cy="3364992"/>
          </a:xfrm>
        </p:spPr>
        <p:txBody>
          <a:bodyPr>
            <a:normAutofit/>
          </a:bodyPr>
          <a:lstStyle/>
          <a:p>
            <a:r>
              <a:rPr lang="en-US"/>
              <a:t>Biography</a:t>
            </a:r>
          </a:p>
        </p:txBody>
      </p:sp>
      <p:sp>
        <p:nvSpPr>
          <p:cNvPr id="32" name="Rectangle 31">
            <a:extLst>
              <a:ext uri="{FF2B5EF4-FFF2-40B4-BE49-F238E27FC236}">
                <a16:creationId xmlns:a16="http://schemas.microsoft.com/office/drawing/2014/main" id="{92BE0106-0C20-465B-A1BE-0BAC2737B1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4032504"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851808AB-2943-464C-A710-F2A18D8693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65776" y="6300216"/>
            <a:ext cx="6620256"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CD5FAEAB-101B-035F-B40A-6A1DC231B96D}"/>
              </a:ext>
            </a:extLst>
          </p:cNvPr>
          <p:cNvGraphicFramePr>
            <a:graphicFrameLocks noGrp="1"/>
          </p:cNvGraphicFramePr>
          <p:nvPr>
            <p:ph idx="1"/>
            <p:extLst>
              <p:ext uri="{D42A27DB-BD31-4B8C-83A1-F6EECF244321}">
                <p14:modId xmlns:p14="http://schemas.microsoft.com/office/powerpoint/2010/main" val="432895355"/>
              </p:ext>
            </p:extLst>
          </p:nvPr>
        </p:nvGraphicFramePr>
        <p:xfrm>
          <a:off x="5065776" y="978408"/>
          <a:ext cx="6620256" cy="496519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4363319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A082E5AA-6E5F-4FCC-8C41-11E32F833B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4871104-6EA8-B921-F881-F0D135EC7271}"/>
              </a:ext>
            </a:extLst>
          </p:cNvPr>
          <p:cNvSpPr>
            <a:spLocks noGrp="1"/>
          </p:cNvSpPr>
          <p:nvPr>
            <p:ph type="title"/>
          </p:nvPr>
        </p:nvSpPr>
        <p:spPr>
          <a:xfrm>
            <a:off x="521208" y="978408"/>
            <a:ext cx="5020056" cy="2450592"/>
          </a:xfrm>
        </p:spPr>
        <p:txBody>
          <a:bodyPr>
            <a:normAutofit/>
          </a:bodyPr>
          <a:lstStyle/>
          <a:p>
            <a:r>
              <a:rPr lang="en-US" dirty="0"/>
              <a:t>Introduction</a:t>
            </a:r>
          </a:p>
        </p:txBody>
      </p:sp>
      <p:sp>
        <p:nvSpPr>
          <p:cNvPr id="20" name="Rectangle 19">
            <a:extLst>
              <a:ext uri="{FF2B5EF4-FFF2-40B4-BE49-F238E27FC236}">
                <a16:creationId xmlns:a16="http://schemas.microsoft.com/office/drawing/2014/main" id="{92BE0106-0C20-465B-A1BE-0BAC2737B1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4A3D569D-D3A6-49CA-A483-291E95DACA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62168" y="611650"/>
            <a:ext cx="5021183"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5A57F458-9B36-FC4F-BC58-941D9C627CDD}"/>
              </a:ext>
            </a:extLst>
          </p:cNvPr>
          <p:cNvSpPr>
            <a:spLocks noGrp="1"/>
          </p:cNvSpPr>
          <p:nvPr>
            <p:ph idx="1"/>
          </p:nvPr>
        </p:nvSpPr>
        <p:spPr>
          <a:xfrm>
            <a:off x="6665976" y="978408"/>
            <a:ext cx="5010912" cy="2450592"/>
          </a:xfrm>
        </p:spPr>
        <p:txBody>
          <a:bodyPr>
            <a:normAutofit/>
          </a:bodyPr>
          <a:lstStyle/>
          <a:p>
            <a:pPr marL="0" indent="0">
              <a:buNone/>
            </a:pPr>
            <a:r>
              <a:rPr lang="en-US" sz="1700" dirty="0"/>
              <a:t>Allama Iqbal was corn in a devout Muslim family in Sialkot . He received his early education in his hometown  before moving to Lahore for higher education .Iqbal processed a keen intellect and demonstrated exceptional academic abilities from a young age .He completed his bachelors in philosophy ,followed by master’s  degree in the same subject from government collage ,Lahore .</a:t>
            </a:r>
          </a:p>
          <a:p>
            <a:pPr marL="0" indent="0">
              <a:buNone/>
            </a:pPr>
            <a:endParaRPr lang="en-US" sz="1700" dirty="0"/>
          </a:p>
        </p:txBody>
      </p:sp>
      <p:pic>
        <p:nvPicPr>
          <p:cNvPr id="8" name="Picture 7">
            <a:extLst>
              <a:ext uri="{FF2B5EF4-FFF2-40B4-BE49-F238E27FC236}">
                <a16:creationId xmlns:a16="http://schemas.microsoft.com/office/drawing/2014/main" id="{BEB29CDD-6A71-5AC1-3433-02BF422FF91F}"/>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t="1096" r="-3" b="4252"/>
          <a:stretch>
            <a:fillRect/>
          </a:stretch>
        </p:blipFill>
        <p:spPr>
          <a:xfrm>
            <a:off x="517870" y="3609974"/>
            <a:ext cx="5030057" cy="2736029"/>
          </a:xfrm>
          <a:prstGeom prst="rect">
            <a:avLst/>
          </a:prstGeom>
        </p:spPr>
      </p:pic>
      <p:pic>
        <p:nvPicPr>
          <p:cNvPr id="5" name="Picture 4">
            <a:extLst>
              <a:ext uri="{FF2B5EF4-FFF2-40B4-BE49-F238E27FC236}">
                <a16:creationId xmlns:a16="http://schemas.microsoft.com/office/drawing/2014/main" id="{B4803376-E7BF-D553-1DC1-1E8BE03201D4}"/>
              </a:ext>
            </a:extLst>
          </p:cNvPr>
          <p:cNvPicPr>
            <a:picLocks noChangeAspect="1"/>
          </p:cNvPicPr>
          <p:nvPr/>
        </p:nvPicPr>
        <p:blipFill>
          <a:blip r:embed="rId4">
            <a:extLst>
              <a:ext uri="{28A0092B-C50C-407E-A947-70E740481C1C}">
                <a14:useLocalDpi xmlns:a14="http://schemas.microsoft.com/office/drawing/2010/main" val="0"/>
              </a:ext>
              <a:ext uri="{837473B0-CC2E-450A-ABE3-18F120FF3D39}">
                <a1611:picAttrSrcUrl xmlns:a1611="http://schemas.microsoft.com/office/drawing/2016/11/main" r:id="rId5"/>
              </a:ext>
            </a:extLst>
          </a:blip>
          <a:srcRect r="-1" b="27474"/>
          <a:stretch>
            <a:fillRect/>
          </a:stretch>
        </p:blipFill>
        <p:spPr>
          <a:xfrm>
            <a:off x="6662167" y="3609974"/>
            <a:ext cx="5030057" cy="2736029"/>
          </a:xfrm>
          <a:prstGeom prst="rect">
            <a:avLst/>
          </a:prstGeom>
        </p:spPr>
      </p:pic>
      <p:sp>
        <p:nvSpPr>
          <p:cNvPr id="6" name="TextBox 5">
            <a:extLst>
              <a:ext uri="{FF2B5EF4-FFF2-40B4-BE49-F238E27FC236}">
                <a16:creationId xmlns:a16="http://schemas.microsoft.com/office/drawing/2014/main" id="{1BF52CFE-3ECA-3540-1FD3-E4E76D3CF756}"/>
              </a:ext>
            </a:extLst>
          </p:cNvPr>
          <p:cNvSpPr txBox="1"/>
          <p:nvPr/>
        </p:nvSpPr>
        <p:spPr>
          <a:xfrm>
            <a:off x="9244118" y="6145948"/>
            <a:ext cx="2448106" cy="200055"/>
          </a:xfrm>
          <a:prstGeom prst="rect">
            <a:avLst/>
          </a:prstGeom>
          <a:solidFill>
            <a:srgbClr val="000000"/>
          </a:solidFill>
        </p:spPr>
        <p:txBody>
          <a:bodyPr wrap="none" rtlCol="0">
            <a:spAutoFit/>
          </a:bodyPr>
          <a:lstStyle/>
          <a:p>
            <a:pPr algn="r">
              <a:spcAft>
                <a:spcPts val="600"/>
              </a:spcAft>
            </a:pPr>
            <a:r>
              <a:rPr lang="en-US" sz="700">
                <a:solidFill>
                  <a:srgbClr val="FFFFFF"/>
                </a:solidFill>
                <a:hlinkClick r:id="rId5" tooltip="https://en.wikipedia.org/wiki/Government_Islamia_College,_Civil_Lines,_Lahore">
                  <a:extLst>
                    <a:ext uri="{A12FA001-AC4F-418D-AE19-62706E023703}">
                      <ahyp:hlinkClr xmlns:ahyp="http://schemas.microsoft.com/office/drawing/2018/hyperlinkcolor" val="tx"/>
                    </a:ext>
                  </a:extLst>
                </a:hlinkClick>
              </a:rPr>
              <a:t>This Photo</a:t>
            </a:r>
            <a:r>
              <a:rPr lang="en-US" sz="700">
                <a:solidFill>
                  <a:srgbClr val="FFFFFF"/>
                </a:solidFill>
              </a:rPr>
              <a:t> by Unknown Author is licensed under </a:t>
            </a:r>
            <a:r>
              <a:rPr lang="en-US" sz="700">
                <a:solidFill>
                  <a:srgbClr val="FFFFFF"/>
                </a:solidFill>
                <a:hlinkClick r:id="rId6" tooltip="https://creativecommons.org/licenses/by-sa/3.0/">
                  <a:extLst>
                    <a:ext uri="{A12FA001-AC4F-418D-AE19-62706E023703}">
                      <ahyp:hlinkClr xmlns:ahyp="http://schemas.microsoft.com/office/drawing/2018/hyperlinkcolor" val="tx"/>
                    </a:ext>
                  </a:extLst>
                </a:hlinkClick>
              </a:rPr>
              <a:t>CC BY-SA</a:t>
            </a:r>
            <a:endParaRPr lang="en-US" sz="700">
              <a:solidFill>
                <a:srgbClr val="FFFFFF"/>
              </a:solidFill>
            </a:endParaRPr>
          </a:p>
        </p:txBody>
      </p:sp>
      <p:sp>
        <p:nvSpPr>
          <p:cNvPr id="9" name="TextBox 8">
            <a:extLst>
              <a:ext uri="{FF2B5EF4-FFF2-40B4-BE49-F238E27FC236}">
                <a16:creationId xmlns:a16="http://schemas.microsoft.com/office/drawing/2014/main" id="{05828FC6-DC40-F893-FD3D-EC8C27DD7144}"/>
              </a:ext>
            </a:extLst>
          </p:cNvPr>
          <p:cNvSpPr txBox="1"/>
          <p:nvPr/>
        </p:nvSpPr>
        <p:spPr>
          <a:xfrm>
            <a:off x="3099821" y="6145948"/>
            <a:ext cx="2448106" cy="200055"/>
          </a:xfrm>
          <a:prstGeom prst="rect">
            <a:avLst/>
          </a:prstGeom>
          <a:solidFill>
            <a:srgbClr val="000000"/>
          </a:solidFill>
        </p:spPr>
        <p:txBody>
          <a:bodyPr wrap="none" rtlCol="0">
            <a:spAutoFit/>
          </a:bodyPr>
          <a:lstStyle/>
          <a:p>
            <a:pPr algn="r">
              <a:spcAft>
                <a:spcPts val="600"/>
              </a:spcAft>
            </a:pPr>
            <a:r>
              <a:rPr lang="en-US" sz="700">
                <a:solidFill>
                  <a:srgbClr val="FFFFFF"/>
                </a:solidFill>
                <a:hlinkClick r:id="rId3" tooltip="https://en.wikipedia.org/wiki/Israel%E2%80%93Pakistan_relations">
                  <a:extLst>
                    <a:ext uri="{A12FA001-AC4F-418D-AE19-62706E023703}">
                      <ahyp:hlinkClr xmlns:ahyp="http://schemas.microsoft.com/office/drawing/2018/hyperlinkcolor" val="tx"/>
                    </a:ext>
                  </a:extLst>
                </a:hlinkClick>
              </a:rPr>
              <a:t>This Photo</a:t>
            </a:r>
            <a:r>
              <a:rPr lang="en-US" sz="700">
                <a:solidFill>
                  <a:srgbClr val="FFFFFF"/>
                </a:solidFill>
              </a:rPr>
              <a:t> by Unknown Author is licensed under </a:t>
            </a:r>
            <a:r>
              <a:rPr lang="en-US" sz="700">
                <a:solidFill>
                  <a:srgbClr val="FFFFFF"/>
                </a:solidFill>
                <a:hlinkClick r:id="rId6" tooltip="https://creativecommons.org/licenses/by-sa/3.0/">
                  <a:extLst>
                    <a:ext uri="{A12FA001-AC4F-418D-AE19-62706E023703}">
                      <ahyp:hlinkClr xmlns:ahyp="http://schemas.microsoft.com/office/drawing/2018/hyperlinkcolor" val="tx"/>
                    </a:ext>
                  </a:extLst>
                </a:hlinkClick>
              </a:rPr>
              <a:t>CC BY-SA</a:t>
            </a:r>
            <a:endParaRPr lang="en-US" sz="700">
              <a:solidFill>
                <a:srgbClr val="FFFFFF"/>
              </a:solidFill>
            </a:endParaRPr>
          </a:p>
        </p:txBody>
      </p:sp>
    </p:spTree>
    <p:extLst>
      <p:ext uri="{BB962C8B-B14F-4D97-AF65-F5344CB8AC3E}">
        <p14:creationId xmlns:p14="http://schemas.microsoft.com/office/powerpoint/2010/main" val="6958232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Rectangle 9">
            <a:extLst>
              <a:ext uri="{FF2B5EF4-FFF2-40B4-BE49-F238E27FC236}">
                <a16:creationId xmlns:a16="http://schemas.microsoft.com/office/drawing/2014/main" id="{E8BAA160-18A6-38AE-4699-2AD01EF53C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2" name="Rectangle 11">
            <a:extLst>
              <a:ext uri="{FF2B5EF4-FFF2-40B4-BE49-F238E27FC236}">
                <a16:creationId xmlns:a16="http://schemas.microsoft.com/office/drawing/2014/main" id="{4E17AA97-89A7-45C1-B813-BFF6C23D79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A91E908F-EF1E-2FDB-BE4D-3F4C56B2F6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11155680"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F7A2980E-8F82-6B7D-A838-2774074035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1208" y="6299535"/>
            <a:ext cx="11155680" cy="4646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4" name="TextBox 1">
            <a:extLst>
              <a:ext uri="{FF2B5EF4-FFF2-40B4-BE49-F238E27FC236}">
                <a16:creationId xmlns:a16="http://schemas.microsoft.com/office/drawing/2014/main" id="{27AFACE5-DB87-08EF-79F2-B82D911D094A}"/>
              </a:ext>
            </a:extLst>
          </p:cNvPr>
          <p:cNvGraphicFramePr/>
          <p:nvPr>
            <p:extLst>
              <p:ext uri="{D42A27DB-BD31-4B8C-83A1-F6EECF244321}">
                <p14:modId xmlns:p14="http://schemas.microsoft.com/office/powerpoint/2010/main" val="745310567"/>
              </p:ext>
            </p:extLst>
          </p:nvPr>
        </p:nvGraphicFramePr>
        <p:xfrm>
          <a:off x="1386038" y="978408"/>
          <a:ext cx="7815714" cy="50292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1296322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4" name="Freeform: Shape 43">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6" name="Rectangle 45">
            <a:extLst>
              <a:ext uri="{FF2B5EF4-FFF2-40B4-BE49-F238E27FC236}">
                <a16:creationId xmlns:a16="http://schemas.microsoft.com/office/drawing/2014/main" id="{E8BAA160-18A6-38AE-4699-2AD01EF53C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48" name="Rectangle 47">
            <a:extLst>
              <a:ext uri="{FF2B5EF4-FFF2-40B4-BE49-F238E27FC236}">
                <a16:creationId xmlns:a16="http://schemas.microsoft.com/office/drawing/2014/main" id="{F420BC5C-C418-4843-B04B-6918968D09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0" name="Rectangle 49">
            <a:extLst>
              <a:ext uri="{FF2B5EF4-FFF2-40B4-BE49-F238E27FC236}">
                <a16:creationId xmlns:a16="http://schemas.microsoft.com/office/drawing/2014/main" id="{92BE0106-0C20-465B-A1BE-0BAC2737B1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4288536"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TextBox 2">
            <a:extLst>
              <a:ext uri="{FF2B5EF4-FFF2-40B4-BE49-F238E27FC236}">
                <a16:creationId xmlns:a16="http://schemas.microsoft.com/office/drawing/2014/main" id="{C3F6CE54-B4C5-AA74-B9B6-70AB3E9C29E1}"/>
              </a:ext>
            </a:extLst>
          </p:cNvPr>
          <p:cNvGraphicFramePr/>
          <p:nvPr>
            <p:extLst>
              <p:ext uri="{D42A27DB-BD31-4B8C-83A1-F6EECF244321}">
                <p14:modId xmlns:p14="http://schemas.microsoft.com/office/powerpoint/2010/main" val="1061433042"/>
              </p:ext>
            </p:extLst>
          </p:nvPr>
        </p:nvGraphicFramePr>
        <p:xfrm>
          <a:off x="5532120" y="978408"/>
          <a:ext cx="6153912" cy="536752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58398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DE9297-F090-F4F4-94A9-6BF8A180835A}"/>
              </a:ext>
            </a:extLst>
          </p:cNvPr>
          <p:cNvSpPr>
            <a:spLocks noGrp="1"/>
          </p:cNvSpPr>
          <p:nvPr>
            <p:ph type="title"/>
          </p:nvPr>
        </p:nvSpPr>
        <p:spPr>
          <a:xfrm>
            <a:off x="521208" y="978408"/>
            <a:ext cx="11155680" cy="946645"/>
          </a:xfrm>
        </p:spPr>
        <p:txBody>
          <a:bodyPr/>
          <a:lstStyle/>
          <a:p>
            <a:r>
              <a:rPr lang="en-US" dirty="0"/>
              <a:t>Five stages of Iqbal's life 1877-1938</a:t>
            </a:r>
          </a:p>
        </p:txBody>
      </p:sp>
      <p:sp>
        <p:nvSpPr>
          <p:cNvPr id="3" name="Content Placeholder 2">
            <a:extLst>
              <a:ext uri="{FF2B5EF4-FFF2-40B4-BE49-F238E27FC236}">
                <a16:creationId xmlns:a16="http://schemas.microsoft.com/office/drawing/2014/main" id="{2D5EE212-6F01-FB51-849F-BF5987272B11}"/>
              </a:ext>
            </a:extLst>
          </p:cNvPr>
          <p:cNvSpPr>
            <a:spLocks noGrp="1"/>
          </p:cNvSpPr>
          <p:nvPr>
            <p:ph idx="1"/>
          </p:nvPr>
        </p:nvSpPr>
        <p:spPr/>
        <p:txBody>
          <a:bodyPr/>
          <a:lstStyle/>
          <a:p>
            <a:r>
              <a:rPr lang="en-US" sz="3600" b="1" dirty="0"/>
              <a:t>First stage of Iqbal’s life1877 to 1905</a:t>
            </a:r>
          </a:p>
          <a:p>
            <a:r>
              <a:rPr lang="en-US" dirty="0"/>
              <a:t>Early education from Sialkot and later went to GC Lahore.</a:t>
            </a:r>
          </a:p>
          <a:p>
            <a:r>
              <a:rPr lang="en-US" dirty="0"/>
              <a:t>Early Poetry-</a:t>
            </a:r>
          </a:p>
          <a:p>
            <a:r>
              <a:rPr lang="en-US" dirty="0" err="1"/>
              <a:t>Tarana</a:t>
            </a:r>
            <a:r>
              <a:rPr lang="en-US" dirty="0"/>
              <a:t>-</a:t>
            </a:r>
            <a:r>
              <a:rPr lang="en-US" dirty="0" err="1"/>
              <a:t>i</a:t>
            </a:r>
            <a:r>
              <a:rPr lang="en-US" dirty="0"/>
              <a:t>-Hindi in hid Poem </a:t>
            </a:r>
            <a:r>
              <a:rPr lang="en-US" dirty="0" err="1"/>
              <a:t>Himala,He</a:t>
            </a:r>
            <a:r>
              <a:rPr lang="en-US" dirty="0"/>
              <a:t> talked about Hindustan </a:t>
            </a:r>
          </a:p>
          <a:p>
            <a:r>
              <a:rPr lang="en-US" dirty="0"/>
              <a:t>Reflects patriotism and imagery of nature </a:t>
            </a:r>
          </a:p>
          <a:p>
            <a:endParaRPr lang="en-US" dirty="0"/>
          </a:p>
          <a:p>
            <a:endParaRPr lang="en-US" dirty="0"/>
          </a:p>
          <a:p>
            <a:r>
              <a:rPr lang="en-US" dirty="0"/>
              <a:t>Indian Nationalism-Love for country.</a:t>
            </a:r>
          </a:p>
          <a:p>
            <a:endParaRPr lang="en-US" dirty="0"/>
          </a:p>
        </p:txBody>
      </p:sp>
      <p:pic>
        <p:nvPicPr>
          <p:cNvPr id="4" name="Picture 3" descr="Allama Iqbal Poetry کلام علامہ محمد اقبال: (Bang-e-Dra-039) Tarana-e-Hindi">
            <a:extLst>
              <a:ext uri="{FF2B5EF4-FFF2-40B4-BE49-F238E27FC236}">
                <a16:creationId xmlns:a16="http://schemas.microsoft.com/office/drawing/2014/main" id="{5E9FD855-28DF-EC1E-0CA3-DA2684A0D9C4}"/>
              </a:ext>
            </a:extLst>
          </p:cNvPr>
          <p:cNvPicPr>
            <a:picLocks noChangeAspect="1"/>
          </p:cNvPicPr>
          <p:nvPr/>
        </p:nvPicPr>
        <p:blipFill>
          <a:blip r:embed="rId2"/>
          <a:stretch>
            <a:fillRect/>
          </a:stretch>
        </p:blipFill>
        <p:spPr>
          <a:xfrm>
            <a:off x="1286176" y="5015963"/>
            <a:ext cx="4662237" cy="730417"/>
          </a:xfrm>
          <a:prstGeom prst="rect">
            <a:avLst/>
          </a:prstGeom>
        </p:spPr>
      </p:pic>
    </p:spTree>
    <p:extLst>
      <p:ext uri="{BB962C8B-B14F-4D97-AF65-F5344CB8AC3E}">
        <p14:creationId xmlns:p14="http://schemas.microsoft.com/office/powerpoint/2010/main" val="2240118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6B5C78-4DD1-8D18-BBFF-878412DCC58F}"/>
              </a:ext>
            </a:extLst>
          </p:cNvPr>
          <p:cNvSpPr>
            <a:spLocks noGrp="1"/>
          </p:cNvSpPr>
          <p:nvPr>
            <p:ph type="title"/>
          </p:nvPr>
        </p:nvSpPr>
        <p:spPr/>
        <p:txBody>
          <a:bodyPr/>
          <a:lstStyle/>
          <a:p>
            <a:r>
              <a:rPr lang="en-US" dirty="0"/>
              <a:t>Second stage of Iqbal's life 1905 to 1908</a:t>
            </a:r>
          </a:p>
        </p:txBody>
      </p:sp>
      <p:sp>
        <p:nvSpPr>
          <p:cNvPr id="3" name="Content Placeholder 2">
            <a:extLst>
              <a:ext uri="{FF2B5EF4-FFF2-40B4-BE49-F238E27FC236}">
                <a16:creationId xmlns:a16="http://schemas.microsoft.com/office/drawing/2014/main" id="{F82C45A6-732B-D2DF-1A44-DF012B57C84E}"/>
              </a:ext>
            </a:extLst>
          </p:cNvPr>
          <p:cNvSpPr>
            <a:spLocks noGrp="1"/>
          </p:cNvSpPr>
          <p:nvPr>
            <p:ph idx="1"/>
          </p:nvPr>
        </p:nvSpPr>
        <p:spPr/>
        <p:txBody>
          <a:bodyPr/>
          <a:lstStyle/>
          <a:p>
            <a:r>
              <a:rPr lang="en-US" dirty="0"/>
              <a:t>Higher Education in Europe.</a:t>
            </a:r>
          </a:p>
          <a:p>
            <a:r>
              <a:rPr lang="en-US" dirty="0" err="1"/>
              <a:t>Phd</a:t>
            </a:r>
            <a:r>
              <a:rPr lang="en-US" dirty="0"/>
              <a:t> from Germany.</a:t>
            </a:r>
          </a:p>
          <a:p>
            <a:r>
              <a:rPr lang="en-US" dirty="0"/>
              <a:t>Studied western culture and civilization and western thinkers </a:t>
            </a:r>
          </a:p>
          <a:p>
            <a:r>
              <a:rPr lang="en-US" dirty="0"/>
              <a:t>Love for Humanity-equality-liberty and humanity </a:t>
            </a:r>
          </a:p>
          <a:p>
            <a:r>
              <a:rPr lang="en-US" dirty="0"/>
              <a:t>Iqbal studied the nature or European society about whom he emphasized had lost spiritual and religious values ,these inspired Iqbal to write poems on historical and cultural heritage of Islam and Muslim community ,with the global perspective.</a:t>
            </a:r>
          </a:p>
          <a:p>
            <a:r>
              <a:rPr lang="en-US" dirty="0"/>
              <a:t>Iqbal advocates the entire Muslim community ,addressed as the Muslim Ummah to define personal, social and political existence by the values and teachings of Islam.</a:t>
            </a:r>
          </a:p>
          <a:p>
            <a:endParaRPr lang="en-US" b="1" dirty="0"/>
          </a:p>
        </p:txBody>
      </p:sp>
    </p:spTree>
    <p:extLst>
      <p:ext uri="{BB962C8B-B14F-4D97-AF65-F5344CB8AC3E}">
        <p14:creationId xmlns:p14="http://schemas.microsoft.com/office/powerpoint/2010/main" val="17895677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770509-8F42-3533-CDDC-4AAF4C71BC78}"/>
              </a:ext>
            </a:extLst>
          </p:cNvPr>
          <p:cNvSpPr>
            <a:spLocks noGrp="1"/>
          </p:cNvSpPr>
          <p:nvPr>
            <p:ph type="title"/>
          </p:nvPr>
        </p:nvSpPr>
        <p:spPr/>
        <p:txBody>
          <a:bodyPr/>
          <a:lstStyle/>
          <a:p>
            <a:r>
              <a:rPr lang="en-US" dirty="0"/>
              <a:t>Third stage of Iqbal’s 1908 to 1918</a:t>
            </a:r>
          </a:p>
        </p:txBody>
      </p:sp>
      <p:sp>
        <p:nvSpPr>
          <p:cNvPr id="3" name="Content Placeholder 2">
            <a:extLst>
              <a:ext uri="{FF2B5EF4-FFF2-40B4-BE49-F238E27FC236}">
                <a16:creationId xmlns:a16="http://schemas.microsoft.com/office/drawing/2014/main" id="{CBF4D07F-12B3-7845-D50A-CFFEBD8C33B4}"/>
              </a:ext>
            </a:extLst>
          </p:cNvPr>
          <p:cNvSpPr>
            <a:spLocks noGrp="1"/>
          </p:cNvSpPr>
          <p:nvPr>
            <p:ph idx="1"/>
          </p:nvPr>
        </p:nvSpPr>
        <p:spPr/>
        <p:txBody>
          <a:bodyPr>
            <a:normAutofit fontScale="92500" lnSpcReduction="20000"/>
          </a:bodyPr>
          <a:lstStyle/>
          <a:p>
            <a:r>
              <a:rPr lang="en-US" dirty="0"/>
              <a:t>Returned to </a:t>
            </a:r>
            <a:r>
              <a:rPr lang="en-US" dirty="0" err="1"/>
              <a:t>india</a:t>
            </a:r>
            <a:r>
              <a:rPr lang="en-US" dirty="0"/>
              <a:t>.</a:t>
            </a:r>
          </a:p>
          <a:p>
            <a:r>
              <a:rPr lang="en-US" dirty="0"/>
              <a:t>Love for country.</a:t>
            </a:r>
          </a:p>
          <a:p>
            <a:r>
              <a:rPr lang="en-US" dirty="0"/>
              <a:t>Poem </a:t>
            </a:r>
          </a:p>
          <a:p>
            <a:endParaRPr lang="en-US" dirty="0"/>
          </a:p>
          <a:p>
            <a:endParaRPr lang="en-US" dirty="0"/>
          </a:p>
          <a:p>
            <a:endParaRPr lang="en-US" dirty="0"/>
          </a:p>
          <a:p>
            <a:r>
              <a:rPr lang="en-US" dirty="0"/>
              <a:t>Watan Aik  </a:t>
            </a:r>
            <a:r>
              <a:rPr lang="en-US" dirty="0" err="1"/>
              <a:t>Siyasi</a:t>
            </a:r>
            <a:r>
              <a:rPr lang="en-US" dirty="0"/>
              <a:t> Tasawar</a:t>
            </a:r>
          </a:p>
          <a:p>
            <a:r>
              <a:rPr lang="en-US" dirty="0"/>
              <a:t>He attended many </a:t>
            </a:r>
            <a:r>
              <a:rPr lang="en-US" dirty="0" err="1"/>
              <a:t>musharas</a:t>
            </a:r>
            <a:r>
              <a:rPr lang="en-US" dirty="0"/>
              <a:t> in Lahore.</a:t>
            </a:r>
          </a:p>
          <a:p>
            <a:r>
              <a:rPr lang="en-US" dirty="0"/>
              <a:t>Express his views in poetry. </a:t>
            </a:r>
          </a:p>
          <a:p>
            <a:r>
              <a:rPr lang="en-US" dirty="0"/>
              <a:t>He become famous poet in Lahore.</a:t>
            </a:r>
          </a:p>
        </p:txBody>
      </p:sp>
      <p:pic>
        <p:nvPicPr>
          <p:cNvPr id="4" name="Picture 3" descr="Urdu - فرد قائم ربط ملت سے ہے تنہا کچھ نہیں موج ہے دریا میں اور بیرونِ دریا  کچھ نہیں علامہ اقبال | Facebook">
            <a:extLst>
              <a:ext uri="{FF2B5EF4-FFF2-40B4-BE49-F238E27FC236}">
                <a16:creationId xmlns:a16="http://schemas.microsoft.com/office/drawing/2014/main" id="{90FB069A-2A01-9F5E-CB14-25525F959F43}"/>
              </a:ext>
            </a:extLst>
          </p:cNvPr>
          <p:cNvPicPr>
            <a:picLocks noChangeAspect="1"/>
          </p:cNvPicPr>
          <p:nvPr/>
        </p:nvPicPr>
        <p:blipFill>
          <a:blip r:embed="rId2"/>
          <a:stretch>
            <a:fillRect/>
          </a:stretch>
        </p:blipFill>
        <p:spPr>
          <a:xfrm>
            <a:off x="2555959" y="3251233"/>
            <a:ext cx="2660936" cy="1484396"/>
          </a:xfrm>
          <a:prstGeom prst="rect">
            <a:avLst/>
          </a:prstGeom>
        </p:spPr>
      </p:pic>
    </p:spTree>
    <p:extLst>
      <p:ext uri="{BB962C8B-B14F-4D97-AF65-F5344CB8AC3E}">
        <p14:creationId xmlns:p14="http://schemas.microsoft.com/office/powerpoint/2010/main" val="5413892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C84EA7-6006-D052-3CB2-33A688507AF7}"/>
              </a:ext>
            </a:extLst>
          </p:cNvPr>
          <p:cNvSpPr>
            <a:spLocks noGrp="1"/>
          </p:cNvSpPr>
          <p:nvPr>
            <p:ph type="title"/>
          </p:nvPr>
        </p:nvSpPr>
        <p:spPr/>
        <p:txBody>
          <a:bodyPr/>
          <a:lstStyle/>
          <a:p>
            <a:r>
              <a:rPr lang="en-US" dirty="0"/>
              <a:t>Fourth stage of Iqbal’s life 1918 to 1930</a:t>
            </a:r>
          </a:p>
        </p:txBody>
      </p:sp>
      <p:sp>
        <p:nvSpPr>
          <p:cNvPr id="3" name="Content Placeholder 2">
            <a:extLst>
              <a:ext uri="{FF2B5EF4-FFF2-40B4-BE49-F238E27FC236}">
                <a16:creationId xmlns:a16="http://schemas.microsoft.com/office/drawing/2014/main" id="{F960961F-6FF3-5B95-F042-405252C72AEC}"/>
              </a:ext>
            </a:extLst>
          </p:cNvPr>
          <p:cNvSpPr>
            <a:spLocks noGrp="1"/>
          </p:cNvSpPr>
          <p:nvPr>
            <p:ph idx="1"/>
          </p:nvPr>
        </p:nvSpPr>
        <p:spPr/>
        <p:txBody>
          <a:bodyPr/>
          <a:lstStyle/>
          <a:p>
            <a:r>
              <a:rPr lang="en-US" dirty="0"/>
              <a:t>Became a practical politician.</a:t>
            </a:r>
          </a:p>
          <a:p>
            <a:r>
              <a:rPr lang="en-US" dirty="0"/>
              <a:t>Iqbal had a great role in Muslim political movement. Iqbal had remained active in Muslim League.</a:t>
            </a:r>
          </a:p>
          <a:p>
            <a:r>
              <a:rPr lang="en-US" dirty="0"/>
              <a:t>He did not support Indian involvement in World war 1,as well as the Khilafat Movement and remained in close touch with Muslim political leaders such as Maulana Muhammed Ali Jinnah.</a:t>
            </a:r>
          </a:p>
          <a:p>
            <a:r>
              <a:rPr lang="en-US" dirty="0"/>
              <a:t>He was a critic of the mainstream Indian national congress, which he regarded as dominated by Hindus and was disappointed with the League when during the 1920s it was fascinated in factional divides between the pro-British group led by Sir Muhammed Shafi and other group led by Jinnah. </a:t>
            </a:r>
          </a:p>
          <a:p>
            <a:endParaRPr lang="en-US" dirty="0"/>
          </a:p>
        </p:txBody>
      </p:sp>
    </p:spTree>
    <p:extLst>
      <p:ext uri="{BB962C8B-B14F-4D97-AF65-F5344CB8AC3E}">
        <p14:creationId xmlns:p14="http://schemas.microsoft.com/office/powerpoint/2010/main" val="14821968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71CB94-3FD5-9742-63E2-B693B0129EF3}"/>
              </a:ext>
            </a:extLst>
          </p:cNvPr>
          <p:cNvSpPr>
            <a:spLocks noGrp="1"/>
          </p:cNvSpPr>
          <p:nvPr>
            <p:ph type="title"/>
          </p:nvPr>
        </p:nvSpPr>
        <p:spPr/>
        <p:txBody>
          <a:bodyPr/>
          <a:lstStyle/>
          <a:p>
            <a:r>
              <a:rPr lang="en-US" dirty="0"/>
              <a:t>Fifth stage of </a:t>
            </a:r>
            <a:r>
              <a:rPr lang="en-US" dirty="0" err="1"/>
              <a:t>Iqbals</a:t>
            </a:r>
            <a:r>
              <a:rPr lang="en-US" dirty="0"/>
              <a:t> life 1930 to 1938</a:t>
            </a:r>
          </a:p>
        </p:txBody>
      </p:sp>
      <p:sp>
        <p:nvSpPr>
          <p:cNvPr id="3" name="Content Placeholder 2">
            <a:extLst>
              <a:ext uri="{FF2B5EF4-FFF2-40B4-BE49-F238E27FC236}">
                <a16:creationId xmlns:a16="http://schemas.microsoft.com/office/drawing/2014/main" id="{9DB10680-7171-CECE-686E-2FCFC36FB676}"/>
              </a:ext>
            </a:extLst>
          </p:cNvPr>
          <p:cNvSpPr>
            <a:spLocks noGrp="1"/>
          </p:cNvSpPr>
          <p:nvPr>
            <p:ph idx="1"/>
          </p:nvPr>
        </p:nvSpPr>
        <p:spPr/>
        <p:txBody>
          <a:bodyPr/>
          <a:lstStyle/>
          <a:p>
            <a:r>
              <a:rPr lang="en-US" dirty="0"/>
              <a:t>Idea of Pakistan </a:t>
            </a:r>
          </a:p>
          <a:p>
            <a:r>
              <a:rPr lang="en-US" dirty="0"/>
              <a:t>Allahabad Address in 1930.</a:t>
            </a:r>
          </a:p>
          <a:p>
            <a:r>
              <a:rPr lang="en-US" dirty="0"/>
              <a:t>Concept of Two-nation theory.</a:t>
            </a:r>
          </a:p>
          <a:p>
            <a:r>
              <a:rPr lang="en-US" dirty="0"/>
              <a:t>In his presidential address on December 29, 1930, Iqbal outlined a vision of an independent state or states for Muslim-majority provinces in northwestern India, "I would like to see the Punjab, North-West Frontier Province, Sind and Baluchistan merged into a single state or states".</a:t>
            </a:r>
          </a:p>
        </p:txBody>
      </p:sp>
    </p:spTree>
    <p:extLst>
      <p:ext uri="{BB962C8B-B14F-4D97-AF65-F5344CB8AC3E}">
        <p14:creationId xmlns:p14="http://schemas.microsoft.com/office/powerpoint/2010/main" val="8713365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 name="Freeform: Shape 24">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7" name="Freeform: Shape 26">
            <a:extLst>
              <a:ext uri="{FF2B5EF4-FFF2-40B4-BE49-F238E27FC236}">
                <a16:creationId xmlns:a16="http://schemas.microsoft.com/office/drawing/2014/main" id="{EA67E988-5919-57BB-C7DE-D3EAD38A30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6209925"/>
            <a:ext cx="11155680" cy="45719"/>
          </a:xfrm>
          <a:custGeom>
            <a:avLst/>
            <a:gdLst/>
            <a:ahLst/>
            <a:cxnLst/>
            <a:rect l="l" t="t" r="r" b="b"/>
            <a:pathLst>
              <a:path w="8715708" h="45719">
                <a:moveTo>
                  <a:pt x="0" y="0"/>
                </a:moveTo>
                <a:lnTo>
                  <a:pt x="3694525" y="0"/>
                </a:lnTo>
                <a:lnTo>
                  <a:pt x="5021183" y="0"/>
                </a:lnTo>
                <a:lnTo>
                  <a:pt x="8715708" y="0"/>
                </a:lnTo>
                <a:lnTo>
                  <a:pt x="8715708" y="45719"/>
                </a:lnTo>
                <a:lnTo>
                  <a:pt x="5021183" y="45719"/>
                </a:lnTo>
                <a:lnTo>
                  <a:pt x="3694525" y="45719"/>
                </a:lnTo>
                <a:lnTo>
                  <a:pt x="0" y="4571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29" name="Rectangle 28">
            <a:extLst>
              <a:ext uri="{FF2B5EF4-FFF2-40B4-BE49-F238E27FC236}">
                <a16:creationId xmlns:a16="http://schemas.microsoft.com/office/drawing/2014/main" id="{CD7F9EC8-0E2C-4023-9DD1-73BEF6B80D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00FDA418-52CE-12E7-D729-40F904ECD68E}"/>
              </a:ext>
            </a:extLst>
          </p:cNvPr>
          <p:cNvSpPr>
            <a:spLocks noGrp="1"/>
          </p:cNvSpPr>
          <p:nvPr>
            <p:ph type="title"/>
          </p:nvPr>
        </p:nvSpPr>
        <p:spPr>
          <a:xfrm>
            <a:off x="517870" y="978408"/>
            <a:ext cx="6126479" cy="3471672"/>
          </a:xfrm>
        </p:spPr>
        <p:txBody>
          <a:bodyPr vert="horz" lIns="91440" tIns="45720" rIns="91440" bIns="45720" rtlCol="0" anchor="t">
            <a:normAutofit/>
          </a:bodyPr>
          <a:lstStyle/>
          <a:p>
            <a:r>
              <a:rPr lang="en-US" sz="7200"/>
              <a:t>Works by Allama Iqbal </a:t>
            </a:r>
          </a:p>
        </p:txBody>
      </p:sp>
      <p:sp>
        <p:nvSpPr>
          <p:cNvPr id="31" name="Rectangle 30">
            <a:extLst>
              <a:ext uri="{FF2B5EF4-FFF2-40B4-BE49-F238E27FC236}">
                <a16:creationId xmlns:a16="http://schemas.microsoft.com/office/drawing/2014/main" id="{6270D10B-6EA2-89DB-412E-A83B81393A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6126480"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Mera Iqbal Books Set – Maryam Academy – Booksellers">
            <a:extLst>
              <a:ext uri="{FF2B5EF4-FFF2-40B4-BE49-F238E27FC236}">
                <a16:creationId xmlns:a16="http://schemas.microsoft.com/office/drawing/2014/main" id="{C739DACD-762D-884F-C9FA-D303AC4DCFBA}"/>
              </a:ext>
            </a:extLst>
          </p:cNvPr>
          <p:cNvPicPr>
            <a:picLocks noGrp="1" noChangeAspect="1"/>
          </p:cNvPicPr>
          <p:nvPr>
            <p:ph idx="1"/>
          </p:nvPr>
        </p:nvPicPr>
        <p:blipFill>
          <a:blip r:embed="rId2"/>
          <a:stretch>
            <a:fillRect/>
          </a:stretch>
        </p:blipFill>
        <p:spPr>
          <a:xfrm>
            <a:off x="7162219" y="1652113"/>
            <a:ext cx="4528232" cy="4528232"/>
          </a:xfrm>
          <a:prstGeom prst="rect">
            <a:avLst/>
          </a:prstGeom>
        </p:spPr>
      </p:pic>
      <p:sp>
        <p:nvSpPr>
          <p:cNvPr id="33" name="Rectangle 32">
            <a:extLst>
              <a:ext uri="{FF2B5EF4-FFF2-40B4-BE49-F238E27FC236}">
                <a16:creationId xmlns:a16="http://schemas.microsoft.com/office/drawing/2014/main" id="{C0301BA4-10E6-44CC-9EEC-727EDF3BC4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61513" y="6300216"/>
            <a:ext cx="4521838"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934706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9EE42DCE-4A4F-44C4-84E5-261B3BEEF1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87B86B5-0EA7-1C82-0850-14E577C2AADF}"/>
              </a:ext>
            </a:extLst>
          </p:cNvPr>
          <p:cNvSpPr>
            <a:spLocks noGrp="1"/>
          </p:cNvSpPr>
          <p:nvPr>
            <p:ph type="title"/>
          </p:nvPr>
        </p:nvSpPr>
        <p:spPr>
          <a:xfrm>
            <a:off x="521208" y="978408"/>
            <a:ext cx="5029200" cy="1463040"/>
          </a:xfrm>
        </p:spPr>
        <p:txBody>
          <a:bodyPr>
            <a:normAutofit/>
          </a:bodyPr>
          <a:lstStyle/>
          <a:p>
            <a:pPr>
              <a:lnSpc>
                <a:spcPct val="90000"/>
              </a:lnSpc>
            </a:pPr>
            <a:r>
              <a:rPr lang="en-US" sz="1400" dirty="0"/>
              <a:t>Persian Books by Iqbal </a:t>
            </a:r>
            <a:r>
              <a:rPr lang="en-US" sz="1400" b="0" dirty="0"/>
              <a:t>Persian: Among his 12,000 verses of poetry, about 7,000 verses are in Persia 1915, he published his first collection of poetry </a:t>
            </a:r>
            <a:r>
              <a:rPr lang="en-US" sz="1400" b="0" dirty="0" err="1"/>
              <a:t>book"The</a:t>
            </a:r>
            <a:r>
              <a:rPr lang="en-US" sz="1400" b="0" dirty="0"/>
              <a:t> Secrets of the </a:t>
            </a:r>
            <a:r>
              <a:rPr lang="en-US" sz="1400" b="0" dirty="0" err="1"/>
              <a:t>SelfAs</a:t>
            </a:r>
            <a:r>
              <a:rPr lang="en-US" sz="1400" b="0" dirty="0"/>
              <a:t> </a:t>
            </a:r>
            <a:r>
              <a:rPr lang="en-US" sz="1400" b="0" dirty="0" err="1"/>
              <a:t>Khudi</a:t>
            </a:r>
            <a:r>
              <a:rPr lang="en-US" sz="1400" b="0" dirty="0"/>
              <a:t>" in Persian </a:t>
            </a:r>
            <a:r>
              <a:rPr lang="en-US" sz="1400" b="0" dirty="0" err="1"/>
              <a:t>language.he</a:t>
            </a:r>
            <a:r>
              <a:rPr lang="en-US" sz="1400" b="0" dirty="0"/>
              <a:t> published several poetry books in Persian </a:t>
            </a:r>
            <a:r>
              <a:rPr lang="en-US" sz="1400" b="0" dirty="0" err="1"/>
              <a:t>langua</a:t>
            </a:r>
            <a:r>
              <a:rPr lang="en-US" sz="1400" b="0" dirty="0"/>
              <a:t> whose names are</a:t>
            </a:r>
          </a:p>
        </p:txBody>
      </p:sp>
      <p:sp>
        <p:nvSpPr>
          <p:cNvPr id="27" name="Rectangle 26">
            <a:extLst>
              <a:ext uri="{FF2B5EF4-FFF2-40B4-BE49-F238E27FC236}">
                <a16:creationId xmlns:a16="http://schemas.microsoft.com/office/drawing/2014/main" id="{5219862E-7186-427C-8292-92687AF4E5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descr="Ramooz e Bekhudi, Ma Sharah, Allama Iqbal, رموز بیخودی, مع شرح, علامہ اقبال,">
            <a:extLst>
              <a:ext uri="{FF2B5EF4-FFF2-40B4-BE49-F238E27FC236}">
                <a16:creationId xmlns:a16="http://schemas.microsoft.com/office/drawing/2014/main" id="{6C50BDF4-93B7-DA00-0069-406A06BD40E4}"/>
              </a:ext>
            </a:extLst>
          </p:cNvPr>
          <p:cNvPicPr>
            <a:picLocks noChangeAspect="1"/>
          </p:cNvPicPr>
          <p:nvPr/>
        </p:nvPicPr>
        <p:blipFill>
          <a:blip r:embed="rId2"/>
          <a:stretch>
            <a:fillRect/>
          </a:stretch>
        </p:blipFill>
        <p:spPr>
          <a:xfrm>
            <a:off x="7474957" y="509816"/>
            <a:ext cx="1283917" cy="1929384"/>
          </a:xfrm>
          <a:prstGeom prst="rect">
            <a:avLst/>
          </a:prstGeom>
        </p:spPr>
      </p:pic>
      <p:pic>
        <p:nvPicPr>
          <p:cNvPr id="5" name="Picture 4" descr="Asrar E Khudi - Sensato Trade">
            <a:extLst>
              <a:ext uri="{FF2B5EF4-FFF2-40B4-BE49-F238E27FC236}">
                <a16:creationId xmlns:a16="http://schemas.microsoft.com/office/drawing/2014/main" id="{38C6F300-CCB2-9DF3-84C8-3B1ECB7F82C1}"/>
              </a:ext>
            </a:extLst>
          </p:cNvPr>
          <p:cNvPicPr>
            <a:picLocks noChangeAspect="1"/>
          </p:cNvPicPr>
          <p:nvPr/>
        </p:nvPicPr>
        <p:blipFill>
          <a:blip r:embed="rId3"/>
          <a:stretch>
            <a:fillRect/>
          </a:stretch>
        </p:blipFill>
        <p:spPr>
          <a:xfrm>
            <a:off x="9083828" y="509816"/>
            <a:ext cx="1929384" cy="1929384"/>
          </a:xfrm>
          <a:prstGeom prst="rect">
            <a:avLst/>
          </a:prstGeom>
        </p:spPr>
      </p:pic>
      <p:sp>
        <p:nvSpPr>
          <p:cNvPr id="3" name="Content Placeholder 2">
            <a:extLst>
              <a:ext uri="{FF2B5EF4-FFF2-40B4-BE49-F238E27FC236}">
                <a16:creationId xmlns:a16="http://schemas.microsoft.com/office/drawing/2014/main" id="{545DC4B4-A381-B619-B9E8-32E0EE956028}"/>
              </a:ext>
            </a:extLst>
          </p:cNvPr>
          <p:cNvSpPr>
            <a:spLocks noGrp="1"/>
          </p:cNvSpPr>
          <p:nvPr>
            <p:ph idx="1"/>
          </p:nvPr>
        </p:nvSpPr>
        <p:spPr>
          <a:xfrm>
            <a:off x="521208" y="2578608"/>
            <a:ext cx="5029200" cy="3767328"/>
          </a:xfrm>
        </p:spPr>
        <p:txBody>
          <a:bodyPr>
            <a:normAutofit/>
          </a:bodyPr>
          <a:lstStyle/>
          <a:p>
            <a:r>
              <a:rPr lang="en-US"/>
              <a:t>Asrar-e-Khudi(1915)</a:t>
            </a:r>
          </a:p>
          <a:p>
            <a:r>
              <a:rPr lang="en-US"/>
              <a:t>Rumuz-i-Bekhudi(1917)</a:t>
            </a:r>
          </a:p>
          <a:p>
            <a:r>
              <a:rPr lang="en-US"/>
              <a:t>Payam-i-Mashriq(1923)</a:t>
            </a:r>
          </a:p>
          <a:p>
            <a:r>
              <a:rPr lang="en-US"/>
              <a:t>Zabur-i-Ajam(1927)</a:t>
            </a:r>
          </a:p>
          <a:p>
            <a:r>
              <a:rPr lang="en-US"/>
              <a:t>Jawid Nama(1932)</a:t>
            </a:r>
          </a:p>
          <a:p>
            <a:r>
              <a:rPr lang="en-US"/>
              <a:t>Pas Cheh Bayed Kaed ai Aqwam-e-Sharq(1936)</a:t>
            </a:r>
          </a:p>
          <a:p>
            <a:r>
              <a:rPr lang="en-US"/>
              <a:t>Aemughan-e-Hajiz(1938)(in persian and Urdu)</a:t>
            </a:r>
            <a:endParaRPr lang="en-US" dirty="0"/>
          </a:p>
        </p:txBody>
      </p:sp>
      <p:pic>
        <p:nvPicPr>
          <p:cNvPr id="4" name="Picture 3" descr="Payam-e-Mashriq – HO store">
            <a:extLst>
              <a:ext uri="{FF2B5EF4-FFF2-40B4-BE49-F238E27FC236}">
                <a16:creationId xmlns:a16="http://schemas.microsoft.com/office/drawing/2014/main" id="{567FC36D-6ADA-CDE4-4658-1FB016B12422}"/>
              </a:ext>
            </a:extLst>
          </p:cNvPr>
          <p:cNvPicPr>
            <a:picLocks noChangeAspect="1"/>
          </p:cNvPicPr>
          <p:nvPr/>
        </p:nvPicPr>
        <p:blipFill>
          <a:blip r:embed="rId4"/>
          <a:stretch>
            <a:fillRect/>
          </a:stretch>
        </p:blipFill>
        <p:spPr>
          <a:xfrm>
            <a:off x="7111350" y="2715768"/>
            <a:ext cx="3630168" cy="3630168"/>
          </a:xfrm>
          <a:prstGeom prst="rect">
            <a:avLst/>
          </a:prstGeom>
        </p:spPr>
      </p:pic>
      <p:sp>
        <p:nvSpPr>
          <p:cNvPr id="7" name="AutoShape 6" descr="Sharah Piyam-e-Mashriq by Allama Iqbal">
            <a:extLst>
              <a:ext uri="{FF2B5EF4-FFF2-40B4-BE49-F238E27FC236}">
                <a16:creationId xmlns:a16="http://schemas.microsoft.com/office/drawing/2014/main" id="{F853EC7B-F22B-431D-10A2-9F270CECDC35}"/>
              </a:ext>
            </a:extLst>
          </p:cNvPr>
          <p:cNvSpPr>
            <a:spLocks noChangeAspect="1" noChangeArrowheads="1"/>
          </p:cNvSpPr>
          <p:nvPr/>
        </p:nvSpPr>
        <p:spPr bwMode="auto">
          <a:xfrm>
            <a:off x="5943599" y="3276599"/>
            <a:ext cx="2687053" cy="268705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Tree>
    <p:extLst>
      <p:ext uri="{BB962C8B-B14F-4D97-AF65-F5344CB8AC3E}">
        <p14:creationId xmlns:p14="http://schemas.microsoft.com/office/powerpoint/2010/main" val="12423591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225B71-6695-050E-D339-1D235E4AE27F}"/>
              </a:ext>
            </a:extLst>
          </p:cNvPr>
          <p:cNvSpPr>
            <a:spLocks noGrp="1"/>
          </p:cNvSpPr>
          <p:nvPr>
            <p:ph type="title"/>
          </p:nvPr>
        </p:nvSpPr>
        <p:spPr/>
        <p:txBody>
          <a:bodyPr/>
          <a:lstStyle/>
          <a:p>
            <a:r>
              <a:rPr lang="en-US" dirty="0"/>
              <a:t>Asrar-</a:t>
            </a:r>
            <a:r>
              <a:rPr lang="en-US" dirty="0" err="1"/>
              <a:t>i</a:t>
            </a:r>
            <a:r>
              <a:rPr lang="en-US" dirty="0"/>
              <a:t>-</a:t>
            </a:r>
            <a:r>
              <a:rPr lang="en-US" dirty="0" err="1"/>
              <a:t>Khudi</a:t>
            </a:r>
            <a:r>
              <a:rPr lang="en-US" dirty="0"/>
              <a:t>:-</a:t>
            </a:r>
          </a:p>
        </p:txBody>
      </p:sp>
      <p:sp>
        <p:nvSpPr>
          <p:cNvPr id="3" name="Content Placeholder 2">
            <a:extLst>
              <a:ext uri="{FF2B5EF4-FFF2-40B4-BE49-F238E27FC236}">
                <a16:creationId xmlns:a16="http://schemas.microsoft.com/office/drawing/2014/main" id="{2AB3B4B0-D05F-F833-66C3-91AB847D4A41}"/>
              </a:ext>
            </a:extLst>
          </p:cNvPr>
          <p:cNvSpPr>
            <a:spLocks noGrp="1"/>
          </p:cNvSpPr>
          <p:nvPr>
            <p:ph idx="1"/>
          </p:nvPr>
        </p:nvSpPr>
        <p:spPr/>
        <p:txBody>
          <a:bodyPr>
            <a:noAutofit/>
          </a:bodyPr>
          <a:lstStyle/>
          <a:p>
            <a:r>
              <a:rPr lang="en-US" sz="1200" dirty="0"/>
              <a:t>it was the first </a:t>
            </a:r>
            <a:r>
              <a:rPr lang="en-US" sz="1200" dirty="0" err="1"/>
              <a:t>philopsphical</a:t>
            </a:r>
            <a:r>
              <a:rPr lang="en-US" sz="1200" dirty="0"/>
              <a:t> poetry book. There are 37 poems in</a:t>
            </a:r>
          </a:p>
          <a:p>
            <a:r>
              <a:rPr lang="en-US" sz="1200" dirty="0"/>
              <a:t>Asrar-</a:t>
            </a:r>
            <a:r>
              <a:rPr lang="en-US" sz="1200" dirty="0" err="1"/>
              <a:t>i</a:t>
            </a:r>
            <a:r>
              <a:rPr lang="en-US" sz="1200" dirty="0"/>
              <a:t>-</a:t>
            </a:r>
            <a:r>
              <a:rPr lang="en-US" sz="1200" dirty="0" err="1"/>
              <a:t>Khudi</a:t>
            </a:r>
            <a:r>
              <a:rPr lang="en-US" sz="1200" dirty="0"/>
              <a:t> poetry book</a:t>
            </a:r>
          </a:p>
          <a:p>
            <a:r>
              <a:rPr lang="en-US" sz="1200" dirty="0"/>
              <a:t>in Asrar-</a:t>
            </a:r>
            <a:r>
              <a:rPr lang="en-US" sz="1200" dirty="0" err="1"/>
              <a:t>i</a:t>
            </a:r>
            <a:r>
              <a:rPr lang="en-US" sz="1200" dirty="0"/>
              <a:t>-</a:t>
            </a:r>
            <a:r>
              <a:rPr lang="en-US" sz="1200" dirty="0" err="1"/>
              <a:t>khudi</a:t>
            </a:r>
            <a:r>
              <a:rPr lang="en-US" sz="1200" dirty="0"/>
              <a:t> poetry book Iqbal explains his philosophy of "</a:t>
            </a:r>
            <a:r>
              <a:rPr lang="en-US" sz="1200" dirty="0" err="1"/>
              <a:t>Khudi</a:t>
            </a:r>
            <a:r>
              <a:rPr lang="en-US" sz="1200" dirty="0"/>
              <a:t>", means "Self". Iqbal's use of the term "</a:t>
            </a:r>
            <a:r>
              <a:rPr lang="en-US" sz="1200" dirty="0" err="1"/>
              <a:t>Khudi</a:t>
            </a:r>
            <a:r>
              <a:rPr lang="en-US" sz="1200" dirty="0"/>
              <a:t>" is synonymous with the word "Rooh" which means soul used in the Quran for a divine spark which is present in every human being, and was said by Iqbal to be present in Adam, for which God ordered all of the angels to prostrate in front of Adam. Iqbal condemns self-destruction. For him, the aim of life is self-realization and self-knowledge. He charts the stages through which the "Self" has to pass before finally arriving at its point of perfection, enabling the knower of the "Self" to become a vice-regent of God</a:t>
            </a:r>
          </a:p>
          <a:p>
            <a:r>
              <a:rPr lang="en-US" sz="1200" b="1" dirty="0"/>
              <a:t>A few lines translated from </a:t>
            </a:r>
            <a:r>
              <a:rPr lang="en-US" sz="1200" b="1" dirty="0" err="1"/>
              <a:t>Khudi</a:t>
            </a:r>
            <a:r>
              <a:rPr lang="en-US" sz="1200" b="1" dirty="0"/>
              <a:t> in English by Reynold </a:t>
            </a:r>
            <a:r>
              <a:rPr lang="en-US" sz="1200" b="1" dirty="0" err="1"/>
              <a:t>A.Nicholson</a:t>
            </a:r>
            <a:r>
              <a:rPr lang="en-US" sz="1200" b="1" dirty="0"/>
              <a:t>:-</a:t>
            </a:r>
          </a:p>
          <a:p>
            <a:pPr marL="0" indent="0">
              <a:buNone/>
            </a:pPr>
            <a:r>
              <a:rPr lang="en-US" sz="1200" dirty="0"/>
              <a:t>THE form of existence is an effect of the Self</a:t>
            </a:r>
          </a:p>
          <a:p>
            <a:pPr marL="0" indent="0">
              <a:buNone/>
            </a:pPr>
            <a:r>
              <a:rPr lang="en-US" sz="1200" dirty="0"/>
              <a:t> Whatsoever thou seest is a secret of the self</a:t>
            </a:r>
          </a:p>
          <a:p>
            <a:pPr marL="0" indent="0">
              <a:buNone/>
            </a:pPr>
            <a:r>
              <a:rPr lang="en-US" sz="1200" dirty="0"/>
              <a:t>It revealed the universe of Thought.</a:t>
            </a:r>
          </a:p>
          <a:p>
            <a:pPr marL="0" indent="0">
              <a:buNone/>
            </a:pPr>
            <a:r>
              <a:rPr lang="en-US" sz="1200" dirty="0"/>
              <a:t> A hundred words are hidden in its essence</a:t>
            </a:r>
          </a:p>
          <a:p>
            <a:pPr marL="0" indent="0">
              <a:buNone/>
            </a:pPr>
            <a:r>
              <a:rPr lang="en-US" sz="1200" dirty="0"/>
              <a:t>When the Self awoke to consciousness Self-affirmation brings Not-self to light</a:t>
            </a:r>
          </a:p>
          <a:p>
            <a:pPr marL="0" indent="0">
              <a:buNone/>
            </a:pPr>
            <a:r>
              <a:rPr lang="en-US" sz="1200" dirty="0"/>
              <a:t>By the Self the seed of opposition is sown in the word</a:t>
            </a:r>
          </a:p>
          <a:p>
            <a:pPr marL="0" indent="0">
              <a:buNone/>
            </a:pPr>
            <a:r>
              <a:rPr lang="en-US" sz="1200" dirty="0"/>
              <a:t>It imagines itself to be other than itself</a:t>
            </a:r>
          </a:p>
        </p:txBody>
      </p:sp>
    </p:spTree>
    <p:extLst>
      <p:ext uri="{BB962C8B-B14F-4D97-AF65-F5344CB8AC3E}">
        <p14:creationId xmlns:p14="http://schemas.microsoft.com/office/powerpoint/2010/main" val="6648711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2C91D93-014B-66D5-D263-730212C943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9568B8C9-6702-8441-0D92-220DE92C88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8732520"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AF155FB-2154-339F-9D4E-970325F0EAD5}"/>
              </a:ext>
            </a:extLst>
          </p:cNvPr>
          <p:cNvSpPr>
            <a:spLocks noGrp="1"/>
          </p:cNvSpPr>
          <p:nvPr>
            <p:ph type="title"/>
          </p:nvPr>
        </p:nvSpPr>
        <p:spPr>
          <a:xfrm>
            <a:off x="521208" y="978408"/>
            <a:ext cx="8732520" cy="1463040"/>
          </a:xfrm>
        </p:spPr>
        <p:txBody>
          <a:bodyPr>
            <a:normAutofit/>
          </a:bodyPr>
          <a:lstStyle/>
          <a:p>
            <a:pPr>
              <a:lnSpc>
                <a:spcPct val="90000"/>
              </a:lnSpc>
            </a:pPr>
            <a:r>
              <a:rPr lang="en-US" sz="3100" dirty="0"/>
              <a:t>Rumuz-</a:t>
            </a:r>
            <a:r>
              <a:rPr lang="en-US" sz="3100" dirty="0" err="1"/>
              <a:t>i</a:t>
            </a:r>
            <a:r>
              <a:rPr lang="en-US" sz="3100" dirty="0"/>
              <a:t>-</a:t>
            </a:r>
            <a:r>
              <a:rPr lang="en-US" sz="3100" dirty="0" err="1"/>
              <a:t>Bekhudi</a:t>
            </a:r>
            <a:r>
              <a:rPr lang="en-US" sz="3100" dirty="0"/>
              <a:t>:-</a:t>
            </a:r>
            <a:r>
              <a:rPr lang="en-US" sz="3100" b="0" dirty="0"/>
              <a:t>Hints of Selflessness): Rumuz-e-</a:t>
            </a:r>
            <a:r>
              <a:rPr lang="en-US" sz="3100" b="0" dirty="0" err="1"/>
              <a:t>Bekhudi</a:t>
            </a:r>
            <a:r>
              <a:rPr lang="en-US" sz="3100" b="0" dirty="0"/>
              <a:t> was the second philosophical poetry book of Allama Iqbal</a:t>
            </a:r>
          </a:p>
        </p:txBody>
      </p:sp>
      <p:sp>
        <p:nvSpPr>
          <p:cNvPr id="3" name="Content Placeholder 2">
            <a:extLst>
              <a:ext uri="{FF2B5EF4-FFF2-40B4-BE49-F238E27FC236}">
                <a16:creationId xmlns:a16="http://schemas.microsoft.com/office/drawing/2014/main" id="{319039F7-F5D0-C1BA-9985-A29E6F538981}"/>
              </a:ext>
            </a:extLst>
          </p:cNvPr>
          <p:cNvSpPr>
            <a:spLocks noGrp="1"/>
          </p:cNvSpPr>
          <p:nvPr>
            <p:ph idx="1"/>
          </p:nvPr>
        </p:nvSpPr>
        <p:spPr>
          <a:xfrm>
            <a:off x="521208" y="2578608"/>
            <a:ext cx="8732520" cy="3767328"/>
          </a:xfrm>
        </p:spPr>
        <p:txBody>
          <a:bodyPr>
            <a:normAutofit/>
          </a:bodyPr>
          <a:lstStyle/>
          <a:p>
            <a:pPr marL="0" indent="0">
              <a:lnSpc>
                <a:spcPct val="100000"/>
              </a:lnSpc>
              <a:buNone/>
            </a:pPr>
            <a:r>
              <a:rPr lang="en-US" sz="1500" dirty="0"/>
              <a:t>In </a:t>
            </a:r>
            <a:r>
              <a:rPr lang="en-US" sz="1500" dirty="0" err="1"/>
              <a:t>Ramuz-i-Bekhudi</a:t>
            </a:r>
            <a:r>
              <a:rPr lang="en-US" sz="1500" dirty="0"/>
              <a:t> Iqbal seeks to prove the Islamic way of life is the best code of conduct for a nation's viability. A person must keep his characteristics intact, he asserts, but once this is achieved, he should sacrifice his ambitions for the needs of the nation. Man cannot realize the "Self" outside of society. Published in 1917, this group of poems has as its main themes the ideal community, Islamic ethical and social principles, and the relationship between the individual and society. Although he supports Islam, Iqbal also </a:t>
            </a:r>
            <a:r>
              <a:rPr lang="en-US" sz="1500" dirty="0" err="1"/>
              <a:t>recognises</a:t>
            </a:r>
            <a:r>
              <a:rPr lang="en-US" sz="1500" dirty="0"/>
              <a:t> the positive aspects of other religions. Rumuz-</a:t>
            </a:r>
            <a:r>
              <a:rPr lang="en-US" sz="1500" dirty="0" err="1"/>
              <a:t>i</a:t>
            </a:r>
            <a:r>
              <a:rPr lang="en-US" sz="1500" dirty="0"/>
              <a:t>-</a:t>
            </a:r>
            <a:r>
              <a:rPr lang="en-US" sz="1500" dirty="0" err="1"/>
              <a:t>Bekhudi</a:t>
            </a:r>
            <a:r>
              <a:rPr lang="en-US" sz="1500" dirty="0"/>
              <a:t> complements the emphasis on the self in Asrar-e-</a:t>
            </a:r>
            <a:r>
              <a:rPr lang="en-US" sz="1500" dirty="0" err="1"/>
              <a:t>Khudi</a:t>
            </a:r>
            <a:r>
              <a:rPr lang="en-US" sz="1500" dirty="0"/>
              <a:t> and the two collections are often put in the same volume under the title Asrar-</a:t>
            </a:r>
            <a:r>
              <a:rPr lang="en-US" sz="1500" dirty="0" err="1"/>
              <a:t>i</a:t>
            </a:r>
            <a:r>
              <a:rPr lang="en-US" sz="1500" dirty="0"/>
              <a:t>-Rumuz (Hinting Secrets). It is addressed to the world's Muslims</a:t>
            </a:r>
          </a:p>
          <a:p>
            <a:pPr marL="0" indent="0">
              <a:lnSpc>
                <a:spcPct val="100000"/>
              </a:lnSpc>
              <a:buNone/>
            </a:pPr>
            <a:r>
              <a:rPr lang="en-US" sz="1500" dirty="0"/>
              <a:t>A few poetic lines from Rumuz-</a:t>
            </a:r>
            <a:r>
              <a:rPr lang="en-US" sz="1500" dirty="0" err="1"/>
              <a:t>i</a:t>
            </a:r>
            <a:r>
              <a:rPr lang="en-US" sz="1500" dirty="0"/>
              <a:t>-</a:t>
            </a:r>
            <a:r>
              <a:rPr lang="en-US" sz="1500" dirty="0" err="1"/>
              <a:t>Bekhudi</a:t>
            </a:r>
            <a:r>
              <a:rPr lang="en-US" sz="1500" dirty="0"/>
              <a:t> translated by Reynold A. Nicholson .</a:t>
            </a:r>
          </a:p>
          <a:p>
            <a:pPr marL="0" indent="0">
              <a:lnSpc>
                <a:spcPct val="100000"/>
              </a:lnSpc>
              <a:buNone/>
            </a:pPr>
            <a:r>
              <a:rPr lang="en-US" sz="1500" dirty="0"/>
              <a:t>“But yester-eve a lamp in hand</a:t>
            </a:r>
          </a:p>
          <a:p>
            <a:pPr marL="0" indent="0">
              <a:lnSpc>
                <a:spcPct val="100000"/>
              </a:lnSpc>
              <a:buNone/>
            </a:pPr>
            <a:r>
              <a:rPr lang="en-US" sz="1500" dirty="0"/>
              <a:t> The Shaykh did all the city span,</a:t>
            </a:r>
          </a:p>
          <a:p>
            <a:pPr marL="0" indent="0">
              <a:lnSpc>
                <a:spcPct val="100000"/>
              </a:lnSpc>
              <a:buNone/>
            </a:pPr>
            <a:r>
              <a:rPr lang="en-US" sz="1500" dirty="0"/>
              <a:t> Sick of mere ghosts he sought a man, </a:t>
            </a:r>
          </a:p>
          <a:p>
            <a:pPr marL="0" indent="0">
              <a:lnSpc>
                <a:spcPct val="100000"/>
              </a:lnSpc>
              <a:buNone/>
            </a:pPr>
            <a:r>
              <a:rPr lang="en-US" sz="1500" dirty="0"/>
              <a:t>But could find none in all the land”</a:t>
            </a:r>
          </a:p>
        </p:txBody>
      </p:sp>
    </p:spTree>
    <p:extLst>
      <p:ext uri="{BB962C8B-B14F-4D97-AF65-F5344CB8AC3E}">
        <p14:creationId xmlns:p14="http://schemas.microsoft.com/office/powerpoint/2010/main" val="5676831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C1C19D-8A9D-96F6-E4D3-2D105DD9532B}"/>
              </a:ext>
            </a:extLst>
          </p:cNvPr>
          <p:cNvSpPr>
            <a:spLocks noGrp="1"/>
          </p:cNvSpPr>
          <p:nvPr>
            <p:ph type="title"/>
          </p:nvPr>
        </p:nvSpPr>
        <p:spPr/>
        <p:txBody>
          <a:bodyPr>
            <a:normAutofit fontScale="90000"/>
          </a:bodyPr>
          <a:lstStyle/>
          <a:p>
            <a:r>
              <a:rPr lang="en-US" dirty="0"/>
              <a:t>Payam-e-</a:t>
            </a:r>
            <a:r>
              <a:rPr lang="en-US" dirty="0" err="1"/>
              <a:t>Mashriq</a:t>
            </a:r>
            <a:r>
              <a:rPr lang="en-US" dirty="0"/>
              <a:t>:-</a:t>
            </a:r>
            <a:r>
              <a:rPr lang="en-US" sz="3600" b="0" dirty="0"/>
              <a:t>it was 3rd philosophical poetry book </a:t>
            </a:r>
            <a:r>
              <a:rPr lang="en-US" sz="3600" b="0" dirty="0" err="1"/>
              <a:t>writtend</a:t>
            </a:r>
            <a:r>
              <a:rPr lang="en-US" sz="3600" b="0" dirty="0"/>
              <a:t> by Muhammad Iqbal and it was published in 1924</a:t>
            </a:r>
          </a:p>
        </p:txBody>
      </p:sp>
      <p:sp>
        <p:nvSpPr>
          <p:cNvPr id="3" name="Content Placeholder 2">
            <a:extLst>
              <a:ext uri="{FF2B5EF4-FFF2-40B4-BE49-F238E27FC236}">
                <a16:creationId xmlns:a16="http://schemas.microsoft.com/office/drawing/2014/main" id="{8B0F6757-EAF1-C257-874F-25D904598B8F}"/>
              </a:ext>
            </a:extLst>
          </p:cNvPr>
          <p:cNvSpPr>
            <a:spLocks noGrp="1"/>
          </p:cNvSpPr>
          <p:nvPr>
            <p:ph idx="1"/>
          </p:nvPr>
        </p:nvSpPr>
        <p:spPr/>
        <p:txBody>
          <a:bodyPr/>
          <a:lstStyle/>
          <a:p>
            <a:pPr marL="0" indent="0">
              <a:buNone/>
            </a:pPr>
            <a:r>
              <a:rPr lang="en-US" dirty="0"/>
              <a:t>the Payam-e-</a:t>
            </a:r>
            <a:r>
              <a:rPr lang="en-US" dirty="0" err="1"/>
              <a:t>Mashriq</a:t>
            </a:r>
            <a:r>
              <a:rPr lang="en-US" dirty="0"/>
              <a:t> </a:t>
            </a:r>
            <a:r>
              <a:rPr lang="ar-AE" dirty="0"/>
              <a:t>بیام مشرق)</a:t>
            </a:r>
            <a:r>
              <a:rPr lang="en-US" dirty="0"/>
              <a:t>The Message of the East), is closely connected to the West-</a:t>
            </a:r>
            <a:r>
              <a:rPr lang="en-US" dirty="0" err="1"/>
              <a:t>östlicher</a:t>
            </a:r>
            <a:r>
              <a:rPr lang="en-US" dirty="0"/>
              <a:t> Diwan by the German poet Goethe. Goethe bemoans the West having become too materialistic in outlook, and expects the East will provide a message of hope to resuscitate spiritual values. Iqbal styles his work as a reminder to the West of the importance of morality, religion, and </a:t>
            </a:r>
            <a:r>
              <a:rPr lang="en-US" dirty="0" err="1"/>
              <a:t>civilisation</a:t>
            </a:r>
            <a:r>
              <a:rPr lang="en-US" dirty="0"/>
              <a:t> by underlining the need for cultivating feeling, ardor, and dynamism. He asserts that an individual can never aspire to higher dimensions unless he learns of the nature of spirituality. In his first visit to Afghanistan, he presented Payam-e Mashreq to King Amanullah Khan. In it, he admired the uprising of Afghanistan against the British Empire. In 1933, he was officially invited to Afghanistan to join the meetings regarding the establishment of Kabul University</a:t>
            </a:r>
          </a:p>
        </p:txBody>
      </p:sp>
    </p:spTree>
    <p:extLst>
      <p:ext uri="{BB962C8B-B14F-4D97-AF65-F5344CB8AC3E}">
        <p14:creationId xmlns:p14="http://schemas.microsoft.com/office/powerpoint/2010/main" val="19418687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CF4775-51D6-43D0-13C5-24B8695FAE76}"/>
              </a:ext>
            </a:extLst>
          </p:cNvPr>
          <p:cNvSpPr>
            <a:spLocks noGrp="1"/>
          </p:cNvSpPr>
          <p:nvPr>
            <p:ph type="title"/>
          </p:nvPr>
        </p:nvSpPr>
        <p:spPr/>
        <p:txBody>
          <a:bodyPr>
            <a:normAutofit/>
          </a:bodyPr>
          <a:lstStyle/>
          <a:p>
            <a:r>
              <a:rPr lang="en-US" dirty="0"/>
              <a:t>Few poetic lines from </a:t>
            </a:r>
            <a:r>
              <a:rPr lang="en-US" dirty="0" err="1"/>
              <a:t>Piyame</a:t>
            </a:r>
            <a:r>
              <a:rPr lang="en-US" dirty="0"/>
              <a:t> </a:t>
            </a:r>
            <a:r>
              <a:rPr lang="en-US" dirty="0" err="1"/>
              <a:t>Mashriq</a:t>
            </a:r>
            <a:r>
              <a:rPr lang="en-US" dirty="0"/>
              <a:t> translated by Artur John Arberry</a:t>
            </a:r>
          </a:p>
        </p:txBody>
      </p:sp>
      <p:sp>
        <p:nvSpPr>
          <p:cNvPr id="3" name="TextBox 2">
            <a:extLst>
              <a:ext uri="{FF2B5EF4-FFF2-40B4-BE49-F238E27FC236}">
                <a16:creationId xmlns:a16="http://schemas.microsoft.com/office/drawing/2014/main" id="{985C4E70-04E6-4EDA-D49F-4377872C567C}"/>
              </a:ext>
            </a:extLst>
          </p:cNvPr>
          <p:cNvSpPr txBox="1"/>
          <p:nvPr/>
        </p:nvSpPr>
        <p:spPr>
          <a:xfrm>
            <a:off x="762000" y="2819400"/>
            <a:ext cx="7835900" cy="3600986"/>
          </a:xfrm>
          <a:prstGeom prst="rect">
            <a:avLst/>
          </a:prstGeom>
          <a:noFill/>
        </p:spPr>
        <p:txBody>
          <a:bodyPr wrap="square" rtlCol="0">
            <a:spAutoFit/>
          </a:bodyPr>
          <a:lstStyle/>
          <a:p>
            <a:r>
              <a:rPr lang="en-US" sz="1200" dirty="0"/>
              <a:t>Successful head of a great monarchy,</a:t>
            </a:r>
          </a:p>
          <a:p>
            <a:r>
              <a:rPr lang="en-US" sz="1200" dirty="0"/>
              <a:t> Youthful in years, old in sagacity,</a:t>
            </a:r>
          </a:p>
          <a:p>
            <a:r>
              <a:rPr lang="en-US" sz="1200" dirty="0"/>
              <a:t> Inspired practitioner of the royal art,</a:t>
            </a:r>
          </a:p>
          <a:p>
            <a:r>
              <a:rPr lang="en-US" sz="1200" dirty="0"/>
              <a:t> Possessor of the wisdom of the heart,</a:t>
            </a:r>
          </a:p>
          <a:p>
            <a:r>
              <a:rPr lang="en-US" sz="1200" dirty="0"/>
              <a:t> With a will as strong as your mountain walls,</a:t>
            </a:r>
          </a:p>
          <a:p>
            <a:r>
              <a:rPr lang="en-US" sz="1200" dirty="0"/>
              <a:t> And constant circumspection that forestalls </a:t>
            </a:r>
          </a:p>
          <a:p>
            <a:r>
              <a:rPr lang="en-US" sz="1200" dirty="0"/>
              <a:t>All risks, ambition as high as my thought</a:t>
            </a:r>
          </a:p>
          <a:p>
            <a:r>
              <a:rPr lang="en-US" sz="1200" dirty="0"/>
              <a:t>, And </a:t>
            </a:r>
            <a:r>
              <a:rPr lang="en-US" sz="1200" dirty="0" err="1"/>
              <a:t>organising</a:t>
            </a:r>
            <a:r>
              <a:rPr lang="en-US" sz="1200" dirty="0"/>
              <a:t> power that has brought</a:t>
            </a:r>
          </a:p>
          <a:p>
            <a:r>
              <a:rPr lang="en-US" sz="1200" dirty="0"/>
              <a:t> Together feuding tribes, you have untold </a:t>
            </a:r>
          </a:p>
          <a:p>
            <a:r>
              <a:rPr lang="en-US" sz="1200" dirty="0"/>
              <a:t>Gifts made to you by kings silver and gold,</a:t>
            </a:r>
          </a:p>
          <a:p>
            <a:r>
              <a:rPr lang="en-US" sz="1200" dirty="0"/>
              <a:t> Rubies and jewels. O king, son of a king,</a:t>
            </a:r>
          </a:p>
          <a:p>
            <a:r>
              <a:rPr lang="en-US" sz="1200" dirty="0"/>
              <a:t>Accept from me this humble offering.</a:t>
            </a:r>
          </a:p>
          <a:p>
            <a:r>
              <a:rPr lang="en-US" sz="1200" dirty="0"/>
              <a:t> Ever since I found out life's mystery,</a:t>
            </a:r>
          </a:p>
          <a:p>
            <a:r>
              <a:rPr lang="en-US" sz="1200" dirty="0"/>
              <a:t> It is as if a fire blazed inside me.</a:t>
            </a:r>
          </a:p>
          <a:p>
            <a:r>
              <a:rPr lang="en-US" sz="1200" dirty="0"/>
              <a:t>My song is a flame of that inner fire</a:t>
            </a:r>
          </a:p>
          <a:p>
            <a:r>
              <a:rPr lang="en-US" sz="1200" dirty="0"/>
              <a:t> A song of passion sung on wisdom's lyre.</a:t>
            </a:r>
          </a:p>
          <a:p>
            <a:r>
              <a:rPr lang="en-US" sz="1200" dirty="0"/>
              <a:t>That Western sage, that bard of Germany</a:t>
            </a:r>
          </a:p>
          <a:p>
            <a:r>
              <a:rPr lang="en-US" sz="1200" dirty="0"/>
              <a:t>, That ardent lover of things Pahlavi</a:t>
            </a:r>
          </a:p>
          <a:p>
            <a:r>
              <a:rPr lang="en-US" sz="1200" dirty="0"/>
              <a:t>, Saluted the East with his great Divan,</a:t>
            </a:r>
          </a:p>
        </p:txBody>
      </p:sp>
    </p:spTree>
    <p:extLst>
      <p:ext uri="{BB962C8B-B14F-4D97-AF65-F5344CB8AC3E}">
        <p14:creationId xmlns:p14="http://schemas.microsoft.com/office/powerpoint/2010/main" val="10114573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Rectangle 9">
            <a:extLst>
              <a:ext uri="{FF2B5EF4-FFF2-40B4-BE49-F238E27FC236}">
                <a16:creationId xmlns:a16="http://schemas.microsoft.com/office/drawing/2014/main" id="{AA083F47-750E-A41F-1E5A-EFB054507C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2" name="Rectangle 11">
            <a:extLst>
              <a:ext uri="{FF2B5EF4-FFF2-40B4-BE49-F238E27FC236}">
                <a16:creationId xmlns:a16="http://schemas.microsoft.com/office/drawing/2014/main" id="{42C91D93-014B-66D5-D263-730212C943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9568B8C9-6702-8441-0D92-220DE92C88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8732520"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7EAA797-2C5D-A970-ECC2-D8989083B921}"/>
              </a:ext>
            </a:extLst>
          </p:cNvPr>
          <p:cNvSpPr>
            <a:spLocks noGrp="1"/>
          </p:cNvSpPr>
          <p:nvPr>
            <p:ph type="title"/>
          </p:nvPr>
        </p:nvSpPr>
        <p:spPr>
          <a:xfrm>
            <a:off x="521208" y="978408"/>
            <a:ext cx="8732520" cy="1463040"/>
          </a:xfrm>
        </p:spPr>
        <p:txBody>
          <a:bodyPr vert="horz" lIns="91440" tIns="45720" rIns="91440" bIns="45720" rtlCol="0" anchor="t">
            <a:normAutofit/>
          </a:bodyPr>
          <a:lstStyle/>
          <a:p>
            <a:pPr>
              <a:lnSpc>
                <a:spcPct val="90000"/>
              </a:lnSpc>
            </a:pPr>
            <a:r>
              <a:rPr lang="en-US" sz="3400" b="1" kern="1200">
                <a:solidFill>
                  <a:schemeClr val="tx1"/>
                </a:solidFill>
                <a:latin typeface="+mj-lt"/>
                <a:ea typeface="+mj-ea"/>
                <a:cs typeface="+mj-cs"/>
              </a:rPr>
              <a:t>Zabur-e-Ajam:- (Persian Psalms) this philosophical book was published in 1927</a:t>
            </a:r>
          </a:p>
        </p:txBody>
      </p:sp>
      <p:sp>
        <p:nvSpPr>
          <p:cNvPr id="3" name="TextBox 2">
            <a:extLst>
              <a:ext uri="{FF2B5EF4-FFF2-40B4-BE49-F238E27FC236}">
                <a16:creationId xmlns:a16="http://schemas.microsoft.com/office/drawing/2014/main" id="{C73B1EA7-558F-DDFE-097E-AF6433C30186}"/>
              </a:ext>
            </a:extLst>
          </p:cNvPr>
          <p:cNvSpPr txBox="1"/>
          <p:nvPr/>
        </p:nvSpPr>
        <p:spPr>
          <a:xfrm>
            <a:off x="521208" y="2578608"/>
            <a:ext cx="8732520" cy="3767328"/>
          </a:xfrm>
          <a:prstGeom prst="rect">
            <a:avLst/>
          </a:prstGeom>
        </p:spPr>
        <p:txBody>
          <a:bodyPr vert="horz" lIns="91440" tIns="45720" rIns="91440" bIns="45720" rtlCol="0">
            <a:normAutofit/>
          </a:bodyPr>
          <a:lstStyle/>
          <a:p>
            <a:pPr indent="-228600">
              <a:lnSpc>
                <a:spcPct val="110000"/>
              </a:lnSpc>
              <a:spcAft>
                <a:spcPts val="600"/>
              </a:spcAft>
              <a:buFont typeface="Arial" panose="020B0604020202020204" pitchFamily="34" charset="0"/>
              <a:buChar char="•"/>
            </a:pPr>
            <a:r>
              <a:rPr lang="en-US" dirty="0"/>
              <a:t>This book includes the poems "Gulshan-e-Raz-e-</a:t>
            </a:r>
            <a:r>
              <a:rPr lang="en-US" dirty="0" err="1"/>
              <a:t>Jadeed</a:t>
            </a:r>
            <a:r>
              <a:rPr lang="en-US" dirty="0"/>
              <a:t>" ("Garden of New Secrets") and "</a:t>
            </a:r>
            <a:r>
              <a:rPr lang="en-US" dirty="0" err="1"/>
              <a:t>Bandagi</a:t>
            </a:r>
            <a:r>
              <a:rPr lang="en-US" dirty="0"/>
              <a:t> Nama" ("Book of Slavery"). In "Gulshan-e-Raz-e-</a:t>
            </a:r>
            <a:r>
              <a:rPr lang="en-US" dirty="0" err="1"/>
              <a:t>Jadeed</a:t>
            </a:r>
            <a:r>
              <a:rPr lang="en-US" dirty="0"/>
              <a:t>", Iqbal first poses questions, then answers them with the help of ancient and modern insight. "</a:t>
            </a:r>
            <a:r>
              <a:rPr lang="en-US" dirty="0" err="1"/>
              <a:t>Bandagi</a:t>
            </a:r>
            <a:r>
              <a:rPr lang="en-US" dirty="0"/>
              <a:t> Nama" denounces slavery and attempts to explain the spirit behind the fine arts of enslaved societies. Here, as in other books, Iqbal insists on remembering the past, doing well in the present and preparing for the future, while </a:t>
            </a:r>
            <a:r>
              <a:rPr lang="en-US" dirty="0" err="1"/>
              <a:t>emphasising</a:t>
            </a:r>
            <a:r>
              <a:rPr lang="en-US" dirty="0"/>
              <a:t> love, enthusiasm and energy to fulfill the ideal life.</a:t>
            </a:r>
          </a:p>
        </p:txBody>
      </p:sp>
    </p:spTree>
    <p:extLst>
      <p:ext uri="{BB962C8B-B14F-4D97-AF65-F5344CB8AC3E}">
        <p14:creationId xmlns:p14="http://schemas.microsoft.com/office/powerpoint/2010/main" val="224166357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 name="Freeform: Shape 29">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2" name="Rectangle 31">
            <a:extLst>
              <a:ext uri="{FF2B5EF4-FFF2-40B4-BE49-F238E27FC236}">
                <a16:creationId xmlns:a16="http://schemas.microsoft.com/office/drawing/2014/main" id="{AA083F47-750E-A41F-1E5A-EFB054507C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34" name="Rectangle 33">
            <a:extLst>
              <a:ext uri="{FF2B5EF4-FFF2-40B4-BE49-F238E27FC236}">
                <a16:creationId xmlns:a16="http://schemas.microsoft.com/office/drawing/2014/main" id="{42C91D93-014B-66D5-D263-730212C943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Rectangle 35">
            <a:extLst>
              <a:ext uri="{FF2B5EF4-FFF2-40B4-BE49-F238E27FC236}">
                <a16:creationId xmlns:a16="http://schemas.microsoft.com/office/drawing/2014/main" id="{9568B8C9-6702-8441-0D92-220DE92C88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8732520"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4096A38-78E1-7FDF-7C6E-B592D442382F}"/>
              </a:ext>
            </a:extLst>
          </p:cNvPr>
          <p:cNvSpPr>
            <a:spLocks noGrp="1"/>
          </p:cNvSpPr>
          <p:nvPr>
            <p:ph type="title"/>
          </p:nvPr>
        </p:nvSpPr>
        <p:spPr>
          <a:xfrm>
            <a:off x="521208" y="978408"/>
            <a:ext cx="8732520" cy="1463040"/>
          </a:xfrm>
        </p:spPr>
        <p:txBody>
          <a:bodyPr vert="horz" lIns="91440" tIns="45720" rIns="91440" bIns="45720" rtlCol="0" anchor="t">
            <a:normAutofit/>
          </a:bodyPr>
          <a:lstStyle/>
          <a:p>
            <a:r>
              <a:rPr lang="en-US" b="1" kern="1200" dirty="0">
                <a:solidFill>
                  <a:schemeClr val="tx1"/>
                </a:solidFill>
                <a:latin typeface="+mj-lt"/>
                <a:ea typeface="+mj-ea"/>
                <a:cs typeface="+mj-cs"/>
              </a:rPr>
              <a:t>Jawad Nama:- </a:t>
            </a:r>
            <a:r>
              <a:rPr lang="en-US" b="1" kern="1200">
                <a:solidFill>
                  <a:schemeClr val="tx1"/>
                </a:solidFill>
                <a:latin typeface="+mj-lt"/>
                <a:ea typeface="+mj-ea"/>
                <a:cs typeface="+mj-cs"/>
              </a:rPr>
              <a:t>جاوید</a:t>
            </a:r>
            <a:r>
              <a:rPr lang="en-US" b="1" kern="1200" dirty="0">
                <a:solidFill>
                  <a:schemeClr val="tx1"/>
                </a:solidFill>
                <a:latin typeface="+mj-lt"/>
                <a:ea typeface="+mj-ea"/>
                <a:cs typeface="+mj-cs"/>
              </a:rPr>
              <a:t> </a:t>
            </a:r>
            <a:r>
              <a:rPr lang="en-US" b="1" kern="1200">
                <a:solidFill>
                  <a:schemeClr val="tx1"/>
                </a:solidFill>
                <a:latin typeface="+mj-lt"/>
                <a:ea typeface="+mj-ea"/>
                <a:cs typeface="+mj-cs"/>
              </a:rPr>
              <a:t>(Book of Javed)</a:t>
            </a:r>
          </a:p>
        </p:txBody>
      </p:sp>
      <p:sp>
        <p:nvSpPr>
          <p:cNvPr id="3" name="TextBox 2">
            <a:extLst>
              <a:ext uri="{FF2B5EF4-FFF2-40B4-BE49-F238E27FC236}">
                <a16:creationId xmlns:a16="http://schemas.microsoft.com/office/drawing/2014/main" id="{9D6163A3-6BAB-5C7C-0C38-A9848F121F4A}"/>
              </a:ext>
            </a:extLst>
          </p:cNvPr>
          <p:cNvSpPr txBox="1"/>
          <p:nvPr/>
        </p:nvSpPr>
        <p:spPr>
          <a:xfrm>
            <a:off x="521208" y="2578608"/>
            <a:ext cx="8732520" cy="3767328"/>
          </a:xfrm>
          <a:prstGeom prst="rect">
            <a:avLst/>
          </a:prstGeom>
        </p:spPr>
        <p:txBody>
          <a:bodyPr vert="horz" lIns="91440" tIns="45720" rIns="91440" bIns="45720" rtlCol="0">
            <a:normAutofit/>
          </a:bodyPr>
          <a:lstStyle/>
          <a:p>
            <a:pPr>
              <a:spcAft>
                <a:spcPts val="600"/>
              </a:spcAft>
            </a:pPr>
            <a:r>
              <a:rPr lang="en-US" sz="1000" dirty="0"/>
              <a:t>this philosophical poetry book he wrote for his son name "Javed Iqbal" &amp; is named after and in a manner addressed to his son, who is featured in the poems. It follows the examples of the works of Ibn Arabi and Dante's The Divine Comedy, through mystical and exaggerated depictions across time. Iqbal depicts himself as Zinda Rud ("A stream full of life") guided by Rumi, "the master", through various heavens and spheres and has the </a:t>
            </a:r>
            <a:r>
              <a:rPr lang="en-US" sz="1000" dirty="0" err="1"/>
              <a:t>honour</a:t>
            </a:r>
            <a:r>
              <a:rPr lang="en-US" sz="1000" dirty="0"/>
              <a:t> of approaching divinity and coming in contact with divine illuminations. Iqbal depicts Rumi as a character and gives an exposition of the mysteries of Islamic laws and Sufi perceptions. Iqbal laments the dissension and disunity among the Indian Muslims as well as Muslim nations. "</a:t>
            </a:r>
            <a:r>
              <a:rPr lang="en-US" sz="1000" dirty="0" err="1"/>
              <a:t>Musafir</a:t>
            </a:r>
            <a:r>
              <a:rPr lang="en-US" sz="1000" dirty="0"/>
              <a:t>" is an account of one of Iqbal's journeys to Afghanistan, in which the Pashtun people are counselled to learn the "secret of Islam" and to "build up the self" within themselves.</a:t>
            </a:r>
            <a:endParaRPr lang="en-US" sz="1000" b="1" dirty="0"/>
          </a:p>
          <a:p>
            <a:pPr>
              <a:spcAft>
                <a:spcPts val="600"/>
              </a:spcAft>
            </a:pPr>
            <a:r>
              <a:rPr lang="en-US" sz="1000" b="1" dirty="0"/>
              <a:t>Few translated poetic lines from Jawad Nama:-</a:t>
            </a:r>
          </a:p>
          <a:p>
            <a:pPr>
              <a:spcAft>
                <a:spcPts val="600"/>
              </a:spcAft>
            </a:pPr>
            <a:r>
              <a:rPr lang="en-US" sz="1000" dirty="0"/>
              <a:t>I asked him, "What is the existent, the non-existent?</a:t>
            </a:r>
          </a:p>
          <a:p>
            <a:pPr>
              <a:spcAft>
                <a:spcPts val="600"/>
              </a:spcAft>
            </a:pPr>
            <a:r>
              <a:rPr lang="en-US" sz="1000" dirty="0"/>
              <a:t>What is the meaning of praiseworthy and unpraiseworthy?"</a:t>
            </a:r>
          </a:p>
          <a:p>
            <a:pPr>
              <a:spcAft>
                <a:spcPts val="600"/>
              </a:spcAft>
            </a:pPr>
            <a:r>
              <a:rPr lang="en-US" sz="1000" dirty="0"/>
              <a:t>He said, 'The existent is that which wills to appear: manifestation is all the impulse of Being. Life means to adorn oneself in one's self, to desire to bear witness to one's own being; the concourse on the day primordial arrayed desired to bear witness to their own being Whether you be alive, or dead, or dying for this seek witness from three </a:t>
            </a:r>
            <a:r>
              <a:rPr lang="en-US" sz="1000" dirty="0" err="1"/>
              <a:t>witnesse</a:t>
            </a:r>
            <a:r>
              <a:rPr lang="en-US" sz="1000" dirty="0"/>
              <a:t> The first witness is self-consciousness, to behold oneself in one's own light</a:t>
            </a:r>
          </a:p>
          <a:p>
            <a:pPr>
              <a:spcAft>
                <a:spcPts val="600"/>
              </a:spcAft>
            </a:pPr>
            <a:r>
              <a:rPr lang="en-US" sz="1000" dirty="0"/>
              <a:t>the second witness is the consciousness of another, to behold oneself in another's light;</a:t>
            </a:r>
          </a:p>
          <a:p>
            <a:pPr>
              <a:spcAft>
                <a:spcPts val="600"/>
              </a:spcAft>
            </a:pPr>
            <a:r>
              <a:rPr lang="en-US" sz="1000" dirty="0"/>
              <a:t>the third witness is the consciousness of God's essence to behold oneself in the light of God's essence. If you remain fast before this light count yourself living and abiding as God!</a:t>
            </a:r>
          </a:p>
          <a:p>
            <a:pPr>
              <a:spcAft>
                <a:spcPts val="600"/>
              </a:spcAft>
            </a:pPr>
            <a:r>
              <a:rPr lang="en-US" sz="1000" dirty="0"/>
              <a:t>Life is to attain one's own station,</a:t>
            </a:r>
          </a:p>
          <a:p>
            <a:pPr>
              <a:spcAft>
                <a:spcPts val="600"/>
              </a:spcAft>
            </a:pPr>
            <a:r>
              <a:rPr lang="en-US" sz="1000" dirty="0"/>
              <a:t>Life is to see the Essence without a veil; the true believer will not make do with Attributes</a:t>
            </a:r>
          </a:p>
        </p:txBody>
      </p:sp>
    </p:spTree>
    <p:extLst>
      <p:ext uri="{BB962C8B-B14F-4D97-AF65-F5344CB8AC3E}">
        <p14:creationId xmlns:p14="http://schemas.microsoft.com/office/powerpoint/2010/main" val="273726322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E2EF6F8F-597F-716E-5B22-76DC90B3E7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37EAF4ED-052F-471A-C72E-D16C4098FDED}"/>
              </a:ext>
            </a:extLst>
          </p:cNvPr>
          <p:cNvSpPr>
            <a:spLocks noGrp="1"/>
          </p:cNvSpPr>
          <p:nvPr>
            <p:ph type="title"/>
          </p:nvPr>
        </p:nvSpPr>
        <p:spPr>
          <a:xfrm>
            <a:off x="521208" y="978408"/>
            <a:ext cx="4032504" cy="2743200"/>
          </a:xfrm>
        </p:spPr>
        <p:txBody>
          <a:bodyPr>
            <a:normAutofit/>
          </a:bodyPr>
          <a:lstStyle/>
          <a:p>
            <a:r>
              <a:rPr lang="en-US" dirty="0"/>
              <a:t>Urdu Books by Iqbal </a:t>
            </a:r>
          </a:p>
        </p:txBody>
      </p:sp>
      <p:sp>
        <p:nvSpPr>
          <p:cNvPr id="14" name="Freeform: Shape 13">
            <a:extLst>
              <a:ext uri="{FF2B5EF4-FFF2-40B4-BE49-F238E27FC236}">
                <a16:creationId xmlns:a16="http://schemas.microsoft.com/office/drawing/2014/main" id="{2AC934FA-18DC-F7A3-0EA7-05EDF7A321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Content Placeholder 2">
            <a:extLst>
              <a:ext uri="{FF2B5EF4-FFF2-40B4-BE49-F238E27FC236}">
                <a16:creationId xmlns:a16="http://schemas.microsoft.com/office/drawing/2014/main" id="{4E435BEA-0AF1-A442-8A6F-B079CDD19BC6}"/>
              </a:ext>
            </a:extLst>
          </p:cNvPr>
          <p:cNvSpPr>
            <a:spLocks noGrp="1"/>
          </p:cNvSpPr>
          <p:nvPr>
            <p:ph idx="1"/>
          </p:nvPr>
        </p:nvSpPr>
        <p:spPr>
          <a:xfrm>
            <a:off x="5065776" y="978408"/>
            <a:ext cx="6601968" cy="2743200"/>
          </a:xfrm>
        </p:spPr>
        <p:txBody>
          <a:bodyPr>
            <a:normAutofit/>
          </a:bodyPr>
          <a:lstStyle/>
          <a:p>
            <a:r>
              <a:rPr lang="en-US" dirty="0"/>
              <a:t>Bag-</a:t>
            </a:r>
            <a:r>
              <a:rPr lang="en-US" dirty="0" err="1"/>
              <a:t>i</a:t>
            </a:r>
            <a:r>
              <a:rPr lang="en-US" dirty="0"/>
              <a:t>-Dara</a:t>
            </a:r>
          </a:p>
          <a:p>
            <a:r>
              <a:rPr lang="en-US" dirty="0"/>
              <a:t>Bal-</a:t>
            </a:r>
            <a:r>
              <a:rPr lang="en-US" dirty="0" err="1"/>
              <a:t>i</a:t>
            </a:r>
            <a:r>
              <a:rPr lang="en-US" dirty="0"/>
              <a:t>-Jibril</a:t>
            </a:r>
          </a:p>
          <a:p>
            <a:r>
              <a:rPr lang="en-US" dirty="0"/>
              <a:t>Zarb-</a:t>
            </a:r>
            <a:r>
              <a:rPr lang="en-US" dirty="0" err="1"/>
              <a:t>i</a:t>
            </a:r>
            <a:r>
              <a:rPr lang="en-US" dirty="0"/>
              <a:t>-Kalim</a:t>
            </a:r>
          </a:p>
          <a:p>
            <a:r>
              <a:rPr lang="en-US" dirty="0" err="1"/>
              <a:t>Armughan</a:t>
            </a:r>
            <a:r>
              <a:rPr lang="en-US" dirty="0"/>
              <a:t>-e-Hijaz</a:t>
            </a:r>
          </a:p>
          <a:p>
            <a:r>
              <a:rPr lang="en-US" dirty="0"/>
              <a:t>“The reconstruction of Islamic religious thoughts in Islam”.(Series of lectures in different educational institutions that were later on published by Oxford press)</a:t>
            </a:r>
          </a:p>
          <a:p>
            <a:endParaRPr lang="en-US" dirty="0"/>
          </a:p>
        </p:txBody>
      </p:sp>
      <p:pic>
        <p:nvPicPr>
          <p:cNvPr id="7" name="Picture 6" descr="Zarb e Kaleem o Armaghan e Hijaz (Ma Farhang) (ضربِ کليم و ارمغانِ حجاز (مع  فرہنگ">
            <a:extLst>
              <a:ext uri="{FF2B5EF4-FFF2-40B4-BE49-F238E27FC236}">
                <a16:creationId xmlns:a16="http://schemas.microsoft.com/office/drawing/2014/main" id="{6D402AAD-7DDA-402E-C08A-0D273EF9D7CE}"/>
              </a:ext>
            </a:extLst>
          </p:cNvPr>
          <p:cNvPicPr>
            <a:picLocks noChangeAspect="1"/>
          </p:cNvPicPr>
          <p:nvPr/>
        </p:nvPicPr>
        <p:blipFill>
          <a:blip r:embed="rId2"/>
          <a:stretch>
            <a:fillRect/>
          </a:stretch>
        </p:blipFill>
        <p:spPr>
          <a:xfrm>
            <a:off x="1498702" y="3979333"/>
            <a:ext cx="1558774" cy="2366676"/>
          </a:xfrm>
          <a:prstGeom prst="rect">
            <a:avLst/>
          </a:prstGeom>
        </p:spPr>
      </p:pic>
      <p:pic>
        <p:nvPicPr>
          <p:cNvPr id="4" name="Picture 3" descr="Sharah Zarb-e-Kaleem &amp; Armaghan-e-Hijaaz">
            <a:extLst>
              <a:ext uri="{FF2B5EF4-FFF2-40B4-BE49-F238E27FC236}">
                <a16:creationId xmlns:a16="http://schemas.microsoft.com/office/drawing/2014/main" id="{3330DF8F-47BF-2AB9-3A3F-C388234EA84B}"/>
              </a:ext>
            </a:extLst>
          </p:cNvPr>
          <p:cNvPicPr>
            <a:picLocks noChangeAspect="1"/>
          </p:cNvPicPr>
          <p:nvPr/>
        </p:nvPicPr>
        <p:blipFill>
          <a:blip r:embed="rId3"/>
          <a:stretch>
            <a:fillRect/>
          </a:stretch>
        </p:blipFill>
        <p:spPr>
          <a:xfrm>
            <a:off x="5310515" y="3979334"/>
            <a:ext cx="1567922" cy="2366676"/>
          </a:xfrm>
          <a:prstGeom prst="rect">
            <a:avLst/>
          </a:prstGeom>
        </p:spPr>
      </p:pic>
      <p:pic>
        <p:nvPicPr>
          <p:cNvPr id="6" name="Picture 5" descr="Kuliyat Iqbal / Sharah Kuliyat e Iqbal / Allama Iqbal Shairy / Allama Iqbal  Poetry / Sharah Bang e Dara - Sharah Bal e Jibril - Sharah Armghan e Hijaz  ...">
            <a:extLst>
              <a:ext uri="{FF2B5EF4-FFF2-40B4-BE49-F238E27FC236}">
                <a16:creationId xmlns:a16="http://schemas.microsoft.com/office/drawing/2014/main" id="{DD9D6834-FAA8-17CA-21A8-C528D82EDF83}"/>
              </a:ext>
            </a:extLst>
          </p:cNvPr>
          <p:cNvPicPr>
            <a:picLocks noChangeAspect="1"/>
          </p:cNvPicPr>
          <p:nvPr/>
        </p:nvPicPr>
        <p:blipFill>
          <a:blip r:embed="rId4"/>
          <a:stretch>
            <a:fillRect/>
          </a:stretch>
        </p:blipFill>
        <p:spPr>
          <a:xfrm>
            <a:off x="8727524" y="3979333"/>
            <a:ext cx="2366677" cy="2366677"/>
          </a:xfrm>
          <a:prstGeom prst="rect">
            <a:avLst/>
          </a:prstGeom>
        </p:spPr>
      </p:pic>
    </p:spTree>
    <p:extLst>
      <p:ext uri="{BB962C8B-B14F-4D97-AF65-F5344CB8AC3E}">
        <p14:creationId xmlns:p14="http://schemas.microsoft.com/office/powerpoint/2010/main" val="171196255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E1ABDA4C-062F-4E88-A079-2279A6477C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887F59F2-5FBC-40CD-AD35-376AECE49E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6281928"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9D03F24-33C0-5305-2E9B-EC59A386FE31}"/>
              </a:ext>
            </a:extLst>
          </p:cNvPr>
          <p:cNvSpPr>
            <a:spLocks noGrp="1"/>
          </p:cNvSpPr>
          <p:nvPr>
            <p:ph type="title"/>
          </p:nvPr>
        </p:nvSpPr>
        <p:spPr>
          <a:xfrm>
            <a:off x="521208" y="978408"/>
            <a:ext cx="6309360" cy="1463040"/>
          </a:xfrm>
        </p:spPr>
        <p:txBody>
          <a:bodyPr>
            <a:normAutofit/>
          </a:bodyPr>
          <a:lstStyle/>
          <a:p>
            <a:r>
              <a:rPr lang="en-US" dirty="0"/>
              <a:t>Bang-</a:t>
            </a:r>
            <a:r>
              <a:rPr lang="en-US" dirty="0" err="1"/>
              <a:t>i</a:t>
            </a:r>
            <a:r>
              <a:rPr lang="en-US" dirty="0"/>
              <a:t>-Dara</a:t>
            </a:r>
          </a:p>
        </p:txBody>
      </p:sp>
      <p:sp>
        <p:nvSpPr>
          <p:cNvPr id="3" name="Content Placeholder 2">
            <a:extLst>
              <a:ext uri="{FF2B5EF4-FFF2-40B4-BE49-F238E27FC236}">
                <a16:creationId xmlns:a16="http://schemas.microsoft.com/office/drawing/2014/main" id="{92D3325B-A3CE-94BA-8CEC-8E43A169E66F}"/>
              </a:ext>
            </a:extLst>
          </p:cNvPr>
          <p:cNvSpPr>
            <a:spLocks noGrp="1"/>
          </p:cNvSpPr>
          <p:nvPr>
            <p:ph idx="1"/>
          </p:nvPr>
        </p:nvSpPr>
        <p:spPr>
          <a:xfrm>
            <a:off x="521208" y="2578608"/>
            <a:ext cx="6309360" cy="3767328"/>
          </a:xfrm>
        </p:spPr>
        <p:txBody>
          <a:bodyPr>
            <a:normAutofit/>
          </a:bodyPr>
          <a:lstStyle/>
          <a:p>
            <a:pPr marL="0" indent="0">
              <a:lnSpc>
                <a:spcPct val="100000"/>
              </a:lnSpc>
              <a:buNone/>
            </a:pPr>
            <a:r>
              <a:rPr lang="en-US" sz="1700" dirty="0"/>
              <a:t>The Call of the Marching Bell), his first collection of Urdu poetry, was published in 1924. It was written in three distinct phases of his life. The poems he wrote up to 1905-the year he left for England-reflect patriotism and the imagery of nature, including the" </a:t>
            </a:r>
            <a:r>
              <a:rPr lang="en-US" sz="1700" dirty="0" err="1"/>
              <a:t>Tarana</a:t>
            </a:r>
            <a:r>
              <a:rPr lang="en-US" sz="1700" dirty="0"/>
              <a:t>-e-Hindi (The Song of India") and "</a:t>
            </a:r>
            <a:r>
              <a:rPr lang="en-US" sz="1700" dirty="0" err="1"/>
              <a:t>Taranase</a:t>
            </a:r>
            <a:r>
              <a:rPr lang="en-US" sz="1700" dirty="0"/>
              <a:t> Milli" ("The Song of the Community"). The second set of poems date from 1905-1908, when Iqbal studied in Europe, and dwell upon the nature of European society, which he </a:t>
            </a:r>
            <a:r>
              <a:rPr lang="en-US" sz="1700" dirty="0" err="1"/>
              <a:t>emphasised</a:t>
            </a:r>
            <a:r>
              <a:rPr lang="en-US" sz="1700" dirty="0"/>
              <a:t> had lost spiritual and religious values. This inspired Iqbal to write poems on the historical and cultural heritage of Islam and the Muslim community, with a global perspective. Iqbal urges the entire Muslim community, addressed as the Ummah, to define personal, social and political existence by the values and teachings of Islam.</a:t>
            </a:r>
          </a:p>
        </p:txBody>
      </p:sp>
    </p:spTree>
    <p:extLst>
      <p:ext uri="{BB962C8B-B14F-4D97-AF65-F5344CB8AC3E}">
        <p14:creationId xmlns:p14="http://schemas.microsoft.com/office/powerpoint/2010/main" val="103307443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Rectangle 9">
            <a:extLst>
              <a:ext uri="{FF2B5EF4-FFF2-40B4-BE49-F238E27FC236}">
                <a16:creationId xmlns:a16="http://schemas.microsoft.com/office/drawing/2014/main" id="{AA083F47-750E-A41F-1E5A-EFB054507C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2" name="Rectangle 11">
            <a:extLst>
              <a:ext uri="{FF2B5EF4-FFF2-40B4-BE49-F238E27FC236}">
                <a16:creationId xmlns:a16="http://schemas.microsoft.com/office/drawing/2014/main" id="{E1ABDA4C-062F-4E88-A079-2279A6477C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887F59F2-5FBC-40CD-AD35-376AECE49E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6281928"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4407F15-3E34-CBB1-62AB-6B220AE8D515}"/>
              </a:ext>
            </a:extLst>
          </p:cNvPr>
          <p:cNvSpPr>
            <a:spLocks noGrp="1"/>
          </p:cNvSpPr>
          <p:nvPr>
            <p:ph type="title"/>
          </p:nvPr>
        </p:nvSpPr>
        <p:spPr>
          <a:xfrm>
            <a:off x="521208" y="978408"/>
            <a:ext cx="6309360" cy="1463040"/>
          </a:xfrm>
        </p:spPr>
        <p:txBody>
          <a:bodyPr vert="horz" lIns="91440" tIns="45720" rIns="91440" bIns="45720" rtlCol="0" anchor="t">
            <a:normAutofit/>
          </a:bodyPr>
          <a:lstStyle/>
          <a:p>
            <a:pPr>
              <a:lnSpc>
                <a:spcPct val="90000"/>
              </a:lnSpc>
            </a:pPr>
            <a:r>
              <a:rPr lang="en-US" sz="3400" b="1" kern="1200">
                <a:solidFill>
                  <a:schemeClr val="tx1"/>
                </a:solidFill>
                <a:latin typeface="+mj-lt"/>
                <a:ea typeface="+mj-ea"/>
                <a:cs typeface="+mj-cs"/>
              </a:rPr>
              <a:t>Bal-e-Jibril(Wings of Gabriel):-It was published in 1935</a:t>
            </a:r>
          </a:p>
        </p:txBody>
      </p:sp>
      <p:sp>
        <p:nvSpPr>
          <p:cNvPr id="3" name="TextBox 2">
            <a:extLst>
              <a:ext uri="{FF2B5EF4-FFF2-40B4-BE49-F238E27FC236}">
                <a16:creationId xmlns:a16="http://schemas.microsoft.com/office/drawing/2014/main" id="{176F5A1A-93DB-854C-69A2-6A70FC956B7B}"/>
              </a:ext>
            </a:extLst>
          </p:cNvPr>
          <p:cNvSpPr txBox="1"/>
          <p:nvPr/>
        </p:nvSpPr>
        <p:spPr>
          <a:xfrm>
            <a:off x="521208" y="2578608"/>
            <a:ext cx="6309360" cy="3767328"/>
          </a:xfrm>
          <a:prstGeom prst="rect">
            <a:avLst/>
          </a:prstGeom>
        </p:spPr>
        <p:txBody>
          <a:bodyPr vert="horz" lIns="91440" tIns="45720" rIns="91440" bIns="45720" rtlCol="0">
            <a:normAutofit/>
          </a:bodyPr>
          <a:lstStyle/>
          <a:p>
            <a:pPr indent="-228600">
              <a:lnSpc>
                <a:spcPct val="110000"/>
              </a:lnSpc>
              <a:spcAft>
                <a:spcPts val="600"/>
              </a:spcAft>
              <a:buFont typeface="Arial" panose="020B0604020202020204" pitchFamily="34" charset="0"/>
              <a:buChar char="•"/>
            </a:pPr>
            <a:r>
              <a:rPr lang="en-US" dirty="0"/>
              <a:t>Bat-e-Jibril </a:t>
            </a:r>
            <a:r>
              <a:rPr lang="en-US" dirty="0" err="1"/>
              <a:t>جبرينngs</a:t>
            </a:r>
            <a:r>
              <a:rPr lang="en-US" dirty="0"/>
              <a:t> of Gabriel) is considered by many critics as his finest Urdu poetry and was inspired by his visit to Spain, where he visited the monuments and legacy of the kingdom of the Moors. It consists of ghazals, poems, quatrains and epigrams and carries a strong sense of religious passion</a:t>
            </a:r>
          </a:p>
        </p:txBody>
      </p:sp>
    </p:spTree>
    <p:extLst>
      <p:ext uri="{BB962C8B-B14F-4D97-AF65-F5344CB8AC3E}">
        <p14:creationId xmlns:p14="http://schemas.microsoft.com/office/powerpoint/2010/main" val="152993833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1" name="Rectangle 10">
            <a:extLst>
              <a:ext uri="{FF2B5EF4-FFF2-40B4-BE49-F238E27FC236}">
                <a16:creationId xmlns:a16="http://schemas.microsoft.com/office/drawing/2014/main" id="{AA083F47-750E-A41F-1E5A-EFB054507C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3" name="Rectangle 12">
            <a:extLst>
              <a:ext uri="{FF2B5EF4-FFF2-40B4-BE49-F238E27FC236}">
                <a16:creationId xmlns:a16="http://schemas.microsoft.com/office/drawing/2014/main" id="{42C91D93-014B-66D5-D263-730212C943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9568B8C9-6702-8441-0D92-220DE92C88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8732520"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BDDB2EC-821F-BF05-B901-59C6C5CD7AB8}"/>
              </a:ext>
            </a:extLst>
          </p:cNvPr>
          <p:cNvSpPr>
            <a:spLocks noGrp="1"/>
          </p:cNvSpPr>
          <p:nvPr>
            <p:ph type="title"/>
          </p:nvPr>
        </p:nvSpPr>
        <p:spPr>
          <a:xfrm>
            <a:off x="521208" y="978408"/>
            <a:ext cx="8732520" cy="1463040"/>
          </a:xfrm>
        </p:spPr>
        <p:txBody>
          <a:bodyPr vert="horz" lIns="91440" tIns="45720" rIns="91440" bIns="45720" rtlCol="0" anchor="t">
            <a:normAutofit/>
          </a:bodyPr>
          <a:lstStyle/>
          <a:p>
            <a:r>
              <a:rPr lang="en-US" b="1" kern="1200">
                <a:solidFill>
                  <a:schemeClr val="tx1"/>
                </a:solidFill>
                <a:latin typeface="+mj-lt"/>
                <a:ea typeface="+mj-ea"/>
                <a:cs typeface="+mj-cs"/>
              </a:rPr>
              <a:t>Zarb-i-Kalim:- (The Rod of Moses)</a:t>
            </a:r>
          </a:p>
        </p:txBody>
      </p:sp>
      <p:sp>
        <p:nvSpPr>
          <p:cNvPr id="4" name="TextBox 3">
            <a:extLst>
              <a:ext uri="{FF2B5EF4-FFF2-40B4-BE49-F238E27FC236}">
                <a16:creationId xmlns:a16="http://schemas.microsoft.com/office/drawing/2014/main" id="{288CEE09-0268-3CA9-A8E3-172C7EE365D6}"/>
              </a:ext>
            </a:extLst>
          </p:cNvPr>
          <p:cNvSpPr txBox="1"/>
          <p:nvPr/>
        </p:nvSpPr>
        <p:spPr>
          <a:xfrm>
            <a:off x="521208" y="2578608"/>
            <a:ext cx="8732520" cy="3767328"/>
          </a:xfrm>
          <a:prstGeom prst="rect">
            <a:avLst/>
          </a:prstGeom>
        </p:spPr>
        <p:txBody>
          <a:bodyPr vert="horz" lIns="91440" tIns="45720" rIns="91440" bIns="45720" rtlCol="0">
            <a:normAutofit/>
          </a:bodyPr>
          <a:lstStyle/>
          <a:p>
            <a:pPr>
              <a:lnSpc>
                <a:spcPct val="110000"/>
              </a:lnSpc>
              <a:spcAft>
                <a:spcPts val="600"/>
              </a:spcAft>
            </a:pPr>
            <a:r>
              <a:rPr lang="en-US" dirty="0"/>
              <a:t>It is </a:t>
            </a:r>
            <a:r>
              <a:rPr lang="en-US" dirty="0" err="1"/>
              <a:t>is</a:t>
            </a:r>
            <a:r>
              <a:rPr lang="en-US" dirty="0"/>
              <a:t> another philosophical poetry book of Allama Iqbal in Urdu, it was published in 1936, two years before his death. In which he described as his political manifesto. It was published with the subtitle "A Declaration of War Against the Present Times. Muhammad Iqbal argues that modern problems are due to the godlessness, materialism and injustice of modern </a:t>
            </a:r>
            <a:r>
              <a:rPr lang="en-US" dirty="0" err="1"/>
              <a:t>civilisation</a:t>
            </a:r>
            <a:r>
              <a:rPr lang="en-US" dirty="0"/>
              <a:t>, which feeds on the subjugation and exploitation of weak nations, especially the Indian Muslims</a:t>
            </a:r>
          </a:p>
        </p:txBody>
      </p:sp>
    </p:spTree>
    <p:extLst>
      <p:ext uri="{BB962C8B-B14F-4D97-AF65-F5344CB8AC3E}">
        <p14:creationId xmlns:p14="http://schemas.microsoft.com/office/powerpoint/2010/main" val="334684831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8E082A-B6E9-B824-0362-071F53B90197}"/>
              </a:ext>
            </a:extLst>
          </p:cNvPr>
          <p:cNvSpPr>
            <a:spLocks noGrp="1"/>
          </p:cNvSpPr>
          <p:nvPr>
            <p:ph type="title"/>
          </p:nvPr>
        </p:nvSpPr>
        <p:spPr/>
        <p:txBody>
          <a:bodyPr>
            <a:normAutofit fontScale="90000"/>
          </a:bodyPr>
          <a:lstStyle/>
          <a:p>
            <a:r>
              <a:rPr lang="en-US" dirty="0"/>
              <a:t>Ilum-ul-</a:t>
            </a:r>
            <a:r>
              <a:rPr lang="en-US" dirty="0" err="1"/>
              <a:t>Iqtisad</a:t>
            </a:r>
            <a:r>
              <a:rPr lang="en-US" dirty="0"/>
              <a:t>:-</a:t>
            </a:r>
            <a:br>
              <a:rPr lang="en-US" dirty="0"/>
            </a:br>
            <a:br>
              <a:rPr lang="en-US" dirty="0"/>
            </a:br>
            <a:r>
              <a:rPr lang="en-US" dirty="0"/>
              <a:t> </a:t>
            </a:r>
            <a:r>
              <a:rPr lang="en-US" b="0" dirty="0"/>
              <a:t>It was another book written in </a:t>
            </a:r>
            <a:r>
              <a:rPr lang="en-US" b="0" dirty="0" err="1"/>
              <a:t>urdu</a:t>
            </a:r>
            <a:r>
              <a:rPr lang="en-US" b="0" dirty="0"/>
              <a:t> by Allama Muhammed Iqbal was published in 1903</a:t>
            </a:r>
            <a:endParaRPr lang="en-US" dirty="0"/>
          </a:p>
        </p:txBody>
      </p:sp>
    </p:spTree>
    <p:extLst>
      <p:ext uri="{BB962C8B-B14F-4D97-AF65-F5344CB8AC3E}">
        <p14:creationId xmlns:p14="http://schemas.microsoft.com/office/powerpoint/2010/main" val="291714440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Rectangle 9">
            <a:extLst>
              <a:ext uri="{FF2B5EF4-FFF2-40B4-BE49-F238E27FC236}">
                <a16:creationId xmlns:a16="http://schemas.microsoft.com/office/drawing/2014/main" id="{AA083F47-750E-A41F-1E5A-EFB054507C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2" name="Rectangle 11">
            <a:extLst>
              <a:ext uri="{FF2B5EF4-FFF2-40B4-BE49-F238E27FC236}">
                <a16:creationId xmlns:a16="http://schemas.microsoft.com/office/drawing/2014/main" id="{42C91D93-014B-66D5-D263-730212C943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9568B8C9-6702-8441-0D92-220DE92C88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8732520"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79B310E-FF51-D31D-BAF1-07CF7834FDC2}"/>
              </a:ext>
            </a:extLst>
          </p:cNvPr>
          <p:cNvSpPr>
            <a:spLocks noGrp="1"/>
          </p:cNvSpPr>
          <p:nvPr>
            <p:ph type="title"/>
          </p:nvPr>
        </p:nvSpPr>
        <p:spPr>
          <a:xfrm>
            <a:off x="521208" y="978408"/>
            <a:ext cx="8732520" cy="1463040"/>
          </a:xfrm>
        </p:spPr>
        <p:txBody>
          <a:bodyPr vert="horz" lIns="91440" tIns="45720" rIns="91440" bIns="45720" rtlCol="0" anchor="t">
            <a:normAutofit/>
          </a:bodyPr>
          <a:lstStyle/>
          <a:p>
            <a:r>
              <a:rPr lang="en-US" b="1" kern="1200">
                <a:solidFill>
                  <a:schemeClr val="tx1"/>
                </a:solidFill>
                <a:latin typeface="+mj-lt"/>
                <a:ea typeface="+mj-ea"/>
                <a:cs typeface="+mj-cs"/>
              </a:rPr>
              <a:t>Aemughan-e-Hijaz (The Gift of Hijaz)</a:t>
            </a:r>
          </a:p>
        </p:txBody>
      </p:sp>
      <p:sp>
        <p:nvSpPr>
          <p:cNvPr id="3" name="TextBox 2">
            <a:extLst>
              <a:ext uri="{FF2B5EF4-FFF2-40B4-BE49-F238E27FC236}">
                <a16:creationId xmlns:a16="http://schemas.microsoft.com/office/drawing/2014/main" id="{F471F81E-D14D-A05F-7B8F-0EDE580E92A7}"/>
              </a:ext>
            </a:extLst>
          </p:cNvPr>
          <p:cNvSpPr txBox="1"/>
          <p:nvPr/>
        </p:nvSpPr>
        <p:spPr>
          <a:xfrm>
            <a:off x="521208" y="2578608"/>
            <a:ext cx="8732520" cy="3767328"/>
          </a:xfrm>
          <a:prstGeom prst="rect">
            <a:avLst/>
          </a:prstGeom>
        </p:spPr>
        <p:txBody>
          <a:bodyPr vert="horz" lIns="91440" tIns="45720" rIns="91440" bIns="45720" rtlCol="0">
            <a:normAutofit/>
          </a:bodyPr>
          <a:lstStyle/>
          <a:p>
            <a:pPr indent="-228600">
              <a:lnSpc>
                <a:spcPct val="110000"/>
              </a:lnSpc>
              <a:spcAft>
                <a:spcPts val="600"/>
              </a:spcAft>
              <a:buFont typeface="Arial" panose="020B0604020202020204" pitchFamily="34" charset="0"/>
              <a:buChar char="•"/>
            </a:pPr>
            <a:r>
              <a:rPr lang="en-US" dirty="0"/>
              <a:t>Iqbal's final work was </a:t>
            </a:r>
            <a:r>
              <a:rPr lang="en-US" dirty="0" err="1"/>
              <a:t>Armughan</a:t>
            </a:r>
            <a:r>
              <a:rPr lang="en-US" dirty="0"/>
              <a:t>-e-Hijaz </a:t>
            </a:r>
            <a:r>
              <a:rPr lang="en-US" dirty="0" err="1"/>
              <a:t>معار</a:t>
            </a:r>
            <a:r>
              <a:rPr lang="en-US" dirty="0"/>
              <a:t> </a:t>
            </a:r>
            <a:r>
              <a:rPr lang="en-US" dirty="0" err="1"/>
              <a:t>حجاز</a:t>
            </a:r>
            <a:r>
              <a:rPr lang="en-US" dirty="0"/>
              <a:t>( )The Gift of Hijaz), published posthumously in 1938. The first part contains quatrains in Persian, and the second part contains some poems and epigrams in Urdu. The Persian quatrains convey the impression that the poet is travelling through the Hijaz in his imagination. The profundity of ideas and intensity of passion are the salient features of these short poems</a:t>
            </a:r>
          </a:p>
        </p:txBody>
      </p:sp>
    </p:spTree>
    <p:extLst>
      <p:ext uri="{BB962C8B-B14F-4D97-AF65-F5344CB8AC3E}">
        <p14:creationId xmlns:p14="http://schemas.microsoft.com/office/powerpoint/2010/main" val="358709162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DDCC85-A9C9-88A0-7B5B-C191EDA2021E}"/>
              </a:ext>
            </a:extLst>
          </p:cNvPr>
          <p:cNvSpPr>
            <a:spLocks noGrp="1"/>
          </p:cNvSpPr>
          <p:nvPr>
            <p:ph type="title"/>
          </p:nvPr>
        </p:nvSpPr>
        <p:spPr/>
        <p:txBody>
          <a:bodyPr/>
          <a:lstStyle/>
          <a:p>
            <a:r>
              <a:rPr lang="en-US" dirty="0"/>
              <a:t>Famous Dr Allama Muhammed Iqbal Sayings (</a:t>
            </a:r>
            <a:r>
              <a:rPr lang="en-US" dirty="0" err="1"/>
              <a:t>Qoutes</a:t>
            </a:r>
            <a:r>
              <a:rPr lang="en-US" dirty="0"/>
              <a:t>):</a:t>
            </a:r>
          </a:p>
        </p:txBody>
      </p:sp>
      <p:sp>
        <p:nvSpPr>
          <p:cNvPr id="3" name="TextBox 2">
            <a:extLst>
              <a:ext uri="{FF2B5EF4-FFF2-40B4-BE49-F238E27FC236}">
                <a16:creationId xmlns:a16="http://schemas.microsoft.com/office/drawing/2014/main" id="{C810060F-4AFA-D446-F022-2A3EFB0741CC}"/>
              </a:ext>
            </a:extLst>
          </p:cNvPr>
          <p:cNvSpPr txBox="1"/>
          <p:nvPr/>
        </p:nvSpPr>
        <p:spPr>
          <a:xfrm>
            <a:off x="521208" y="2730500"/>
            <a:ext cx="11315192" cy="2862322"/>
          </a:xfrm>
          <a:prstGeom prst="rect">
            <a:avLst/>
          </a:prstGeom>
          <a:noFill/>
        </p:spPr>
        <p:txBody>
          <a:bodyPr wrap="square" rtlCol="0">
            <a:spAutoFit/>
          </a:bodyPr>
          <a:lstStyle/>
          <a:p>
            <a:r>
              <a:rPr lang="en-US" dirty="0"/>
              <a:t>1). "people who have no hold over their process of thinking are likely to be ruined by liberty of thought.</a:t>
            </a:r>
          </a:p>
          <a:p>
            <a:endParaRPr lang="en-US" dirty="0"/>
          </a:p>
          <a:p>
            <a:r>
              <a:rPr lang="en-US" dirty="0"/>
              <a:t>2). "The alchemist of the West has turned stone into glass</a:t>
            </a:r>
          </a:p>
          <a:p>
            <a:endParaRPr lang="en-US" dirty="0"/>
          </a:p>
          <a:p>
            <a:r>
              <a:rPr lang="en-US" dirty="0"/>
              <a:t>But my alchemy has transmuted glass into flint Pharaohs of today have stalked me in vain“</a:t>
            </a:r>
          </a:p>
          <a:p>
            <a:endParaRPr lang="en-US" dirty="0"/>
          </a:p>
          <a:p>
            <a:r>
              <a:rPr lang="en-US" dirty="0"/>
              <a:t>3). Look at the evils of the world around you and protect yourself from them. Our teachers give all the wrong messages to our youth, since they take away the natural flare from the soul. Take it from me that all knowledge is useless until it is connected with your life, because the purpose of knowledge is nothing but to show you the splendors of yourself!"</a:t>
            </a:r>
          </a:p>
        </p:txBody>
      </p:sp>
    </p:spTree>
    <p:extLst>
      <p:ext uri="{BB962C8B-B14F-4D97-AF65-F5344CB8AC3E}">
        <p14:creationId xmlns:p14="http://schemas.microsoft.com/office/powerpoint/2010/main" val="163916941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DF9A330-3AF5-8215-42FD-155CE3F4C2B2}"/>
              </a:ext>
            </a:extLst>
          </p:cNvPr>
          <p:cNvSpPr txBox="1"/>
          <p:nvPr/>
        </p:nvSpPr>
        <p:spPr>
          <a:xfrm>
            <a:off x="279400" y="419100"/>
            <a:ext cx="11633200" cy="4801314"/>
          </a:xfrm>
          <a:prstGeom prst="rect">
            <a:avLst/>
          </a:prstGeom>
          <a:noFill/>
        </p:spPr>
        <p:txBody>
          <a:bodyPr wrap="square" rtlCol="0">
            <a:spAutoFit/>
          </a:bodyPr>
          <a:lstStyle/>
          <a:p>
            <a:r>
              <a:rPr lang="en-US"/>
              <a:t>4). The revealed and mystic literature of mankind bears ample testimony to the fact that religious experience has been too enduring and dominant in the history of mankind to be rejected as mere illusion. There seems to be no reason, then, to accept the normal level of human experience as fact and reject its other levels as mystical and emotional."</a:t>
            </a:r>
          </a:p>
          <a:p>
            <a:endParaRPr lang="en-US"/>
          </a:p>
          <a:p>
            <a:r>
              <a:rPr lang="en-US"/>
              <a:t>5). "Failure is not fatal until we surrender trying again is the key of glorious victory"</a:t>
            </a:r>
          </a:p>
          <a:p>
            <a:endParaRPr lang="en-US"/>
          </a:p>
          <a:p>
            <a:r>
              <a:rPr lang="en-US"/>
              <a:t>6). "The heart is like a mirror. Do not prevent it from being broken. It's breakage is more dearer in the sight of its maker [Allah], than its safety. Almighty Allah being indeed the Maker".</a:t>
            </a:r>
          </a:p>
          <a:p>
            <a:endParaRPr lang="en-US"/>
          </a:p>
          <a:p>
            <a:r>
              <a:rPr lang="en-US"/>
              <a:t>7). "The poet's nature is all searching, creator and nourisher of desire; the poet is like the heart in a people's breast, a people without a poet is a mere heap of clay. If the purpose of poetry is the fashioning of men, poetry is likewise the heir of prophecy."</a:t>
            </a:r>
          </a:p>
          <a:p>
            <a:endParaRPr lang="en-US"/>
          </a:p>
          <a:p>
            <a:r>
              <a:rPr lang="en-US"/>
              <a:t>8). "What is the character and general structure of the universe in which we live? Is there a permanent element in the constitution of this universe? How are we related to it? What place do we occupy in it, and what is the kind of conduct that befits the place we occupy? These questions are common to religion, philosophy, and higher poetry".</a:t>
            </a:r>
            <a:endParaRPr lang="en-US" dirty="0"/>
          </a:p>
        </p:txBody>
      </p:sp>
    </p:spTree>
    <p:extLst>
      <p:ext uri="{BB962C8B-B14F-4D97-AF65-F5344CB8AC3E}">
        <p14:creationId xmlns:p14="http://schemas.microsoft.com/office/powerpoint/2010/main" val="272213948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Freeform: Shape 11">
            <a:extLst>
              <a:ext uri="{FF2B5EF4-FFF2-40B4-BE49-F238E27FC236}">
                <a16:creationId xmlns:a16="http://schemas.microsoft.com/office/drawing/2014/main" id="{EA67E988-5919-57BB-C7DE-D3EAD38A30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6209925"/>
            <a:ext cx="11155680" cy="45719"/>
          </a:xfrm>
          <a:custGeom>
            <a:avLst/>
            <a:gdLst/>
            <a:ahLst/>
            <a:cxnLst/>
            <a:rect l="l" t="t" r="r" b="b"/>
            <a:pathLst>
              <a:path w="8715708" h="45719">
                <a:moveTo>
                  <a:pt x="0" y="0"/>
                </a:moveTo>
                <a:lnTo>
                  <a:pt x="3694525" y="0"/>
                </a:lnTo>
                <a:lnTo>
                  <a:pt x="5021183" y="0"/>
                </a:lnTo>
                <a:lnTo>
                  <a:pt x="8715708" y="0"/>
                </a:lnTo>
                <a:lnTo>
                  <a:pt x="8715708" y="45719"/>
                </a:lnTo>
                <a:lnTo>
                  <a:pt x="5021183" y="45719"/>
                </a:lnTo>
                <a:lnTo>
                  <a:pt x="3694525" y="45719"/>
                </a:lnTo>
                <a:lnTo>
                  <a:pt x="0" y="4571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14" name="Rectangle 13">
            <a:extLst>
              <a:ext uri="{FF2B5EF4-FFF2-40B4-BE49-F238E27FC236}">
                <a16:creationId xmlns:a16="http://schemas.microsoft.com/office/drawing/2014/main" id="{FAF3766F-DEF3-4802-BB0D-7A18EDD970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F3C3FB7-9F7C-7A09-E3B1-A46B77A6C512}"/>
              </a:ext>
            </a:extLst>
          </p:cNvPr>
          <p:cNvSpPr>
            <a:spLocks noGrp="1"/>
          </p:cNvSpPr>
          <p:nvPr>
            <p:ph type="title"/>
          </p:nvPr>
        </p:nvSpPr>
        <p:spPr>
          <a:xfrm>
            <a:off x="517870" y="978408"/>
            <a:ext cx="3465681" cy="2450592"/>
          </a:xfrm>
        </p:spPr>
        <p:txBody>
          <a:bodyPr vert="horz" lIns="91440" tIns="45720" rIns="91440" bIns="45720" rtlCol="0" anchor="t">
            <a:normAutofit/>
          </a:bodyPr>
          <a:lstStyle/>
          <a:p>
            <a:pPr>
              <a:lnSpc>
                <a:spcPct val="90000"/>
              </a:lnSpc>
            </a:pPr>
            <a:r>
              <a:rPr lang="en-US" sz="4100">
                <a:solidFill>
                  <a:schemeClr val="tx2"/>
                </a:solidFill>
              </a:rPr>
              <a:t>Allama Iqbals Allahabad Address 1930 </a:t>
            </a:r>
          </a:p>
        </p:txBody>
      </p:sp>
      <p:sp>
        <p:nvSpPr>
          <p:cNvPr id="16" name="Rectangle 15">
            <a:extLst>
              <a:ext uri="{FF2B5EF4-FFF2-40B4-BE49-F238E27FC236}">
                <a16:creationId xmlns:a16="http://schemas.microsoft.com/office/drawing/2014/main" id="{D91952F0-771E-D2ED-C333-EEED6708B8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1" y="508090"/>
            <a:ext cx="3466424"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a:extLst>
              <a:ext uri="{FF2B5EF4-FFF2-40B4-BE49-F238E27FC236}">
                <a16:creationId xmlns:a16="http://schemas.microsoft.com/office/drawing/2014/main" id="{25B3C691-0EFE-9E68-8AFE-DE878D3939F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239627" y="670069"/>
            <a:ext cx="7423903" cy="5642166"/>
          </a:xfrm>
          <a:prstGeom prst="rect">
            <a:avLst/>
          </a:prstGeom>
        </p:spPr>
      </p:pic>
      <p:sp>
        <p:nvSpPr>
          <p:cNvPr id="18" name="Rectangle 17">
            <a:extLst>
              <a:ext uri="{FF2B5EF4-FFF2-40B4-BE49-F238E27FC236}">
                <a16:creationId xmlns:a16="http://schemas.microsoft.com/office/drawing/2014/main" id="{3FB6D83C-2377-9CAD-A991-9E0B6AF250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1208" y="6299535"/>
            <a:ext cx="3465681" cy="4646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Tree>
    <p:extLst>
      <p:ext uri="{BB962C8B-B14F-4D97-AF65-F5344CB8AC3E}">
        <p14:creationId xmlns:p14="http://schemas.microsoft.com/office/powerpoint/2010/main" val="326695466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106C02-3B38-DDEB-236B-09FEBD5686BF}"/>
              </a:ext>
            </a:extLst>
          </p:cNvPr>
          <p:cNvSpPr>
            <a:spLocks noGrp="1"/>
          </p:cNvSpPr>
          <p:nvPr>
            <p:ph type="title"/>
          </p:nvPr>
        </p:nvSpPr>
        <p:spPr/>
        <p:txBody>
          <a:bodyPr/>
          <a:lstStyle/>
          <a:p>
            <a:r>
              <a:rPr lang="en-US" dirty="0"/>
              <a:t>Importance Of Allama Iqbal's Allahabad Address 1930 to the Pakistan Movement</a:t>
            </a:r>
          </a:p>
        </p:txBody>
      </p:sp>
      <p:sp>
        <p:nvSpPr>
          <p:cNvPr id="3" name="Content Placeholder 2">
            <a:extLst>
              <a:ext uri="{FF2B5EF4-FFF2-40B4-BE49-F238E27FC236}">
                <a16:creationId xmlns:a16="http://schemas.microsoft.com/office/drawing/2014/main" id="{087E7EB4-A1E4-5F00-1E4F-F20909243ABE}"/>
              </a:ext>
            </a:extLst>
          </p:cNvPr>
          <p:cNvSpPr>
            <a:spLocks noGrp="1"/>
          </p:cNvSpPr>
          <p:nvPr>
            <p:ph idx="1"/>
          </p:nvPr>
        </p:nvSpPr>
        <p:spPr/>
        <p:txBody>
          <a:bodyPr>
            <a:normAutofit fontScale="92500" lnSpcReduction="20000"/>
          </a:bodyPr>
          <a:lstStyle/>
          <a:p>
            <a:r>
              <a:rPr lang="en-US" dirty="0"/>
              <a:t>In his address, Iqbal stressed that Muslims are a separate nation and they should have a unique representation of their cultural and religious identity. Allama Iqbal strongly supported the Two Nation Theory and said that there was no possibility of peace in the sub-continent unless Muslims were </a:t>
            </a:r>
            <a:r>
              <a:rPr lang="en-US" dirty="0" err="1"/>
              <a:t>recognised</a:t>
            </a:r>
            <a:r>
              <a:rPr lang="en-US" dirty="0"/>
              <a:t> as a separate nation.</a:t>
            </a:r>
          </a:p>
          <a:p>
            <a:r>
              <a:rPr lang="en-US" dirty="0"/>
              <a:t>He explained that since Islam is a complete code of life and guides the Muslims in every field, therefore Muslims in India needed a homeland where they could freely profess their religion and </a:t>
            </a:r>
            <a:r>
              <a:rPr lang="en-US" dirty="0" err="1"/>
              <a:t>mould</a:t>
            </a:r>
            <a:r>
              <a:rPr lang="en-US" dirty="0"/>
              <a:t> their lives in accordance with the principles of Islam</a:t>
            </a:r>
          </a:p>
          <a:p>
            <a:r>
              <a:rPr lang="en-US" dirty="0"/>
              <a:t>Thus Iqbal's views helped the Muslims to determine a line of action and work out a definite plan in order to achieve the goal of a separate homeland. Iqbal's Allahabad address importance lies in the fact that it was the first time that the idea of a separate Muslim state was expressed from Muslim League platform.</a:t>
            </a:r>
          </a:p>
          <a:p>
            <a:r>
              <a:rPr lang="en-US" dirty="0"/>
              <a:t>The Lahore Resolution of 1940 was also based upon the ideas expressed in the Allahabad Address of 1930. Allama Iqbal's influence and contribution to the ideology of Pakistan cannot be underestimated. In Lahore Resolution of 1940 the Muslims demanded a separate homeland which was the basis of the views of Allama Iqbal in his 1930 address of Allahabad.</a:t>
            </a:r>
          </a:p>
        </p:txBody>
      </p:sp>
    </p:spTree>
    <p:extLst>
      <p:ext uri="{BB962C8B-B14F-4D97-AF65-F5344CB8AC3E}">
        <p14:creationId xmlns:p14="http://schemas.microsoft.com/office/powerpoint/2010/main" val="270961358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143CF3-B2CE-FA3C-D0FA-64360BFF45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4DA417-EEB5-7698-2ACE-08EBB47B428A}"/>
              </a:ext>
            </a:extLst>
          </p:cNvPr>
          <p:cNvSpPr>
            <a:spLocks noGrp="1"/>
          </p:cNvSpPr>
          <p:nvPr>
            <p:ph type="title"/>
          </p:nvPr>
        </p:nvSpPr>
        <p:spPr/>
        <p:txBody>
          <a:bodyPr/>
          <a:lstStyle/>
          <a:p>
            <a:r>
              <a:rPr lang="en-US" dirty="0"/>
              <a:t>Contribution of Allama Iqbal </a:t>
            </a:r>
          </a:p>
        </p:txBody>
      </p:sp>
      <p:sp>
        <p:nvSpPr>
          <p:cNvPr id="3" name="Content Placeholder 2">
            <a:extLst>
              <a:ext uri="{FF2B5EF4-FFF2-40B4-BE49-F238E27FC236}">
                <a16:creationId xmlns:a16="http://schemas.microsoft.com/office/drawing/2014/main" id="{E92FFEEC-7458-046A-D13E-662D55B0462A}"/>
              </a:ext>
            </a:extLst>
          </p:cNvPr>
          <p:cNvSpPr>
            <a:spLocks noGrp="1"/>
          </p:cNvSpPr>
          <p:nvPr>
            <p:ph idx="1"/>
          </p:nvPr>
        </p:nvSpPr>
        <p:spPr/>
        <p:txBody>
          <a:bodyPr>
            <a:normAutofit lnSpcReduction="10000"/>
          </a:bodyPr>
          <a:lstStyle/>
          <a:p>
            <a:r>
              <a:rPr lang="en-US" dirty="0"/>
              <a:t>He was the first important Muslim leader to advocate the partition of India and the creation of a separate Muslim state. As a result of his Allahabad address in 1930 when he put forward this view, separatism was seriously considered by many Muslims during the 1930s.</a:t>
            </a:r>
          </a:p>
          <a:p>
            <a:r>
              <a:rPr lang="en-US" dirty="0"/>
              <a:t>He was also opposed to the British control of India conquest of others was wrong and went against the Muslim faith. This strengthened his view that Muslims should have a separate homeland, independent of the British</a:t>
            </a:r>
          </a:p>
          <a:p>
            <a:r>
              <a:rPr lang="en-US" dirty="0"/>
              <a:t>He persuaded many Muslims that the Muslim League had to build an effective mass political party to challenge the domination of the Congress. This argument was adopted by Jinnah who went on to lead the Muslim League as a highly effective political party.</a:t>
            </a:r>
          </a:p>
          <a:p>
            <a:r>
              <a:rPr lang="en-US" dirty="0"/>
              <a:t>His poetry awakened a sense of nationhood among Muslims, and he urged them to be active in making progress. This progress needed to be along a distinctive Islamic path and not capitalist in nature. Again this vision was adopted by Muslims as a view of the future.</a:t>
            </a:r>
          </a:p>
        </p:txBody>
      </p:sp>
    </p:spTree>
    <p:extLst>
      <p:ext uri="{BB962C8B-B14F-4D97-AF65-F5344CB8AC3E}">
        <p14:creationId xmlns:p14="http://schemas.microsoft.com/office/powerpoint/2010/main" val="128309038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D7D5AA-9896-2BE5-34E0-03A968F68F39}"/>
              </a:ext>
            </a:extLst>
          </p:cNvPr>
          <p:cNvSpPr>
            <a:spLocks noGrp="1"/>
          </p:cNvSpPr>
          <p:nvPr>
            <p:ph type="title"/>
          </p:nvPr>
        </p:nvSpPr>
        <p:spPr/>
        <p:txBody>
          <a:bodyPr/>
          <a:lstStyle/>
          <a:p>
            <a:r>
              <a:rPr lang="en-US" dirty="0"/>
              <a:t>Iqbal And Idea Of Pakistan</a:t>
            </a:r>
          </a:p>
        </p:txBody>
      </p:sp>
      <p:sp>
        <p:nvSpPr>
          <p:cNvPr id="3" name="TextBox 2">
            <a:extLst>
              <a:ext uri="{FF2B5EF4-FFF2-40B4-BE49-F238E27FC236}">
                <a16:creationId xmlns:a16="http://schemas.microsoft.com/office/drawing/2014/main" id="{4325071C-F721-5A72-B6FC-9F1393FD97AF}"/>
              </a:ext>
            </a:extLst>
          </p:cNvPr>
          <p:cNvSpPr txBox="1"/>
          <p:nvPr/>
        </p:nvSpPr>
        <p:spPr>
          <a:xfrm>
            <a:off x="515112" y="2108200"/>
            <a:ext cx="11155680" cy="4247317"/>
          </a:xfrm>
          <a:prstGeom prst="rect">
            <a:avLst/>
          </a:prstGeom>
          <a:noFill/>
        </p:spPr>
        <p:txBody>
          <a:bodyPr wrap="square" rtlCol="0">
            <a:spAutoFit/>
          </a:bodyPr>
          <a:lstStyle/>
          <a:p>
            <a:pPr marL="342900" indent="-342900">
              <a:buAutoNum type="arabicPeriod"/>
            </a:pPr>
            <a:r>
              <a:rPr lang="en-US" b="1" dirty="0"/>
              <a:t>Advocacy for Muslim identity and </a:t>
            </a:r>
            <a:r>
              <a:rPr lang="en-US" b="1" dirty="0" err="1"/>
              <a:t>Rights:</a:t>
            </a:r>
            <a:r>
              <a:rPr lang="en-US" dirty="0" err="1"/>
              <a:t>Iqbal</a:t>
            </a:r>
            <a:r>
              <a:rPr lang="en-US" dirty="0"/>
              <a:t> was deeply concerned about the future of Muslims in India. He believed that Muslims were not just a minority community but a distinct nation with their own cultural, religious, and historical identity. He argued that the political and social interests of Muslims could not be safeguarded in a Hindu-majority India. Iqbal's emphasis on the distinct identity and rights of Muslims laid the groundwork for the demand for a separate nation.</a:t>
            </a:r>
          </a:p>
          <a:p>
            <a:pPr marL="342900" indent="-342900">
              <a:buAutoNum type="arabicPeriod"/>
            </a:pPr>
            <a:r>
              <a:rPr lang="en-US" b="1" dirty="0"/>
              <a:t>Vision of an Islamic </a:t>
            </a:r>
            <a:r>
              <a:rPr lang="en-US" b="1" dirty="0" err="1"/>
              <a:t>State:</a:t>
            </a:r>
            <a:r>
              <a:rPr lang="en-US" dirty="0" err="1"/>
              <a:t>Iqbal</a:t>
            </a:r>
            <a:r>
              <a:rPr lang="en-US" dirty="0"/>
              <a:t> envisioned a state where Islamic principles and values would guide governance and society. He believed that Islam provided a complete code of life, which could not be fully realized within a secular, Hindu-majority state. Iqbal's philosophical and poetic works, such as "The Reconstruction of Religious Thought in Islam" and his famous poem "</a:t>
            </a:r>
            <a:r>
              <a:rPr lang="en-US" dirty="0" err="1"/>
              <a:t>Tarana</a:t>
            </a:r>
            <a:r>
              <a:rPr lang="en-US" dirty="0"/>
              <a:t>-e-Milli," reflect his vision of an Islamic state where Muslims could live according to their faith and values.</a:t>
            </a:r>
          </a:p>
          <a:p>
            <a:pPr marL="342900" indent="-342900">
              <a:buAutoNum type="arabicPeriod"/>
            </a:pPr>
            <a:r>
              <a:rPr lang="en-US" b="1" dirty="0"/>
              <a:t>Influence on the Muslim League and Jinnah:</a:t>
            </a:r>
            <a:r>
              <a:rPr lang="en-US" dirty="0"/>
              <a:t> Iqbal's ideas significantly influenced the All-India Muslim League and its leader, Muhammad Ali Jinnah. While Iqbal did not live to see the creation of Pakistan, his correspondence with Jinnah in the 1930s played a crucial role in convincing Jinnah of the need for a separate Muslim state. Iqbal encouraged Jinnah to assume leadership of the Muslim League and to work towards the goal of an independent Muslim State.</a:t>
            </a:r>
          </a:p>
        </p:txBody>
      </p:sp>
    </p:spTree>
    <p:extLst>
      <p:ext uri="{BB962C8B-B14F-4D97-AF65-F5344CB8AC3E}">
        <p14:creationId xmlns:p14="http://schemas.microsoft.com/office/powerpoint/2010/main" val="418777750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E16FAB8-B783-C727-7CEC-4A43C42E8F02}"/>
              </a:ext>
            </a:extLst>
          </p:cNvPr>
          <p:cNvSpPr txBox="1"/>
          <p:nvPr/>
        </p:nvSpPr>
        <p:spPr>
          <a:xfrm>
            <a:off x="88900" y="304800"/>
            <a:ext cx="12014200" cy="3416320"/>
          </a:xfrm>
          <a:prstGeom prst="rect">
            <a:avLst/>
          </a:prstGeom>
          <a:noFill/>
        </p:spPr>
        <p:txBody>
          <a:bodyPr wrap="square" rtlCol="0">
            <a:spAutoFit/>
          </a:bodyPr>
          <a:lstStyle/>
          <a:p>
            <a:r>
              <a:rPr lang="en-US" b="1" dirty="0"/>
              <a:t>4. Recognition by </a:t>
            </a:r>
            <a:r>
              <a:rPr lang="en-US" b="1" dirty="0" err="1"/>
              <a:t>Contemporaried:</a:t>
            </a:r>
            <a:r>
              <a:rPr lang="en-US" dirty="0" err="1"/>
              <a:t>Contemporaries</a:t>
            </a:r>
            <a:r>
              <a:rPr lang="en-US" dirty="0"/>
              <a:t> and subsequent historians have widely recognized Iqbal's role in conceptualizing the idea of Pakistan. He is often referred to as the "Spiritual Father of Pakistan" for his contributions to the ideological foundation of the country. His ideas provided the intellectual and philosophical justification for the demand for a separate state.</a:t>
            </a:r>
          </a:p>
          <a:p>
            <a:r>
              <a:rPr lang="en-US" b="1" dirty="0"/>
              <a:t>5. Cultural and Literacy Influence: </a:t>
            </a:r>
            <a:r>
              <a:rPr lang="en-US" dirty="0"/>
              <a:t>Iqbal's poetry and writings deeply influenced the Muslim psyche in India. His works emphasized the revival of Islamic values, self-respect, and empowerment among Muslims. Through his literary contributions, he inspired a sense of unity and purpose among Muslims, which was crucial in mobilizing support for the creation of Pakistan.</a:t>
            </a:r>
          </a:p>
          <a:p>
            <a:r>
              <a:rPr lang="en-US" dirty="0"/>
              <a:t>While the actual creation of Pakistan in 1947 involved many leaders, events, and negotiations, Iqbal's intellectual and ideological contributions laid the foundation for the concept of a separate Muslim state in the subcontinent. His vision, articulated through his speeches, writings, and correspondence, played a pivotal role in shaping the demand for Pakistan.</a:t>
            </a:r>
          </a:p>
        </p:txBody>
      </p:sp>
    </p:spTree>
    <p:extLst>
      <p:ext uri="{BB962C8B-B14F-4D97-AF65-F5344CB8AC3E}">
        <p14:creationId xmlns:p14="http://schemas.microsoft.com/office/powerpoint/2010/main" val="31992863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103" name="Rectangle 4102">
            <a:extLst>
              <a:ext uri="{FF2B5EF4-FFF2-40B4-BE49-F238E27FC236}">
                <a16:creationId xmlns:a16="http://schemas.microsoft.com/office/drawing/2014/main" id="{175EAFFD-4A47-DD53-4F76-BD457E18BF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2" name="Title 1">
            <a:extLst>
              <a:ext uri="{FF2B5EF4-FFF2-40B4-BE49-F238E27FC236}">
                <a16:creationId xmlns:a16="http://schemas.microsoft.com/office/drawing/2014/main" id="{65490283-40A8-A379-3F8F-5A1CFBC01306}"/>
              </a:ext>
            </a:extLst>
          </p:cNvPr>
          <p:cNvSpPr>
            <a:spLocks noGrp="1"/>
          </p:cNvSpPr>
          <p:nvPr>
            <p:ph type="title"/>
          </p:nvPr>
        </p:nvSpPr>
        <p:spPr>
          <a:xfrm>
            <a:off x="521208" y="978408"/>
            <a:ext cx="3200400" cy="2432304"/>
          </a:xfrm>
        </p:spPr>
        <p:txBody>
          <a:bodyPr anchor="b">
            <a:normAutofit/>
          </a:bodyPr>
          <a:lstStyle/>
          <a:p>
            <a:r>
              <a:rPr lang="en-US" sz="4000"/>
              <a:t>Jinnah and Iqbal</a:t>
            </a:r>
          </a:p>
        </p:txBody>
      </p:sp>
      <p:sp>
        <p:nvSpPr>
          <p:cNvPr id="4105" name="Freeform: Shape 4104">
            <a:extLst>
              <a:ext uri="{FF2B5EF4-FFF2-40B4-BE49-F238E27FC236}">
                <a16:creationId xmlns:a16="http://schemas.microsoft.com/office/drawing/2014/main" id="{7CC1FECC-9CA4-341C-7E20-4728C51473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3" name="Content Placeholder 2">
            <a:extLst>
              <a:ext uri="{FF2B5EF4-FFF2-40B4-BE49-F238E27FC236}">
                <a16:creationId xmlns:a16="http://schemas.microsoft.com/office/drawing/2014/main" id="{25754299-6938-6DA2-E705-32628BABB626}"/>
              </a:ext>
            </a:extLst>
          </p:cNvPr>
          <p:cNvSpPr>
            <a:spLocks noGrp="1"/>
          </p:cNvSpPr>
          <p:nvPr>
            <p:ph idx="1"/>
          </p:nvPr>
        </p:nvSpPr>
        <p:spPr>
          <a:xfrm>
            <a:off x="521208" y="3538728"/>
            <a:ext cx="3200400" cy="2816352"/>
          </a:xfrm>
        </p:spPr>
        <p:txBody>
          <a:bodyPr>
            <a:normAutofit/>
          </a:bodyPr>
          <a:lstStyle/>
          <a:p>
            <a:pPr>
              <a:lnSpc>
                <a:spcPct val="100000"/>
              </a:lnSpc>
            </a:pPr>
            <a:r>
              <a:rPr lang="en-US" sz="1400"/>
              <a:t>Iqbal came to believe that only Quaid-</a:t>
            </a:r>
            <a:r>
              <a:rPr lang="en-US" sz="1400" err="1"/>
              <a:t>i</a:t>
            </a:r>
            <a:r>
              <a:rPr lang="en-US" sz="1400"/>
              <a:t>-Azam Muhammed Ali Jinnah was a political leader capable of preserving this unity and fulfilling the Leagues objective on Muslim political </a:t>
            </a:r>
            <a:r>
              <a:rPr lang="en-US" sz="1400" err="1"/>
              <a:t>impowerment</a:t>
            </a:r>
            <a:r>
              <a:rPr lang="en-US" sz="1400"/>
              <a:t>.</a:t>
            </a:r>
          </a:p>
          <a:p>
            <a:pPr>
              <a:lnSpc>
                <a:spcPct val="100000"/>
              </a:lnSpc>
            </a:pPr>
            <a:r>
              <a:rPr lang="en-US" sz="1400"/>
              <a:t>Building a strong personal association with </a:t>
            </a:r>
            <a:r>
              <a:rPr lang="en-US" sz="1400" err="1"/>
              <a:t>Jinnah,Iqbal</a:t>
            </a:r>
            <a:r>
              <a:rPr lang="en-US" sz="1400"/>
              <a:t> was an influential force in convincing Jinnah to end his self-imposed exile in London ,return to </a:t>
            </a:r>
            <a:r>
              <a:rPr lang="en-US" sz="1400" err="1"/>
              <a:t>india</a:t>
            </a:r>
            <a:r>
              <a:rPr lang="en-US" sz="1400"/>
              <a:t> and take charge of the League.</a:t>
            </a:r>
          </a:p>
        </p:txBody>
      </p:sp>
      <p:pic>
        <p:nvPicPr>
          <p:cNvPr id="4098" name="Picture 2" descr="Allama Iqbal and Jinnah | Medium">
            <a:extLst>
              <a:ext uri="{FF2B5EF4-FFF2-40B4-BE49-F238E27FC236}">
                <a16:creationId xmlns:a16="http://schemas.microsoft.com/office/drawing/2014/main" id="{997CD096-0149-69FB-9F61-7067634FAC9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r="6724"/>
          <a:stretch>
            <a:fillRect/>
          </a:stretch>
        </p:blipFill>
        <p:spPr bwMode="auto">
          <a:xfrm>
            <a:off x="4136609" y="970929"/>
            <a:ext cx="7534183" cy="53750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4466391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59" name="Rectangle 2058">
            <a:extLst>
              <a:ext uri="{FF2B5EF4-FFF2-40B4-BE49-F238E27FC236}">
                <a16:creationId xmlns:a16="http://schemas.microsoft.com/office/drawing/2014/main" id="{9EE42DCE-4A4F-44C4-84E5-261B3BEEF1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00F15E85-F89B-D9E2-4701-054E89FE0021}"/>
              </a:ext>
            </a:extLst>
          </p:cNvPr>
          <p:cNvSpPr>
            <a:spLocks noGrp="1"/>
          </p:cNvSpPr>
          <p:nvPr>
            <p:ph type="title"/>
          </p:nvPr>
        </p:nvSpPr>
        <p:spPr>
          <a:xfrm>
            <a:off x="521208" y="978408"/>
            <a:ext cx="6300216" cy="1463040"/>
          </a:xfrm>
        </p:spPr>
        <p:txBody>
          <a:bodyPr>
            <a:normAutofit/>
          </a:bodyPr>
          <a:lstStyle/>
          <a:p>
            <a:r>
              <a:rPr lang="en-US" dirty="0"/>
              <a:t>Idea of Pakistan by Iqbal</a:t>
            </a:r>
          </a:p>
        </p:txBody>
      </p:sp>
      <p:sp>
        <p:nvSpPr>
          <p:cNvPr id="2060" name="Rectangle 2059">
            <a:extLst>
              <a:ext uri="{FF2B5EF4-FFF2-40B4-BE49-F238E27FC236}">
                <a16:creationId xmlns:a16="http://schemas.microsoft.com/office/drawing/2014/main" id="{887F59F2-5FBC-40CD-AD35-376AECE49E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6281928"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8B0EB4C7-6C19-3F41-B47F-FF34386956BF}"/>
              </a:ext>
            </a:extLst>
          </p:cNvPr>
          <p:cNvSpPr>
            <a:spLocks noGrp="1"/>
          </p:cNvSpPr>
          <p:nvPr>
            <p:ph idx="1"/>
          </p:nvPr>
        </p:nvSpPr>
        <p:spPr>
          <a:xfrm>
            <a:off x="521208" y="2578608"/>
            <a:ext cx="6300216" cy="3767328"/>
          </a:xfrm>
        </p:spPr>
        <p:txBody>
          <a:bodyPr>
            <a:normAutofit/>
          </a:bodyPr>
          <a:lstStyle/>
          <a:p>
            <a:r>
              <a:rPr lang="en-US" dirty="0"/>
              <a:t>In his presidential address on December 29,1930 Iqbal outlined a vision of an independent state for Muslim majority provinces in northwestern India.</a:t>
            </a:r>
          </a:p>
          <a:p>
            <a:r>
              <a:rPr lang="en-US" b="1" dirty="0"/>
              <a:t>Quote: "I would like to see the Punjab, Northwest frontier province, Sindh and Balochistan merged into a single state. Self-government within the British Empire.”</a:t>
            </a:r>
          </a:p>
        </p:txBody>
      </p:sp>
      <p:pic>
        <p:nvPicPr>
          <p:cNvPr id="4" name="Picture 3" descr="1930, Allahabad Address, Allama Iqbal ...">
            <a:extLst>
              <a:ext uri="{FF2B5EF4-FFF2-40B4-BE49-F238E27FC236}">
                <a16:creationId xmlns:a16="http://schemas.microsoft.com/office/drawing/2014/main" id="{1590C39E-BF51-DDF1-8AF6-793A1E8EB5CB}"/>
              </a:ext>
            </a:extLst>
          </p:cNvPr>
          <p:cNvPicPr>
            <a:picLocks noChangeAspect="1"/>
          </p:cNvPicPr>
          <p:nvPr/>
        </p:nvPicPr>
        <p:blipFill>
          <a:blip r:embed="rId2"/>
          <a:srcRect l="5083" r="9048"/>
          <a:stretch>
            <a:fillRect/>
          </a:stretch>
        </p:blipFill>
        <p:spPr>
          <a:xfrm>
            <a:off x="7677686" y="508090"/>
            <a:ext cx="4014541" cy="2779410"/>
          </a:xfrm>
          <a:prstGeom prst="rect">
            <a:avLst/>
          </a:prstGeom>
        </p:spPr>
      </p:pic>
      <p:pic>
        <p:nvPicPr>
          <p:cNvPr id="2050" name="Picture 2" descr="Allahabad Address - Wikipedia">
            <a:extLst>
              <a:ext uri="{FF2B5EF4-FFF2-40B4-BE49-F238E27FC236}">
                <a16:creationId xmlns:a16="http://schemas.microsoft.com/office/drawing/2014/main" id="{FAD3A0BD-2337-4BE6-B5BE-D5E2B0EDA9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r="1" b="4750"/>
          <a:stretch>
            <a:fillRect/>
          </a:stretch>
        </p:blipFill>
        <p:spPr bwMode="auto">
          <a:xfrm>
            <a:off x="7677686" y="3566526"/>
            <a:ext cx="4014541" cy="27794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73343122"/>
      </p:ext>
    </p:extLst>
  </p:cSld>
  <p:clrMapOvr>
    <a:masterClrMapping/>
  </p:clrMapOvr>
</p:sld>
</file>

<file path=ppt/theme/theme1.xml><?xml version="1.0" encoding="utf-8"?>
<a:theme xmlns:a="http://schemas.openxmlformats.org/drawingml/2006/main" name="GestaltVTI">
  <a:themeElements>
    <a:clrScheme name="Gestalt">
      <a:dk1>
        <a:srgbClr val="000000"/>
      </a:dk1>
      <a:lt1>
        <a:sysClr val="window" lastClr="FFFFFF"/>
      </a:lt1>
      <a:dk2>
        <a:srgbClr val="262626"/>
      </a:dk2>
      <a:lt2>
        <a:srgbClr val="F7F7F7"/>
      </a:lt2>
      <a:accent1>
        <a:srgbClr val="EBA000"/>
      </a:accent1>
      <a:accent2>
        <a:srgbClr val="00BAC8"/>
      </a:accent2>
      <a:accent3>
        <a:srgbClr val="E64823"/>
      </a:accent3>
      <a:accent4>
        <a:srgbClr val="4D5AFF"/>
      </a:accent4>
      <a:accent5>
        <a:srgbClr val="FE5D21"/>
      </a:accent5>
      <a:accent6>
        <a:srgbClr val="00C777"/>
      </a:accent6>
      <a:hlink>
        <a:srgbClr val="2998E3"/>
      </a:hlink>
      <a:folHlink>
        <a:srgbClr val="939393"/>
      </a:folHlink>
    </a:clrScheme>
    <a:fontScheme name="Gestalt">
      <a:majorFont>
        <a:latin typeface="Bierstadt"/>
        <a:ea typeface=""/>
        <a:cs typeface=""/>
      </a:majorFont>
      <a:minorFont>
        <a:latin typeface="Bierstad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GestaltVTI" id="{4F87C71D-53D1-4B71-BF97-FD0EA4B25665}" vid="{A110AFC4-8D8A-4C02-8885-7BA370B379B5}"/>
    </a:ext>
  </a:extLst>
</a:theme>
</file>

<file path=docProps/app.xml><?xml version="1.0" encoding="utf-8"?>
<Properties xmlns="http://schemas.openxmlformats.org/officeDocument/2006/extended-properties" xmlns:vt="http://schemas.openxmlformats.org/officeDocument/2006/docPropsVTypes">
  <TotalTime>3685</TotalTime>
  <Words>4046</Words>
  <Application>Microsoft Office PowerPoint</Application>
  <PresentationFormat>Widescreen</PresentationFormat>
  <Paragraphs>198</Paragraphs>
  <Slides>35</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35</vt:i4>
      </vt:variant>
    </vt:vector>
  </HeadingPairs>
  <TitlesOfParts>
    <vt:vector size="38" baseType="lpstr">
      <vt:lpstr>Arial</vt:lpstr>
      <vt:lpstr>Bierstadt</vt:lpstr>
      <vt:lpstr>GestaltVTI</vt:lpstr>
      <vt:lpstr>Dawood university of engineering and technology Karachi </vt:lpstr>
      <vt:lpstr>Allama Muhammed Iqbal </vt:lpstr>
      <vt:lpstr>PowerPoint Presentation</vt:lpstr>
      <vt:lpstr>Biography</vt:lpstr>
      <vt:lpstr>Introduction</vt:lpstr>
      <vt:lpstr>PowerPoint Presentation</vt:lpstr>
      <vt:lpstr>PowerPoint Presentation</vt:lpstr>
      <vt:lpstr>Five stages of Iqbal's life 1877-1938</vt:lpstr>
      <vt:lpstr>Second stage of Iqbal's life 1905 to 1908</vt:lpstr>
      <vt:lpstr>Third stage of Iqbal’s 1908 to 1918</vt:lpstr>
      <vt:lpstr>Fourth stage of Iqbal’s life 1918 to 1930</vt:lpstr>
      <vt:lpstr>Fifth stage of Iqbals life 1930 to 1938</vt:lpstr>
      <vt:lpstr>Works by Allama Iqbal </vt:lpstr>
      <vt:lpstr>Persian Books by Iqbal Persian: Among his 12,000 verses of poetry, about 7,000 verses are in Persia 1915, he published his first collection of poetry book"The Secrets of the SelfAs Khudi" in Persian language.he published several poetry books in Persian langua whose names are</vt:lpstr>
      <vt:lpstr>Asrar-i-Khudi:-</vt:lpstr>
      <vt:lpstr>Rumuz-i-Bekhudi:-Hints of Selflessness): Rumuz-e-Bekhudi was the second philosophical poetry book of Allama Iqbal</vt:lpstr>
      <vt:lpstr>Payam-e-Mashriq:-it was 3rd philosophical poetry book writtend by Muhammad Iqbal and it was published in 1924</vt:lpstr>
      <vt:lpstr>Few poetic lines from Piyame Mashriq translated by Artur John Arberry</vt:lpstr>
      <vt:lpstr>Zabur-e-Ajam:- (Persian Psalms) this philosophical book was published in 1927</vt:lpstr>
      <vt:lpstr>Jawad Nama:- جاوید (Book of Javed)</vt:lpstr>
      <vt:lpstr>Urdu Books by Iqbal </vt:lpstr>
      <vt:lpstr>Bang-i-Dara</vt:lpstr>
      <vt:lpstr>Bal-e-Jibril(Wings of Gabriel):-It was published in 1935</vt:lpstr>
      <vt:lpstr>Zarb-i-Kalim:- (The Rod of Moses)</vt:lpstr>
      <vt:lpstr>Ilum-ul-Iqtisad:-   It was another book written in urdu by Allama Muhammed Iqbal was published in 1903</vt:lpstr>
      <vt:lpstr>Aemughan-e-Hijaz (The Gift of Hijaz)</vt:lpstr>
      <vt:lpstr>Famous Dr Allama Muhammed Iqbal Sayings (Qoutes):</vt:lpstr>
      <vt:lpstr>PowerPoint Presentation</vt:lpstr>
      <vt:lpstr>Allama Iqbals Allahabad Address 1930 </vt:lpstr>
      <vt:lpstr>Importance Of Allama Iqbal's Allahabad Address 1930 to the Pakistan Movement</vt:lpstr>
      <vt:lpstr>Contribution of Allama Iqbal </vt:lpstr>
      <vt:lpstr>Iqbal And Idea Of Pakistan</vt:lpstr>
      <vt:lpstr>PowerPoint Presentation</vt:lpstr>
      <vt:lpstr>Jinnah and Iqbal</vt:lpstr>
      <vt:lpstr>Idea of Pakistan by Iqbal</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Uzair Ahmed</dc:creator>
  <cp:lastModifiedBy>Uzair Ahmed</cp:lastModifiedBy>
  <cp:revision>1</cp:revision>
  <dcterms:created xsi:type="dcterms:W3CDTF">2026-02-22T07:32:09Z</dcterms:created>
  <dcterms:modified xsi:type="dcterms:W3CDTF">2026-03-10T12:15:36Z</dcterms:modified>
</cp:coreProperties>
</file>