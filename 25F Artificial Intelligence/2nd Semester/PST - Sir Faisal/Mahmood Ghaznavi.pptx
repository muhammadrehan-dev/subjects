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FA00D-537E-4C42-B774-6903AB08758A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E8462-E4B1-4AD3-8592-E4FE96114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24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E8462-E4B1-4AD3-8592-E4FE96114A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27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1E08526-5B10-4948-B0FF-C5D50234A007}" type="datetime1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2BCB2-1B05-4FC5-B204-C72630116D36}" type="datetime1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53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15A-1C99-47D7-A0EE-61FAA9A884FA}" type="datetime1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CBC4-59A2-420D-BDBF-BCAFAB4BAAA3}" type="datetime1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4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7529D-DE42-4A89-9AFD-C6CC6547A3BE}" type="datetime1">
              <a:rPr lang="en-US" smtClean="0"/>
              <a:t>4/3/2024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3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E427A-95CB-41B3-B4FA-0E2228348BBF}" type="datetime1">
              <a:rPr lang="en-US" smtClean="0"/>
              <a:t>4/3/2024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3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4176D-7F97-43FD-B7F3-B7C9E7634C87}" type="datetime1">
              <a:rPr lang="en-US" smtClean="0"/>
              <a:t>4/3/2024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245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BBA4A-15DE-41B3-A3BA-780E4D319129}" type="datetime1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69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D7DB-68E5-4F17-92FE-991DE9E31D96}" type="datetime1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81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319FE-03B3-41B7-A3B8-CE05174C8E9B}" type="datetime1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45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3F3B-EBAD-4664-BD99-3175B975971D}" type="datetime1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86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1FB20-1FF1-43B1-8CF2-FD7A6B8D92E4}" type="datetime1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67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50F4-69A1-49A1-AD07-ECE1B05968AA}" type="datetime1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40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2F7A4-3F3E-4692-AA8F-98ED7F4970A6}" type="datetime1">
              <a:rPr lang="en-US" smtClean="0"/>
              <a:t>4/3/2024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90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DD8B0-1CE9-42FF-91BF-7E16F9C73DB2}" type="datetime1">
              <a:rPr lang="en-US" smtClean="0"/>
              <a:t>4/3/2024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43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2682169-ED13-4B4F-846E-4A822DCDDA31}" type="datetime1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25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C0D5EF6-4790-4153-8CF6-C1FDDB87DE87}" type="datetime1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4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6EE04FF-0DD5-404E-ABC9-2925C14463CE}" type="datetime1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7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2188" y="728565"/>
            <a:ext cx="7654194" cy="1731299"/>
          </a:xfrm>
        </p:spPr>
        <p:txBody>
          <a:bodyPr/>
          <a:lstStyle/>
          <a:p>
            <a:pPr algn="ctr"/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Dawood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of Engineering &amp;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7110" y="3309187"/>
            <a:ext cx="5754303" cy="2949945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MAHMUD </a:t>
            </a:r>
            <a:r>
              <a:rPr lang="en-US" sz="20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Ghaznavi</a:t>
            </a:r>
            <a:r>
              <a:rPr lang="en-US" sz="20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(997-1030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# 3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97" y="476516"/>
            <a:ext cx="2459865" cy="18592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33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194" y="638414"/>
            <a:ext cx="3983715" cy="607148"/>
          </a:xfrm>
        </p:spPr>
        <p:txBody>
          <a:bodyPr/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105" y="1506145"/>
            <a:ext cx="6572368" cy="4804503"/>
          </a:xfrm>
        </p:spPr>
        <p:txBody>
          <a:bodyPr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Samanida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Dynasty time period was (819-999) A.D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Governor name was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Alaptagin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 962 A.D he captured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city in Afghanistan, &amp;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declear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independent himself.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Subgutagin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his slave who create important role in the capturing the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 that he appointed him as Commander-in Chief of his army, he was also Son-in law of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Alpatagin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Alaptagin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died in 976 A.D and after two years his son Abu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Ishaq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also died.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his death nobles appointed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Subgutagin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new ruler of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Dynasty (977-997).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he became king of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Dynasty, his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Abulghasim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Mahmud was six years old. History know him as Mahmud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Ghaznavi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473" y="1506145"/>
            <a:ext cx="4301545" cy="480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923" y="669702"/>
            <a:ext cx="5155692" cy="450079"/>
          </a:xfrm>
        </p:spPr>
        <p:txBody>
          <a:bodyPr/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INTRODUCATION: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1924" y="1686450"/>
            <a:ext cx="6314792" cy="4521167"/>
          </a:xfrm>
        </p:spPr>
        <p:txBody>
          <a:bodyPr/>
          <a:lstStyle/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 the 9th century Arab empire started disintegrating and declined. • The kingdom emerged prominent, the  city of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which is in present day Afghanistan. 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•The rulers of the kingdom invaded and plundered the Indian subcontinent in the 10</a:t>
            </a:r>
            <a:r>
              <a:rPr lang="en-US" cap="none" baseline="30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and 11</a:t>
            </a:r>
            <a:r>
              <a:rPr lang="en-US" cap="none" baseline="30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centuries. 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•By the 10th and 11th century the north India had disintegrated into many small kingdoms which gave huge advantage to these rulers. 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•These attacks were done to finance their ambition of expanding their empire.</a:t>
            </a: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958" y="1853877"/>
            <a:ext cx="4378817" cy="45211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71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982" y="747883"/>
            <a:ext cx="6997373" cy="631065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Mahmud of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AD </a:t>
            </a:r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997-1030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2982" y="1557660"/>
            <a:ext cx="7512528" cy="4731093"/>
          </a:xfrm>
        </p:spPr>
        <p:txBody>
          <a:bodyPr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fter the decline of Abbasid Dynasty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ubuktigin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Turkish noble acquired the adjoining parts of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son Mahmud wanted to achieve the glory of the greatest conqueror of the world.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had heard about the wealth of the Indo-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angetic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plains.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attacked and plundered north India 17 times from AD 1001 to 1027.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believed in the jihad (holy war which will lead to heaven) and plundering the region.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looted the rich temples and trade centers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iestan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Multan.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Mahmud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Ghaznavi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moved to Sub-continent in Winter, &amp; in Sumer  he moved Central Asia.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attacks aim was just collect wealth to made rich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haznavi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Dynasty.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837" y="1442434"/>
            <a:ext cx="3648456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330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7074" y="725800"/>
            <a:ext cx="6057213" cy="675232"/>
          </a:xfrm>
        </p:spPr>
        <p:txBody>
          <a:bodyPr/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ATTACKS OF MAHMUD: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7074" y="1570540"/>
            <a:ext cx="6057213" cy="4804502"/>
          </a:xfrm>
        </p:spPr>
        <p:txBody>
          <a:bodyPr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999: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horasan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Balkh,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erat,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erv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amanids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 concurrent invasion from the north by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arakhanids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under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elik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khan (Nasr khan) ends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amanid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rule.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1000: seistan1001: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andhara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sultan Mahmud defeats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ayapala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Peshawar and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ayapala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abdicates and commits suicide.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1002: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eistan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Imprisoned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Khuluf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1004: Bhatia (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annexed after it fails to pay its yearly tribute.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1005: Multan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Fateh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hia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smaili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ruler of Multan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1005: Defends Balkh and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horasan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against Nasr-I of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arakhanids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recaptures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ishapur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sma'il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untasir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amanids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339" y="1401032"/>
            <a:ext cx="4911678" cy="467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12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2679" y="1802360"/>
            <a:ext cx="9161022" cy="4096163"/>
          </a:xfrm>
        </p:spPr>
        <p:txBody>
          <a:bodyPr/>
          <a:lstStyle/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1005: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Sewakpal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Rebels and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efeated. 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1008: Mahmud defeats the Rajput confederacy (Ujjain, Gwalior,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alinjar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Kannauj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Delhi, and Ajmer) in battle between und and Peshawar, and captures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hahi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treasury at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Kangra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imachal Pradesh.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1010: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against Mohammad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Sur.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1010: Multan revolts;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Abul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fatah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dawood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imprisoned for life at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1011: thanesar1012: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oor-jistan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captures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Abu-Nasr.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1012: Demands and receives remainder of the province of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horasan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bassid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caliph. then demands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amarkand as well but is rebuffed.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1013: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ulnat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defeats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rilochanpala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1014 :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afirstan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attacked.</a:t>
            </a: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59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2983" y="913718"/>
            <a:ext cx="8864809" cy="5100716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1015: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haznis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expedition to Kashmir fails. Fails to take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oharafort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okote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hills leading up to the valley from the west.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1015: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hwarezm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marries his sister to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bbas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amun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hwarezm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who dies in the same year in a rebellion. Moves to quell the rebellion and installs a new ruler and annexes a portion.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1017: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annauj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Meerut, and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uhavun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amuna,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athura and various other regions along the route. While moving through Kashmir he levies troops from vassal prince for his onward march,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annauj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Meerut submitted without battle.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1021: Raises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yaz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kingship, awarding him the throne of Lahore.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1021: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alinjar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attacks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Kannauj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he marches to their aid and finds the last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hahi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king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rilochanpaala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encamped as well.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Takes Lahore on his return.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Trilochanpala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flees to Ajmer. First Muslim governors appointed east of the Indus river.</a:t>
            </a:r>
            <a:b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467" y="5377666"/>
            <a:ext cx="57150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68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4042" y="810686"/>
            <a:ext cx="9738498" cy="5499961"/>
          </a:xfrm>
        </p:spPr>
        <p:txBody>
          <a:bodyPr>
            <a:no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1023: Lahore,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alinjar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Gwalior: no battles, exacts tribute.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Trilochanpala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grandson of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Jayapal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 assassinated by his own troops. Official annexation of Punjab by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Also fails to take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ohara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fort on the western border of Kashmir for the second time.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1024/1025: Ajmer,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ehrwala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athiawar: this raid was his last major campaign. The concentration of wealth at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omnath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renowned, and consequently it became an attractive target for Mahmud, as it had previously deterred most invaders. The temple and citadel were sacked, and most of its defenders massacred.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1024/1025: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omnath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Mahmud sacked the temple and is reported to have personally hammered the temple's gilded lingam to pieces and the stone fragments were carted back to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where they were incorporated into the steps of the city's new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masjid (Friday mosque)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1025: Marched against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Jood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mountains who harried his army on its return from the sack of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omnath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 he placed a new king on the throne in Gujarat as a tributary and took the old one to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 prisoner.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return detoured across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desert to avoid the armies of Ajmer and other allies on his return.</a:t>
            </a:r>
            <a:b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182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8284" y="937118"/>
            <a:ext cx="5374634" cy="528337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was famous for his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Somnath’s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attack, which took place in 1025 A.D, were he collect 6.5 tone gold.</a:t>
            </a: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114" y="421645"/>
            <a:ext cx="3819123" cy="34462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114" y="3578806"/>
            <a:ext cx="4897949" cy="28269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00" y="1841678"/>
            <a:ext cx="6102739" cy="446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405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4042" y="738349"/>
            <a:ext cx="7718589" cy="650134"/>
          </a:xfrm>
        </p:spPr>
        <p:txBody>
          <a:bodyPr/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Death of Mahmud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Ghazni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4043" y="1634935"/>
            <a:ext cx="6263276" cy="452116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Mahmud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Ghaznvi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died on 30</a:t>
            </a:r>
            <a:r>
              <a:rPr lang="en-US" cap="none" baseline="30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April 1030 A.D. at the age of 58.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Sultan Mahmud had </a:t>
            </a:r>
            <a:r>
              <a:rPr lang="en-US" b="1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contracted malaria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during his last invasion. The medical complication from malaria had caused lethal Tuberculosis.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Ghaznavid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empire was ruled by his successors for 157 years.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Al-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Baruni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 scholar , &amp; Persian poet Firdausi who wrote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Shahnama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belong to Mahmud’s court.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1163-1187,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Ghaznavi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Dynasty’s capital remain Lahore, during its last three rulers.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Khusru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Malik was last ruler of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Ghanavi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Dynasty.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cap="none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535" y="551498"/>
            <a:ext cx="3393138" cy="29773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70" y="2894512"/>
            <a:ext cx="5103183" cy="340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4611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242</TotalTime>
  <Words>932</Words>
  <Application>Microsoft Office PowerPoint</Application>
  <PresentationFormat>Widescreen</PresentationFormat>
  <Paragraphs>71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Gothic</vt:lpstr>
      <vt:lpstr>Times New Roman</vt:lpstr>
      <vt:lpstr>Wingdings</vt:lpstr>
      <vt:lpstr>Wingdings 3</vt:lpstr>
      <vt:lpstr>Ion Boardroom</vt:lpstr>
      <vt:lpstr>Dawood University of Engineering &amp; Technology</vt:lpstr>
      <vt:lpstr>INTRODUCTION:</vt:lpstr>
      <vt:lpstr>INTRODUCATION:</vt:lpstr>
      <vt:lpstr>Mahmud of Ghazni ( AD 997-1030) </vt:lpstr>
      <vt:lpstr>ATTACKS OF MAHMUD:</vt:lpstr>
      <vt:lpstr>PowerPoint Presentation</vt:lpstr>
      <vt:lpstr>PowerPoint Presentation</vt:lpstr>
      <vt:lpstr>PowerPoint Presentation</vt:lpstr>
      <vt:lpstr>PowerPoint Presentation</vt:lpstr>
      <vt:lpstr>Death of Mahmud Ghazni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Dawood University of Engineering &amp; Technology </dc:title>
  <dc:creator>Fahad</dc:creator>
  <cp:lastModifiedBy>Fahad</cp:lastModifiedBy>
  <cp:revision>45</cp:revision>
  <dcterms:created xsi:type="dcterms:W3CDTF">2023-04-14T04:59:51Z</dcterms:created>
  <dcterms:modified xsi:type="dcterms:W3CDTF">2024-04-03T08:49:59Z</dcterms:modified>
</cp:coreProperties>
</file>